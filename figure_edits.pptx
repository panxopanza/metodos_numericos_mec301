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3"/>
  </p:notesMasterIdLst>
  <p:sldIdLst>
    <p:sldId id="256" r:id="rId2"/>
    <p:sldId id="333" r:id="rId3"/>
    <p:sldId id="334" r:id="rId4"/>
    <p:sldId id="335" r:id="rId5"/>
    <p:sldId id="336" r:id="rId6"/>
    <p:sldId id="337" r:id="rId7"/>
    <p:sldId id="338" r:id="rId8"/>
    <p:sldId id="332" r:id="rId9"/>
    <p:sldId id="257" r:id="rId10"/>
    <p:sldId id="258" r:id="rId11"/>
    <p:sldId id="259" r:id="rId12"/>
    <p:sldId id="339" r:id="rId13"/>
    <p:sldId id="260" r:id="rId14"/>
    <p:sldId id="340" r:id="rId15"/>
    <p:sldId id="261" r:id="rId16"/>
    <p:sldId id="262" r:id="rId17"/>
    <p:sldId id="263" r:id="rId18"/>
    <p:sldId id="264" r:id="rId19"/>
    <p:sldId id="266" r:id="rId20"/>
    <p:sldId id="267" r:id="rId21"/>
    <p:sldId id="265" r:id="rId22"/>
    <p:sldId id="268" r:id="rId23"/>
    <p:sldId id="270" r:id="rId24"/>
    <p:sldId id="269" r:id="rId25"/>
    <p:sldId id="271" r:id="rId26"/>
    <p:sldId id="272" r:id="rId27"/>
    <p:sldId id="273" r:id="rId28"/>
    <p:sldId id="274" r:id="rId29"/>
    <p:sldId id="275" r:id="rId30"/>
    <p:sldId id="277" r:id="rId31"/>
    <p:sldId id="283" r:id="rId32"/>
    <p:sldId id="276" r:id="rId33"/>
    <p:sldId id="279" r:id="rId34"/>
    <p:sldId id="280" r:id="rId35"/>
    <p:sldId id="341" r:id="rId36"/>
    <p:sldId id="281" r:id="rId37"/>
    <p:sldId id="282" r:id="rId38"/>
    <p:sldId id="284" r:id="rId39"/>
    <p:sldId id="285" r:id="rId40"/>
    <p:sldId id="286" r:id="rId41"/>
    <p:sldId id="287" r:id="rId42"/>
    <p:sldId id="290" r:id="rId43"/>
    <p:sldId id="291" r:id="rId44"/>
    <p:sldId id="289" r:id="rId45"/>
    <p:sldId id="294" r:id="rId46"/>
    <p:sldId id="342" r:id="rId47"/>
    <p:sldId id="351" r:id="rId48"/>
    <p:sldId id="293" r:id="rId49"/>
    <p:sldId id="295" r:id="rId50"/>
    <p:sldId id="300" r:id="rId51"/>
    <p:sldId id="297" r:id="rId52"/>
    <p:sldId id="296" r:id="rId53"/>
    <p:sldId id="299" r:id="rId54"/>
    <p:sldId id="298" r:id="rId55"/>
    <p:sldId id="301" r:id="rId56"/>
    <p:sldId id="302" r:id="rId57"/>
    <p:sldId id="303" r:id="rId58"/>
    <p:sldId id="306" r:id="rId59"/>
    <p:sldId id="307" r:id="rId60"/>
    <p:sldId id="309" r:id="rId61"/>
    <p:sldId id="308" r:id="rId62"/>
    <p:sldId id="310" r:id="rId63"/>
    <p:sldId id="311" r:id="rId64"/>
    <p:sldId id="312" r:id="rId65"/>
    <p:sldId id="326" r:id="rId66"/>
    <p:sldId id="313" r:id="rId67"/>
    <p:sldId id="316" r:id="rId68"/>
    <p:sldId id="317" r:id="rId69"/>
    <p:sldId id="321" r:id="rId70"/>
    <p:sldId id="320" r:id="rId71"/>
    <p:sldId id="318" r:id="rId72"/>
    <p:sldId id="319" r:id="rId73"/>
    <p:sldId id="322" r:id="rId74"/>
    <p:sldId id="324" r:id="rId75"/>
    <p:sldId id="323" r:id="rId76"/>
    <p:sldId id="327" r:id="rId77"/>
    <p:sldId id="325" r:id="rId78"/>
    <p:sldId id="328" r:id="rId79"/>
    <p:sldId id="329" r:id="rId80"/>
    <p:sldId id="330" r:id="rId81"/>
    <p:sldId id="331" r:id="rId82"/>
    <p:sldId id="343" r:id="rId83"/>
    <p:sldId id="344" r:id="rId84"/>
    <p:sldId id="345" r:id="rId85"/>
    <p:sldId id="346" r:id="rId86"/>
    <p:sldId id="348" r:id="rId87"/>
    <p:sldId id="350" r:id="rId88"/>
    <p:sldId id="349" r:id="rId89"/>
    <p:sldId id="352" r:id="rId90"/>
    <p:sldId id="353" r:id="rId91"/>
    <p:sldId id="354" r:id="rId9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F7F"/>
    <a:srgbClr val="7FB7DF"/>
    <a:srgbClr val="D9D9D9"/>
    <a:srgbClr val="19C3FF"/>
    <a:srgbClr val="009ED6"/>
    <a:srgbClr val="D4EFFD"/>
    <a:srgbClr val="0000FF"/>
    <a:srgbClr val="000000"/>
    <a:srgbClr val="33CAFF"/>
    <a:srgbClr val="B3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C82CE7-43C1-4887-B0C0-69978C490811}" v="10" dt="2026-08-17T23:05:04.8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17" autoAdjust="0"/>
    <p:restoredTop sz="94521" autoAdjust="0"/>
  </p:normalViewPr>
  <p:slideViewPr>
    <p:cSldViewPr snapToGrid="0">
      <p:cViewPr>
        <p:scale>
          <a:sx n="75" d="100"/>
          <a:sy n="75" d="100"/>
        </p:scale>
        <p:origin x="1524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customXml" Target="../customXml/item3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99" Type="http://schemas.microsoft.com/office/2015/10/relationships/revisionInfo" Target="revisionInfo.xml"/><Relationship Id="rId10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Relationship Id="rId98" Type="http://schemas.microsoft.com/office/2016/11/relationships/changesInfo" Target="changesInfos/changesInfo1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Valentin Ramirez Cuevas" userId="e79bf063-6348-4b44-8f45-581164b14c81" providerId="ADAL" clId="{17644A5A-6AC2-43D5-9621-6F8BD89EC922}"/>
    <pc:docChg chg="undo custSel modSld">
      <pc:chgData name="Francisco Valentin Ramirez Cuevas" userId="e79bf063-6348-4b44-8f45-581164b14c81" providerId="ADAL" clId="{17644A5A-6AC2-43D5-9621-6F8BD89EC922}" dt="2026-08-17T23:05:04.810" v="63"/>
      <pc:docMkLst>
        <pc:docMk/>
      </pc:docMkLst>
      <pc:sldChg chg="addSp delSp modSp mod">
        <pc:chgData name="Francisco Valentin Ramirez Cuevas" userId="e79bf063-6348-4b44-8f45-581164b14c81" providerId="ADAL" clId="{17644A5A-6AC2-43D5-9621-6F8BD89EC922}" dt="2026-08-17T21:02:54.487" v="52"/>
        <pc:sldMkLst>
          <pc:docMk/>
          <pc:sldMk cId="2617182040" sldId="262"/>
        </pc:sldMkLst>
        <pc:spChg chg="del">
          <ac:chgData name="Francisco Valentin Ramirez Cuevas" userId="e79bf063-6348-4b44-8f45-581164b14c81" providerId="ADAL" clId="{17644A5A-6AC2-43D5-9621-6F8BD89EC922}" dt="2026-08-17T20:52:47.940" v="17" actId="478"/>
          <ac:spMkLst>
            <pc:docMk/>
            <pc:sldMk cId="2617182040" sldId="262"/>
            <ac:spMk id="6" creationId="{1CD4E471-7B1F-6E33-876D-418513BCA3F8}"/>
          </ac:spMkLst>
        </pc:spChg>
        <pc:grpChg chg="add del">
          <ac:chgData name="Francisco Valentin Ramirez Cuevas" userId="e79bf063-6348-4b44-8f45-581164b14c81" providerId="ADAL" clId="{17644A5A-6AC2-43D5-9621-6F8BD89EC922}" dt="2026-08-17T20:44:30.940" v="7" actId="478"/>
          <ac:grpSpMkLst>
            <pc:docMk/>
            <pc:sldMk cId="2617182040" sldId="262"/>
            <ac:grpSpMk id="7" creationId="{82DE40E5-54EF-43F2-D2B5-8B5A776A4C42}"/>
          </ac:grpSpMkLst>
        </pc:grpChg>
        <pc:picChg chg="add del mod">
          <ac:chgData name="Francisco Valentin Ramirez Cuevas" userId="e79bf063-6348-4b44-8f45-581164b14c81" providerId="ADAL" clId="{17644A5A-6AC2-43D5-9621-6F8BD89EC922}" dt="2026-08-17T20:59:58.820" v="37" actId="478"/>
          <ac:picMkLst>
            <pc:docMk/>
            <pc:sldMk cId="2617182040" sldId="262"/>
            <ac:picMk id="3" creationId="{DDF3B676-184B-843C-DC35-EDDBBAB9FB53}"/>
          </ac:picMkLst>
        </pc:picChg>
        <pc:picChg chg="add del mod">
          <ac:chgData name="Francisco Valentin Ramirez Cuevas" userId="e79bf063-6348-4b44-8f45-581164b14c81" providerId="ADAL" clId="{17644A5A-6AC2-43D5-9621-6F8BD89EC922}" dt="2026-08-17T20:59:56.765" v="36" actId="478"/>
          <ac:picMkLst>
            <pc:docMk/>
            <pc:sldMk cId="2617182040" sldId="262"/>
            <ac:picMk id="5" creationId="{CD5704EB-3191-47DD-0307-81749CB366A9}"/>
          </ac:picMkLst>
        </pc:picChg>
        <pc:picChg chg="add del mod">
          <ac:chgData name="Francisco Valentin Ramirez Cuevas" userId="e79bf063-6348-4b44-8f45-581164b14c81" providerId="ADAL" clId="{17644A5A-6AC2-43D5-9621-6F8BD89EC922}" dt="2026-08-17T21:00:27.143" v="43" actId="22"/>
          <ac:picMkLst>
            <pc:docMk/>
            <pc:sldMk cId="2617182040" sldId="262"/>
            <ac:picMk id="8" creationId="{B5718AC9-40CE-2295-42E0-C340527B43A6}"/>
          </ac:picMkLst>
        </pc:picChg>
        <pc:picChg chg="add del mod">
          <ac:chgData name="Francisco Valentin Ramirez Cuevas" userId="e79bf063-6348-4b44-8f45-581164b14c81" providerId="ADAL" clId="{17644A5A-6AC2-43D5-9621-6F8BD89EC922}" dt="2026-08-17T20:44:26.599" v="4" actId="21"/>
          <ac:picMkLst>
            <pc:docMk/>
            <pc:sldMk cId="2617182040" sldId="262"/>
            <ac:picMk id="9" creationId="{491C10A5-6160-8333-CD9A-052DFA4892B0}"/>
          </ac:picMkLst>
        </pc:picChg>
        <pc:picChg chg="add del mod">
          <ac:chgData name="Francisco Valentin Ramirez Cuevas" userId="e79bf063-6348-4b44-8f45-581164b14c81" providerId="ADAL" clId="{17644A5A-6AC2-43D5-9621-6F8BD89EC922}" dt="2026-08-17T21:01:04.983" v="46" actId="478"/>
          <ac:picMkLst>
            <pc:docMk/>
            <pc:sldMk cId="2617182040" sldId="262"/>
            <ac:picMk id="10" creationId="{3C2FEDB5-F109-237B-C148-A8DDFCA05262}"/>
          </ac:picMkLst>
        </pc:picChg>
        <pc:picChg chg="add del">
          <ac:chgData name="Francisco Valentin Ramirez Cuevas" userId="e79bf063-6348-4b44-8f45-581164b14c81" providerId="ADAL" clId="{17644A5A-6AC2-43D5-9621-6F8BD89EC922}" dt="2026-08-17T20:52:43.808" v="15" actId="478"/>
          <ac:picMkLst>
            <pc:docMk/>
            <pc:sldMk cId="2617182040" sldId="262"/>
            <ac:picMk id="11" creationId="{8E5395CA-5E97-3429-3640-2FACDE0FBF4E}"/>
          </ac:picMkLst>
        </pc:picChg>
        <pc:picChg chg="add del mod ord modCrop">
          <ac:chgData name="Francisco Valentin Ramirez Cuevas" userId="e79bf063-6348-4b44-8f45-581164b14c81" providerId="ADAL" clId="{17644A5A-6AC2-43D5-9621-6F8BD89EC922}" dt="2026-08-17T20:56:08.342" v="27" actId="478"/>
          <ac:picMkLst>
            <pc:docMk/>
            <pc:sldMk cId="2617182040" sldId="262"/>
            <ac:picMk id="13" creationId="{9070AD58-DC8A-BB17-5BA5-34824D71B2BF}"/>
          </ac:picMkLst>
        </pc:picChg>
        <pc:picChg chg="add del">
          <ac:chgData name="Francisco Valentin Ramirez Cuevas" userId="e79bf063-6348-4b44-8f45-581164b14c81" providerId="ADAL" clId="{17644A5A-6AC2-43D5-9621-6F8BD89EC922}" dt="2026-08-17T21:01:08.595" v="48" actId="21"/>
          <ac:picMkLst>
            <pc:docMk/>
            <pc:sldMk cId="2617182040" sldId="262"/>
            <ac:picMk id="14" creationId="{FD76D68E-1998-C582-014E-2B5A23DF8F57}"/>
          </ac:picMkLst>
        </pc:picChg>
        <pc:picChg chg="add mod">
          <ac:chgData name="Francisco Valentin Ramirez Cuevas" userId="e79bf063-6348-4b44-8f45-581164b14c81" providerId="ADAL" clId="{17644A5A-6AC2-43D5-9621-6F8BD89EC922}" dt="2026-08-17T21:02:54.487" v="52"/>
          <ac:picMkLst>
            <pc:docMk/>
            <pc:sldMk cId="2617182040" sldId="262"/>
            <ac:picMk id="16" creationId="{F4E393C6-1A7A-8841-AFF2-4765B681FB4F}"/>
          </ac:picMkLst>
        </pc:picChg>
      </pc:sldChg>
      <pc:sldChg chg="addSp delSp modSp mod">
        <pc:chgData name="Francisco Valentin Ramirez Cuevas" userId="e79bf063-6348-4b44-8f45-581164b14c81" providerId="ADAL" clId="{17644A5A-6AC2-43D5-9621-6F8BD89EC922}" dt="2026-08-17T23:05:04.810" v="63"/>
        <pc:sldMkLst>
          <pc:docMk/>
          <pc:sldMk cId="3746970517" sldId="263"/>
        </pc:sldMkLst>
        <pc:spChg chg="del">
          <ac:chgData name="Francisco Valentin Ramirez Cuevas" userId="e79bf063-6348-4b44-8f45-581164b14c81" providerId="ADAL" clId="{17644A5A-6AC2-43D5-9621-6F8BD89EC922}" dt="2026-08-17T23:04:48.590" v="54" actId="478"/>
          <ac:spMkLst>
            <pc:docMk/>
            <pc:sldMk cId="3746970517" sldId="263"/>
            <ac:spMk id="2" creationId="{2FA8D48A-BF53-F6ED-CC52-4673775CBD04}"/>
          </ac:spMkLst>
        </pc:spChg>
        <pc:picChg chg="del mod">
          <ac:chgData name="Francisco Valentin Ramirez Cuevas" userId="e79bf063-6348-4b44-8f45-581164b14c81" providerId="ADAL" clId="{17644A5A-6AC2-43D5-9621-6F8BD89EC922}" dt="2026-08-17T23:04:58.951" v="61" actId="478"/>
          <ac:picMkLst>
            <pc:docMk/>
            <pc:sldMk cId="3746970517" sldId="263"/>
            <ac:picMk id="4" creationId="{981F4EED-4FEF-BD1F-E967-7EB2836B4D00}"/>
          </ac:picMkLst>
        </pc:picChg>
        <pc:picChg chg="add del mod">
          <ac:chgData name="Francisco Valentin Ramirez Cuevas" userId="e79bf063-6348-4b44-8f45-581164b14c81" providerId="ADAL" clId="{17644A5A-6AC2-43D5-9621-6F8BD89EC922}" dt="2026-08-17T23:04:57.651" v="60" actId="21"/>
          <ac:picMkLst>
            <pc:docMk/>
            <pc:sldMk cId="3746970517" sldId="263"/>
            <ac:picMk id="5" creationId="{4CBB84A3-0EF8-441C-7621-2F586A829DCF}"/>
          </ac:picMkLst>
        </pc:picChg>
        <pc:picChg chg="add mod">
          <ac:chgData name="Francisco Valentin Ramirez Cuevas" userId="e79bf063-6348-4b44-8f45-581164b14c81" providerId="ADAL" clId="{17644A5A-6AC2-43D5-9621-6F8BD89EC922}" dt="2026-08-17T23:05:04.810" v="63"/>
          <ac:picMkLst>
            <pc:docMk/>
            <pc:sldMk cId="3746970517" sldId="263"/>
            <ac:picMk id="7" creationId="{3097833B-160A-7684-A4AB-B0B6D7573DA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0826C4-F5DD-4A64-88C5-46123071E3D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49938-2489-487F-81F4-8F68799C2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41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49938-2489-487F-81F4-8F68799C282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381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49938-2489-487F-81F4-8F68799C282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2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49938-2489-487F-81F4-8F68799C282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833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49938-2489-487F-81F4-8F68799C282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95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49938-2489-487F-81F4-8F68799C282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54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49938-2489-487F-81F4-8F68799C282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97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49938-2489-487F-81F4-8F68799C2823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698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49938-2489-487F-81F4-8F68799C282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005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49938-2489-487F-81F4-8F68799C2823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49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49938-2489-487F-81F4-8F68799C282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755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49938-2489-487F-81F4-8F68799C2823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35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49938-2489-487F-81F4-8F68799C2823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1345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49938-2489-487F-81F4-8F68799C2823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731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49938-2489-487F-81F4-8F68799C2823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606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49938-2489-487F-81F4-8F68799C2823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2616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49938-2489-487F-81F4-8F68799C2823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47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49938-2489-487F-81F4-8F68799C2823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1330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49938-2489-487F-81F4-8F68799C2823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33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BF2EF-5D59-4844-DE60-E7B2CFE094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D722AE-74E2-B00F-42B6-9D972E51E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86435-17E9-2CAC-6F31-58ACB0B94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F1AE-13F2-45B2-A494-0C0C1CB8837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8EB5C-D9F0-2AA9-5F5D-E7FBF70F4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4722F-5443-CF21-D6CF-5FE02EE70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0F8E-9A76-4804-815E-75EDC5A0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49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C4B09-EB71-4D3E-D3FC-AB834AA7B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B0E98-DA20-4B89-8D57-9F9A74456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19AEC-1CFD-06B2-EF0B-806425EE4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F1AE-13F2-45B2-A494-0C0C1CB8837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7C0C2-D334-56C0-3D52-0EF371E0F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459E3-0F23-C910-CCA7-A56169A56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0F8E-9A76-4804-815E-75EDC5A0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69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08854-E2B2-F03A-9A36-BBE8A1419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4956B-8946-D67E-D099-575EA957A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23566-DBF8-7A99-1A66-D489D6F3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F1AE-13F2-45B2-A494-0C0C1CB8837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71FEA-9A47-4586-34C7-00620B30F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7E7C9-4606-0DC1-F3D5-90AE6E45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0F8E-9A76-4804-815E-75EDC5A0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55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60977-B5FB-8A98-CA0F-5D69B6E4B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82CD0-67F0-BA38-2199-0F3D81325B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4A78D4-DAB4-3A9F-4D6D-0C5507B41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30FB9-E420-F5E0-0F0E-B1C07C0F9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F1AE-13F2-45B2-A494-0C0C1CB8837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77BBE-7815-D399-24B0-E2585BD3B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ADFF8-5707-FC9C-DE65-4F1F5A24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0F8E-9A76-4804-815E-75EDC5A0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91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C747A-0B1D-E21C-E0F1-5EA2E857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56808-33D5-45A3-6E02-E25F16DDE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EDC93-237C-5568-5FE6-C52099CCA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6BF49A-D11F-3FAA-8D15-5EEEA3A430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D20FB5-4B35-EC3D-E0FD-1218E08344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3DF2A-82E6-9F8D-15E3-4763DEB68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F1AE-13F2-45B2-A494-0C0C1CB8837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6C7BCD-8003-C0DB-01A0-3B1CFAEC7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B6A249-6FB2-FAC2-B899-D055EAF2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0F8E-9A76-4804-815E-75EDC5A0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84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BEC1D-1775-FF69-66D8-FA2929260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D6229-8653-6690-09F7-4E430AC81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F1AE-13F2-45B2-A494-0C0C1CB8837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AFE04-F658-FFBA-BED1-32D7BAAA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2A1AF-BDB9-F123-2824-2AE130055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0F8E-9A76-4804-815E-75EDC5A0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08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62F93A-08D9-4910-5151-BE9DD79E3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F1AE-13F2-45B2-A494-0C0C1CB8837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3747FD-474A-F31F-E796-C5F2FF1B2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D14F1-286F-B74A-DFFB-8A489EC1D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0F8E-9A76-4804-815E-75EDC5A0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6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63CD2-6134-1A32-6FF9-332E49B0E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29979-CA01-6DBF-064D-8042C1654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A725F0-A3E8-79AD-C6A2-8AD89F13D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C0009-0801-1336-CAF1-9239506F5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F1AE-13F2-45B2-A494-0C0C1CB8837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FA67B-A641-B96A-38C3-B734481C7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68BB0-9F8A-B678-A6B7-43D92F46A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0F8E-9A76-4804-815E-75EDC5A0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2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14712-0299-C71E-DCAB-AADEF85AD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52BE2E-DFDC-F0BB-A333-634D06DF05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2055F-11E8-314F-C8E7-E45090A8D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F0EAC-84BA-E1DF-67CE-BDAF7F1A9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F1AE-13F2-45B2-A494-0C0C1CB8837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C0976-4C84-E561-E288-F983DED55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8B93B-8CB5-1B7C-7EC1-8D1A9D4A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0F8E-9A76-4804-815E-75EDC5A0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488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C9539-8113-0293-0B28-0DE6CD3BA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1383F2-2651-68B8-F16C-C89A0A16F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205B6-9882-B18D-CD3C-DEBAA7892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F1AE-13F2-45B2-A494-0C0C1CB8837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A81DA-314C-8704-F4F4-63802E813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12C93-792D-9CC6-713E-680FAD62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0F8E-9A76-4804-815E-75EDC5A0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18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1EAF70-FB8E-09DE-38D7-91C8AC0098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C29C48-7B4F-03E1-69CE-B47890B1A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0179F-6E93-461A-E161-7AB9B63CB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EF1AE-13F2-45B2-A494-0C0C1CB8837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34F54-83FE-E24D-2A08-A476ACB6A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C2DDA-C4D2-1B86-2D2C-8C9A6F3AF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0F8E-9A76-4804-815E-75EDC5A0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152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CCA69-B090-6C22-3159-228B5DAC4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6F4D7-4DB7-1F34-00F0-0F90B88C8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4FACA-0712-256C-B4DC-1E7B10FBD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EF1AE-13F2-45B2-A494-0C0C1CB8837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C321C-C235-EDB1-B27F-7CE14AEC6E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273DE-9F86-6484-D39D-A5C60486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20F8E-9A76-4804-815E-75EDC5A0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1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0.png"/><Relationship Id="rId13" Type="http://schemas.openxmlformats.org/officeDocument/2006/relationships/image" Target="../media/image16.png"/><Relationship Id="rId3" Type="http://schemas.openxmlformats.org/officeDocument/2006/relationships/image" Target="../media/image610.png"/><Relationship Id="rId7" Type="http://schemas.openxmlformats.org/officeDocument/2006/relationships/image" Target="../media/image1010.png"/><Relationship Id="rId12" Type="http://schemas.openxmlformats.org/officeDocument/2006/relationships/image" Target="../media/image15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0.png"/><Relationship Id="rId11" Type="http://schemas.openxmlformats.org/officeDocument/2006/relationships/image" Target="../media/image14.png"/><Relationship Id="rId5" Type="http://schemas.openxmlformats.org/officeDocument/2006/relationships/image" Target="../media/image810.png"/><Relationship Id="rId10" Type="http://schemas.openxmlformats.org/officeDocument/2006/relationships/image" Target="../media/image13.png"/><Relationship Id="rId4" Type="http://schemas.openxmlformats.org/officeDocument/2006/relationships/image" Target="../media/image710.png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10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6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10.png"/><Relationship Id="rId11" Type="http://schemas.openxmlformats.org/officeDocument/2006/relationships/image" Target="../media/image32.png"/><Relationship Id="rId5" Type="http://schemas.openxmlformats.org/officeDocument/2006/relationships/image" Target="../media/image2611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10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13" Type="http://schemas.openxmlformats.org/officeDocument/2006/relationships/image" Target="../media/image340.png"/><Relationship Id="rId18" Type="http://schemas.openxmlformats.org/officeDocument/2006/relationships/image" Target="../media/image39.png"/><Relationship Id="rId3" Type="http://schemas.openxmlformats.org/officeDocument/2006/relationships/image" Target="../media/image27.png"/><Relationship Id="rId21" Type="http://schemas.openxmlformats.org/officeDocument/2006/relationships/image" Target="../media/image42.png"/><Relationship Id="rId7" Type="http://schemas.openxmlformats.org/officeDocument/2006/relationships/image" Target="../media/image280.png"/><Relationship Id="rId12" Type="http://schemas.openxmlformats.org/officeDocument/2006/relationships/image" Target="../media/image330.png"/><Relationship Id="rId17" Type="http://schemas.openxmlformats.org/officeDocument/2006/relationships/image" Target="../media/image38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70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11" Type="http://schemas.openxmlformats.org/officeDocument/2006/relationships/image" Target="../media/image320.png"/><Relationship Id="rId5" Type="http://schemas.openxmlformats.org/officeDocument/2006/relationships/image" Target="../media/image260.png"/><Relationship Id="rId15" Type="http://schemas.openxmlformats.org/officeDocument/2006/relationships/image" Target="../media/image360.png"/><Relationship Id="rId10" Type="http://schemas.openxmlformats.org/officeDocument/2006/relationships/image" Target="../media/image310.png"/><Relationship Id="rId19" Type="http://schemas.openxmlformats.org/officeDocument/2006/relationships/image" Target="../media/image40.png"/><Relationship Id="rId4" Type="http://schemas.openxmlformats.org/officeDocument/2006/relationships/image" Target="../media/image250.png"/><Relationship Id="rId9" Type="http://schemas.openxmlformats.org/officeDocument/2006/relationships/image" Target="../media/image300.png"/><Relationship Id="rId14" Type="http://schemas.openxmlformats.org/officeDocument/2006/relationships/image" Target="../media/image35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0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image" Target="../media/image43.png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3" Type="http://schemas.openxmlformats.org/officeDocument/2006/relationships/image" Target="../media/image82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4" Type="http://schemas.openxmlformats.org/officeDocument/2006/relationships/image" Target="../media/image83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6.png"/><Relationship Id="rId7" Type="http://schemas.openxmlformats.org/officeDocument/2006/relationships/image" Target="../media/image107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0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0.png"/><Relationship Id="rId5" Type="http://schemas.openxmlformats.org/officeDocument/2006/relationships/image" Target="../media/image1130.png"/><Relationship Id="rId4" Type="http://schemas.openxmlformats.org/officeDocument/2006/relationships/image" Target="../media/image11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0.png"/><Relationship Id="rId2" Type="http://schemas.openxmlformats.org/officeDocument/2006/relationships/image" Target="../media/image11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0.png"/><Relationship Id="rId7" Type="http://schemas.openxmlformats.org/officeDocument/2006/relationships/image" Target="../media/image123.png"/><Relationship Id="rId2" Type="http://schemas.openxmlformats.org/officeDocument/2006/relationships/image" Target="../media/image1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18" Type="http://schemas.openxmlformats.org/officeDocument/2006/relationships/image" Target="../media/image143.png"/><Relationship Id="rId26" Type="http://schemas.openxmlformats.org/officeDocument/2006/relationships/image" Target="../media/image151.png"/><Relationship Id="rId3" Type="http://schemas.openxmlformats.org/officeDocument/2006/relationships/image" Target="../media/image1280.png"/><Relationship Id="rId21" Type="http://schemas.openxmlformats.org/officeDocument/2006/relationships/image" Target="../media/image146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5" Type="http://schemas.openxmlformats.org/officeDocument/2006/relationships/image" Target="../media/image150.png"/><Relationship Id="rId2" Type="http://schemas.openxmlformats.org/officeDocument/2006/relationships/image" Target="../media/image1270.png"/><Relationship Id="rId16" Type="http://schemas.openxmlformats.org/officeDocument/2006/relationships/image" Target="../media/image141.png"/><Relationship Id="rId20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24" Type="http://schemas.openxmlformats.org/officeDocument/2006/relationships/image" Target="../media/image149.png"/><Relationship Id="rId5" Type="http://schemas.openxmlformats.org/officeDocument/2006/relationships/image" Target="../media/image130.png"/><Relationship Id="rId15" Type="http://schemas.openxmlformats.org/officeDocument/2006/relationships/image" Target="../media/image140.png"/><Relationship Id="rId23" Type="http://schemas.openxmlformats.org/officeDocument/2006/relationships/image" Target="../media/image148.png"/><Relationship Id="rId28" Type="http://schemas.openxmlformats.org/officeDocument/2006/relationships/image" Target="../media/image153.png"/><Relationship Id="rId10" Type="http://schemas.openxmlformats.org/officeDocument/2006/relationships/image" Target="../media/image135.png"/><Relationship Id="rId19" Type="http://schemas.openxmlformats.org/officeDocument/2006/relationships/image" Target="../media/image144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Relationship Id="rId22" Type="http://schemas.openxmlformats.org/officeDocument/2006/relationships/image" Target="../media/image147.png"/><Relationship Id="rId27" Type="http://schemas.openxmlformats.org/officeDocument/2006/relationships/image" Target="../media/image15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8.jpeg"/><Relationship Id="rId4" Type="http://schemas.openxmlformats.org/officeDocument/2006/relationships/image" Target="../media/image15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Relationship Id="rId9" Type="http://schemas.openxmlformats.org/officeDocument/2006/relationships/image" Target="../media/image16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76.png"/><Relationship Id="rId18" Type="http://schemas.openxmlformats.org/officeDocument/2006/relationships/image" Target="../media/image181.png"/><Relationship Id="rId3" Type="http://schemas.openxmlformats.org/officeDocument/2006/relationships/image" Target="../media/image166.png"/><Relationship Id="rId7" Type="http://schemas.openxmlformats.org/officeDocument/2006/relationships/image" Target="../media/image170.png"/><Relationship Id="rId12" Type="http://schemas.openxmlformats.org/officeDocument/2006/relationships/image" Target="../media/image175.png"/><Relationship Id="rId17" Type="http://schemas.openxmlformats.org/officeDocument/2006/relationships/image" Target="../media/image180.png"/><Relationship Id="rId2" Type="http://schemas.openxmlformats.org/officeDocument/2006/relationships/image" Target="../media/image165.png"/><Relationship Id="rId16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1" Type="http://schemas.openxmlformats.org/officeDocument/2006/relationships/image" Target="../media/image174.png"/><Relationship Id="rId5" Type="http://schemas.openxmlformats.org/officeDocument/2006/relationships/image" Target="../media/image168.png"/><Relationship Id="rId15" Type="http://schemas.openxmlformats.org/officeDocument/2006/relationships/image" Target="../media/image178.png"/><Relationship Id="rId10" Type="http://schemas.openxmlformats.org/officeDocument/2006/relationships/image" Target="../media/image173.png"/><Relationship Id="rId19" Type="http://schemas.openxmlformats.org/officeDocument/2006/relationships/image" Target="../media/image182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Relationship Id="rId14" Type="http://schemas.openxmlformats.org/officeDocument/2006/relationships/image" Target="../media/image17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0.png"/><Relationship Id="rId2" Type="http://schemas.openxmlformats.org/officeDocument/2006/relationships/image" Target="../media/image12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0.png"/><Relationship Id="rId5" Type="http://schemas.openxmlformats.org/officeDocument/2006/relationships/image" Target="../media/image1610.png"/><Relationship Id="rId4" Type="http://schemas.openxmlformats.org/officeDocument/2006/relationships/image" Target="../media/image160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0.png"/><Relationship Id="rId2" Type="http://schemas.openxmlformats.org/officeDocument/2006/relationships/image" Target="../media/image15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3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1.png"/><Relationship Id="rId13" Type="http://schemas.openxmlformats.org/officeDocument/2006/relationships/image" Target="../media/image1740.png"/><Relationship Id="rId3" Type="http://schemas.openxmlformats.org/officeDocument/2006/relationships/image" Target="../media/image183.png"/><Relationship Id="rId7" Type="http://schemas.openxmlformats.org/officeDocument/2006/relationships/image" Target="../media/image1682.png"/><Relationship Id="rId12" Type="http://schemas.openxmlformats.org/officeDocument/2006/relationships/image" Target="../media/image17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2.png"/><Relationship Id="rId11" Type="http://schemas.openxmlformats.org/officeDocument/2006/relationships/image" Target="../media/image1720.png"/><Relationship Id="rId5" Type="http://schemas.openxmlformats.org/officeDocument/2006/relationships/image" Target="../media/image1660.png"/><Relationship Id="rId10" Type="http://schemas.openxmlformats.org/officeDocument/2006/relationships/image" Target="../media/image1710.png"/><Relationship Id="rId4" Type="http://schemas.openxmlformats.org/officeDocument/2006/relationships/image" Target="../media/image1650.png"/><Relationship Id="rId9" Type="http://schemas.openxmlformats.org/officeDocument/2006/relationships/image" Target="../media/image1700.png"/><Relationship Id="rId14" Type="http://schemas.openxmlformats.org/officeDocument/2006/relationships/image" Target="../media/image175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0.png"/><Relationship Id="rId13" Type="http://schemas.openxmlformats.org/officeDocument/2006/relationships/image" Target="../media/image1850.png"/><Relationship Id="rId3" Type="http://schemas.openxmlformats.org/officeDocument/2006/relationships/image" Target="../media/image184.png"/><Relationship Id="rId7" Type="http://schemas.openxmlformats.org/officeDocument/2006/relationships/image" Target="../media/image1800.png"/><Relationship Id="rId12" Type="http://schemas.openxmlformats.org/officeDocument/2006/relationships/image" Target="../media/image18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0.png"/><Relationship Id="rId11" Type="http://schemas.openxmlformats.org/officeDocument/2006/relationships/image" Target="../media/image1830.png"/><Relationship Id="rId5" Type="http://schemas.openxmlformats.org/officeDocument/2006/relationships/image" Target="../media/image1780.png"/><Relationship Id="rId10" Type="http://schemas.openxmlformats.org/officeDocument/2006/relationships/image" Target="../media/image1820.png"/><Relationship Id="rId4" Type="http://schemas.openxmlformats.org/officeDocument/2006/relationships/image" Target="../media/image1770.png"/><Relationship Id="rId9" Type="http://schemas.openxmlformats.org/officeDocument/2006/relationships/image" Target="../media/image18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1.png"/><Relationship Id="rId7" Type="http://schemas.openxmlformats.org/officeDocument/2006/relationships/image" Target="../media/image1690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0.png"/><Relationship Id="rId5" Type="http://schemas.openxmlformats.org/officeDocument/2006/relationships/image" Target="../media/image1670.png"/><Relationship Id="rId4" Type="http://schemas.openxmlformats.org/officeDocument/2006/relationships/image" Target="../media/image168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5" Type="http://schemas.openxmlformats.org/officeDocument/2006/relationships/image" Target="../media/image189.png"/><Relationship Id="rId4" Type="http://schemas.openxmlformats.org/officeDocument/2006/relationships/image" Target="../media/image190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3" Type="http://schemas.openxmlformats.org/officeDocument/2006/relationships/image" Target="../media/image193.png"/><Relationship Id="rId7" Type="http://schemas.openxmlformats.org/officeDocument/2006/relationships/image" Target="../media/image19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6.png"/><Relationship Id="rId5" Type="http://schemas.openxmlformats.org/officeDocument/2006/relationships/image" Target="../media/image195.png"/><Relationship Id="rId10" Type="http://schemas.openxmlformats.org/officeDocument/2006/relationships/image" Target="../media/image200.png"/><Relationship Id="rId4" Type="http://schemas.openxmlformats.org/officeDocument/2006/relationships/image" Target="../media/image194.png"/><Relationship Id="rId9" Type="http://schemas.openxmlformats.org/officeDocument/2006/relationships/image" Target="../media/image19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3" Type="http://schemas.openxmlformats.org/officeDocument/2006/relationships/image" Target="../media/image193.png"/><Relationship Id="rId7" Type="http://schemas.openxmlformats.org/officeDocument/2006/relationships/image" Target="../media/image19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.png"/><Relationship Id="rId5" Type="http://schemas.openxmlformats.org/officeDocument/2006/relationships/image" Target="../media/image195.png"/><Relationship Id="rId10" Type="http://schemas.openxmlformats.org/officeDocument/2006/relationships/image" Target="../media/image202.png"/><Relationship Id="rId4" Type="http://schemas.openxmlformats.org/officeDocument/2006/relationships/image" Target="../media/image194.png"/><Relationship Id="rId9" Type="http://schemas.openxmlformats.org/officeDocument/2006/relationships/image" Target="../media/image20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13" Type="http://schemas.openxmlformats.org/officeDocument/2006/relationships/image" Target="../media/image206.png"/><Relationship Id="rId3" Type="http://schemas.openxmlformats.org/officeDocument/2006/relationships/image" Target="../media/image2010.png"/><Relationship Id="rId7" Type="http://schemas.openxmlformats.org/officeDocument/2006/relationships/image" Target="../media/image198.png"/><Relationship Id="rId12" Type="http://schemas.openxmlformats.org/officeDocument/2006/relationships/image" Target="../media/image205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.png"/><Relationship Id="rId11" Type="http://schemas.openxmlformats.org/officeDocument/2006/relationships/image" Target="../media/image204.png"/><Relationship Id="rId5" Type="http://schemas.openxmlformats.org/officeDocument/2006/relationships/image" Target="../media/image196.png"/><Relationship Id="rId15" Type="http://schemas.openxmlformats.org/officeDocument/2006/relationships/image" Target="../media/image208.png"/><Relationship Id="rId10" Type="http://schemas.openxmlformats.org/officeDocument/2006/relationships/image" Target="../media/image203.png"/><Relationship Id="rId4" Type="http://schemas.openxmlformats.org/officeDocument/2006/relationships/image" Target="../media/image195.png"/><Relationship Id="rId9" Type="http://schemas.openxmlformats.org/officeDocument/2006/relationships/image" Target="../media/image200.png"/><Relationship Id="rId14" Type="http://schemas.openxmlformats.org/officeDocument/2006/relationships/image" Target="../media/image207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94.png"/><Relationship Id="rId7" Type="http://schemas.openxmlformats.org/officeDocument/2006/relationships/image" Target="../media/image19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8.png"/><Relationship Id="rId5" Type="http://schemas.openxmlformats.org/officeDocument/2006/relationships/image" Target="../media/image197.png"/><Relationship Id="rId4" Type="http://schemas.openxmlformats.org/officeDocument/2006/relationships/image" Target="../media/image195.png"/><Relationship Id="rId9" Type="http://schemas.openxmlformats.org/officeDocument/2006/relationships/image" Target="../media/image203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0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90.png"/><Relationship Id="rId4" Type="http://schemas.openxmlformats.org/officeDocument/2006/relationships/image" Target="../media/image208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0.png"/><Relationship Id="rId7" Type="http://schemas.openxmlformats.org/officeDocument/2006/relationships/image" Target="../media/image215.png"/><Relationship Id="rId2" Type="http://schemas.openxmlformats.org/officeDocument/2006/relationships/image" Target="../media/image2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4.png"/><Relationship Id="rId5" Type="http://schemas.openxmlformats.org/officeDocument/2006/relationships/image" Target="../media/image213.png"/><Relationship Id="rId4" Type="http://schemas.openxmlformats.org/officeDocument/2006/relationships/image" Target="../media/image2120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13" Type="http://schemas.openxmlformats.org/officeDocument/2006/relationships/image" Target="../media/image227.png"/><Relationship Id="rId3" Type="http://schemas.openxmlformats.org/officeDocument/2006/relationships/image" Target="../media/image217.png"/><Relationship Id="rId7" Type="http://schemas.openxmlformats.org/officeDocument/2006/relationships/image" Target="../media/image221.png"/><Relationship Id="rId12" Type="http://schemas.openxmlformats.org/officeDocument/2006/relationships/image" Target="../media/image226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11" Type="http://schemas.openxmlformats.org/officeDocument/2006/relationships/image" Target="../media/image225.png"/><Relationship Id="rId5" Type="http://schemas.openxmlformats.org/officeDocument/2006/relationships/image" Target="../media/image219.png"/><Relationship Id="rId10" Type="http://schemas.openxmlformats.org/officeDocument/2006/relationships/image" Target="../media/image224.png"/><Relationship Id="rId4" Type="http://schemas.openxmlformats.org/officeDocument/2006/relationships/image" Target="../media/image218.png"/><Relationship Id="rId9" Type="http://schemas.openxmlformats.org/officeDocument/2006/relationships/image" Target="../media/image223.png"/><Relationship Id="rId14" Type="http://schemas.openxmlformats.org/officeDocument/2006/relationships/image" Target="../media/image228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39.png"/><Relationship Id="rId4" Type="http://schemas.openxmlformats.org/officeDocument/2006/relationships/image" Target="../media/image238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5.png"/><Relationship Id="rId5" Type="http://schemas.openxmlformats.org/officeDocument/2006/relationships/image" Target="../media/image244.png"/><Relationship Id="rId4" Type="http://schemas.openxmlformats.org/officeDocument/2006/relationships/image" Target="../media/image243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png"/><Relationship Id="rId3" Type="http://schemas.openxmlformats.org/officeDocument/2006/relationships/image" Target="../media/image255.png"/><Relationship Id="rId7" Type="http://schemas.openxmlformats.org/officeDocument/2006/relationships/image" Target="../media/image259.pn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8.png"/><Relationship Id="rId5" Type="http://schemas.openxmlformats.org/officeDocument/2006/relationships/image" Target="../media/image257.png"/><Relationship Id="rId4" Type="http://schemas.openxmlformats.org/officeDocument/2006/relationships/image" Target="../media/image256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0.png"/><Relationship Id="rId13" Type="http://schemas.openxmlformats.org/officeDocument/2006/relationships/image" Target="../media/image267.png"/><Relationship Id="rId3" Type="http://schemas.openxmlformats.org/officeDocument/2006/relationships/image" Target="../media/image253.png"/><Relationship Id="rId7" Type="http://schemas.openxmlformats.org/officeDocument/2006/relationships/image" Target="../media/image2610.png"/><Relationship Id="rId12" Type="http://schemas.openxmlformats.org/officeDocument/2006/relationships/image" Target="../media/image266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90.png"/><Relationship Id="rId11" Type="http://schemas.openxmlformats.org/officeDocument/2006/relationships/image" Target="../media/image265.png"/><Relationship Id="rId5" Type="http://schemas.openxmlformats.org/officeDocument/2006/relationships/image" Target="../media/image2580.png"/><Relationship Id="rId10" Type="http://schemas.openxmlformats.org/officeDocument/2006/relationships/image" Target="../media/image264.png"/><Relationship Id="rId4" Type="http://schemas.openxmlformats.org/officeDocument/2006/relationships/image" Target="../media/image2570.png"/><Relationship Id="rId9" Type="http://schemas.openxmlformats.org/officeDocument/2006/relationships/image" Target="../media/image2630.png"/><Relationship Id="rId14" Type="http://schemas.openxmlformats.org/officeDocument/2006/relationships/image" Target="../media/image268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0.png"/><Relationship Id="rId3" Type="http://schemas.openxmlformats.org/officeDocument/2006/relationships/image" Target="../media/image271.png"/><Relationship Id="rId7" Type="http://schemas.openxmlformats.org/officeDocument/2006/relationships/image" Target="../media/image273.png"/><Relationship Id="rId12" Type="http://schemas.openxmlformats.org/officeDocument/2006/relationships/image" Target="../media/image262.png"/><Relationship Id="rId2" Type="http://schemas.openxmlformats.org/officeDocument/2006/relationships/image" Target="../media/image2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90.png"/><Relationship Id="rId11" Type="http://schemas.openxmlformats.org/officeDocument/2006/relationships/image" Target="../media/image265.png"/><Relationship Id="rId10" Type="http://schemas.openxmlformats.org/officeDocument/2006/relationships/image" Target="../media/image264.png"/><Relationship Id="rId4" Type="http://schemas.openxmlformats.org/officeDocument/2006/relationships/image" Target="../media/image272.png"/><Relationship Id="rId9" Type="http://schemas.openxmlformats.org/officeDocument/2006/relationships/image" Target="../media/image2630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png"/><Relationship Id="rId3" Type="http://schemas.openxmlformats.org/officeDocument/2006/relationships/image" Target="../media/image276.png"/><Relationship Id="rId7" Type="http://schemas.openxmlformats.org/officeDocument/2006/relationships/image" Target="../media/image281.png"/><Relationship Id="rId2" Type="http://schemas.openxmlformats.org/officeDocument/2006/relationships/image" Target="../media/image2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9.png"/><Relationship Id="rId11" Type="http://schemas.openxmlformats.org/officeDocument/2006/relationships/image" Target="../media/image285.png"/><Relationship Id="rId5" Type="http://schemas.openxmlformats.org/officeDocument/2006/relationships/image" Target="../media/image278.png"/><Relationship Id="rId10" Type="http://schemas.openxmlformats.org/officeDocument/2006/relationships/image" Target="../media/image284.png"/><Relationship Id="rId4" Type="http://schemas.openxmlformats.org/officeDocument/2006/relationships/image" Target="../media/image277.png"/><Relationship Id="rId9" Type="http://schemas.openxmlformats.org/officeDocument/2006/relationships/image" Target="../media/image283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94.png"/><Relationship Id="rId7" Type="http://schemas.openxmlformats.org/officeDocument/2006/relationships/image" Target="../media/image19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8.png"/><Relationship Id="rId5" Type="http://schemas.openxmlformats.org/officeDocument/2006/relationships/image" Target="../media/image197.png"/><Relationship Id="rId4" Type="http://schemas.openxmlformats.org/officeDocument/2006/relationships/image" Target="../media/image195.png"/><Relationship Id="rId9" Type="http://schemas.openxmlformats.org/officeDocument/2006/relationships/image" Target="../media/image2030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6.png"/><Relationship Id="rId2" Type="http://schemas.openxmlformats.org/officeDocument/2006/relationships/image" Target="../media/image26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9.png"/><Relationship Id="rId5" Type="http://schemas.openxmlformats.org/officeDocument/2006/relationships/image" Target="../media/image288.png"/><Relationship Id="rId4" Type="http://schemas.openxmlformats.org/officeDocument/2006/relationships/image" Target="../media/image287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jpeg"/><Relationship Id="rId7" Type="http://schemas.openxmlformats.org/officeDocument/2006/relationships/image" Target="../media/image29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2.png"/><Relationship Id="rId5" Type="http://schemas.openxmlformats.org/officeDocument/2006/relationships/image" Target="../media/image291.png"/><Relationship Id="rId4" Type="http://schemas.openxmlformats.org/officeDocument/2006/relationships/image" Target="../media/image266.jpe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0.png"/><Relationship Id="rId13" Type="http://schemas.openxmlformats.org/officeDocument/2006/relationships/image" Target="../media/image341.png"/><Relationship Id="rId7" Type="http://schemas.openxmlformats.org/officeDocument/2006/relationships/image" Target="../media/image2810.png"/><Relationship Id="rId12" Type="http://schemas.openxmlformats.org/officeDocument/2006/relationships/image" Target="../media/image3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4.png"/><Relationship Id="rId5" Type="http://schemas.openxmlformats.org/officeDocument/2006/relationships/image" Target="../media/image2612.png"/><Relationship Id="rId9" Type="http://schemas.openxmlformats.org/officeDocument/2006/relationships/image" Target="../media/image295.png"/><Relationship Id="rId14" Type="http://schemas.openxmlformats.org/officeDocument/2006/relationships/image" Target="../media/image296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png"/><Relationship Id="rId3" Type="http://schemas.openxmlformats.org/officeDocument/2006/relationships/image" Target="../media/image298.png"/><Relationship Id="rId7" Type="http://schemas.openxmlformats.org/officeDocument/2006/relationships/image" Target="../media/image303.png"/><Relationship Id="rId2" Type="http://schemas.openxmlformats.org/officeDocument/2006/relationships/image" Target="../media/image2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2.png"/><Relationship Id="rId5" Type="http://schemas.openxmlformats.org/officeDocument/2006/relationships/image" Target="../media/image301.png"/><Relationship Id="rId10" Type="http://schemas.openxmlformats.org/officeDocument/2006/relationships/image" Target="../media/image306.png"/><Relationship Id="rId4" Type="http://schemas.openxmlformats.org/officeDocument/2006/relationships/image" Target="../media/image299.png"/><Relationship Id="rId9" Type="http://schemas.openxmlformats.org/officeDocument/2006/relationships/image" Target="../media/image305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0.png"/><Relationship Id="rId13" Type="http://schemas.openxmlformats.org/officeDocument/2006/relationships/image" Target="../media/image341.png"/><Relationship Id="rId3" Type="http://schemas.microsoft.com/office/2007/relationships/hdphoto" Target="../media/hdphoto2.wdp"/><Relationship Id="rId7" Type="http://schemas.openxmlformats.org/officeDocument/2006/relationships/image" Target="../media/image2810.png"/><Relationship Id="rId12" Type="http://schemas.openxmlformats.org/officeDocument/2006/relationships/image" Target="../media/image331.png"/><Relationship Id="rId2" Type="http://schemas.openxmlformats.org/officeDocument/2006/relationships/image" Target="../media/image2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9.png"/><Relationship Id="rId11" Type="http://schemas.openxmlformats.org/officeDocument/2006/relationships/image" Target="../media/image321.png"/><Relationship Id="rId5" Type="http://schemas.openxmlformats.org/officeDocument/2006/relationships/image" Target="../media/image2612.png"/><Relationship Id="rId4" Type="http://schemas.openxmlformats.org/officeDocument/2006/relationships/image" Target="../media/image308.png"/><Relationship Id="rId9" Type="http://schemas.openxmlformats.org/officeDocument/2006/relationships/image" Target="../media/image295.png"/><Relationship Id="rId14" Type="http://schemas.openxmlformats.org/officeDocument/2006/relationships/image" Target="../media/image31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2" Type="http://schemas.openxmlformats.org/officeDocument/2006/relationships/image" Target="../media/image30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png"/><Relationship Id="rId13" Type="http://schemas.openxmlformats.org/officeDocument/2006/relationships/image" Target="../media/image326.png"/><Relationship Id="rId3" Type="http://schemas.openxmlformats.org/officeDocument/2006/relationships/image" Target="../media/image314.png"/><Relationship Id="rId7" Type="http://schemas.openxmlformats.org/officeDocument/2006/relationships/image" Target="../media/image318.png"/><Relationship Id="rId12" Type="http://schemas.openxmlformats.org/officeDocument/2006/relationships/image" Target="../media/image325.png"/><Relationship Id="rId2" Type="http://schemas.openxmlformats.org/officeDocument/2006/relationships/image" Target="../media/image3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7.png"/><Relationship Id="rId11" Type="http://schemas.openxmlformats.org/officeDocument/2006/relationships/image" Target="../media/image324.png"/><Relationship Id="rId5" Type="http://schemas.openxmlformats.org/officeDocument/2006/relationships/image" Target="../media/image316.png"/><Relationship Id="rId15" Type="http://schemas.openxmlformats.org/officeDocument/2006/relationships/image" Target="../media/image328.png"/><Relationship Id="rId10" Type="http://schemas.openxmlformats.org/officeDocument/2006/relationships/image" Target="../media/image323.png"/><Relationship Id="rId4" Type="http://schemas.openxmlformats.org/officeDocument/2006/relationships/image" Target="../media/image315.png"/><Relationship Id="rId9" Type="http://schemas.openxmlformats.org/officeDocument/2006/relationships/image" Target="../media/image322.png"/><Relationship Id="rId14" Type="http://schemas.openxmlformats.org/officeDocument/2006/relationships/image" Target="../media/image327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EE1357E-DFC8-1476-AFE1-4817B8153456}"/>
              </a:ext>
            </a:extLst>
          </p:cNvPr>
          <p:cNvGrpSpPr/>
          <p:nvPr/>
        </p:nvGrpSpPr>
        <p:grpSpPr>
          <a:xfrm>
            <a:off x="508000" y="1038807"/>
            <a:ext cx="11176000" cy="4437860"/>
            <a:chOff x="-220133" y="817406"/>
            <a:chExt cx="12632266" cy="5016127"/>
          </a:xfrm>
          <a:noFill/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4D16910-87AC-F458-685E-AE25112B72BD}"/>
                </a:ext>
              </a:extLst>
            </p:cNvPr>
            <p:cNvSpPr/>
            <p:nvPr/>
          </p:nvSpPr>
          <p:spPr>
            <a:xfrm>
              <a:off x="-220133" y="817406"/>
              <a:ext cx="12632266" cy="50161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 descr="Program to print first n Fibonacci Numbers | Set 1 - GeeksforGeeks">
              <a:extLst>
                <a:ext uri="{FF2B5EF4-FFF2-40B4-BE49-F238E27FC236}">
                  <a16:creationId xmlns:a16="http://schemas.microsoft.com/office/drawing/2014/main" id="{07833042-A806-85A7-36F9-B9BEEC596A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829919"/>
              <a:ext cx="7924800" cy="4991100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2860674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F560C46-E1A2-7AFE-6400-4D1AF76489AB}"/>
              </a:ext>
            </a:extLst>
          </p:cNvPr>
          <p:cNvSpPr/>
          <p:nvPr/>
        </p:nvSpPr>
        <p:spPr>
          <a:xfrm>
            <a:off x="0" y="1794934"/>
            <a:ext cx="12192001" cy="30258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608459-9604-264C-B539-71505D79C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542" y="1794934"/>
            <a:ext cx="8769552" cy="302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719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F560C46-E1A2-7AFE-6400-4D1AF76489AB}"/>
              </a:ext>
            </a:extLst>
          </p:cNvPr>
          <p:cNvSpPr/>
          <p:nvPr/>
        </p:nvSpPr>
        <p:spPr>
          <a:xfrm>
            <a:off x="0" y="88728"/>
            <a:ext cx="12192001" cy="34757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5559F8-A3C0-B9AB-B199-FA7BAFEAFC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0705"/>
          <a:stretch/>
        </p:blipFill>
        <p:spPr>
          <a:xfrm>
            <a:off x="1752542" y="88728"/>
            <a:ext cx="8769552" cy="347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585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F560C46-E1A2-7AFE-6400-4D1AF76489AB}"/>
              </a:ext>
            </a:extLst>
          </p:cNvPr>
          <p:cNvSpPr/>
          <p:nvPr/>
        </p:nvSpPr>
        <p:spPr>
          <a:xfrm>
            <a:off x="0" y="965200"/>
            <a:ext cx="12192001" cy="23876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5559F8-A3C0-B9AB-B199-FA7BAFEAFC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09" b="63097"/>
          <a:stretch/>
        </p:blipFill>
        <p:spPr>
          <a:xfrm>
            <a:off x="1752542" y="965200"/>
            <a:ext cx="8769552" cy="23876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94CBA5-C363-265D-00F9-AAD2072A6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327" y="965200"/>
            <a:ext cx="8613768" cy="238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723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F560C46-E1A2-7AFE-6400-4D1AF76489AB}"/>
              </a:ext>
            </a:extLst>
          </p:cNvPr>
          <p:cNvSpPr/>
          <p:nvPr/>
        </p:nvSpPr>
        <p:spPr>
          <a:xfrm>
            <a:off x="0" y="965200"/>
            <a:ext cx="12192001" cy="31590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7EF5D3-A5A0-6240-0391-FD9AB1B42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224" y="965200"/>
            <a:ext cx="8769551" cy="315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050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F560C46-E1A2-7AFE-6400-4D1AF76489AB}"/>
              </a:ext>
            </a:extLst>
          </p:cNvPr>
          <p:cNvSpPr/>
          <p:nvPr/>
        </p:nvSpPr>
        <p:spPr>
          <a:xfrm>
            <a:off x="0" y="965199"/>
            <a:ext cx="12192001" cy="357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177A2-1B18-FB08-C351-DF75A70ED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225" y="965200"/>
            <a:ext cx="8769550" cy="357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163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ED37B4-4684-7986-CAFD-8651EB2436FC}"/>
              </a:ext>
            </a:extLst>
          </p:cNvPr>
          <p:cNvSpPr/>
          <p:nvPr/>
        </p:nvSpPr>
        <p:spPr>
          <a:xfrm>
            <a:off x="1322736" y="1278610"/>
            <a:ext cx="8303864" cy="2874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ng wooden beam with white and silver bars&#10;&#10;Description automatically generated with medium confidence">
            <a:extLst>
              <a:ext uri="{FF2B5EF4-FFF2-40B4-BE49-F238E27FC236}">
                <a16:creationId xmlns:a16="http://schemas.microsoft.com/office/drawing/2014/main" id="{B71971D2-3E9D-E991-733A-3EA4AF2CB8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12" b="8384"/>
          <a:stretch/>
        </p:blipFill>
        <p:spPr>
          <a:xfrm>
            <a:off x="1985074" y="1433594"/>
            <a:ext cx="3370882" cy="25923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145CC86-FDD9-9699-7352-F4D528BA536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6184901" y="1912621"/>
            <a:ext cx="91440" cy="7518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DD03190-6B6B-AC93-2D70-E28498EAF4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6936739" y="1912621"/>
            <a:ext cx="91440" cy="7518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0C2F251-88BA-3C0B-1115-409B5106FC7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7669527" y="1912621"/>
            <a:ext cx="91440" cy="7518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95CFD87-EAB7-2AEB-1373-C77CA5792BA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8398078" y="1912621"/>
            <a:ext cx="91440" cy="75183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50DEDEC-3204-5600-7320-70CC1220796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6184901" y="2380582"/>
            <a:ext cx="91440" cy="75183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8519B22-7380-D576-1164-56CBFC453DE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6936739" y="2380582"/>
            <a:ext cx="91440" cy="75183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3742368-24D2-9100-C13C-9A6E7007CE0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7669527" y="2380582"/>
            <a:ext cx="91440" cy="75183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A8CDD5F-E5B7-5C0B-C78A-47FD9837541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8398078" y="2380582"/>
            <a:ext cx="91440" cy="75183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8126D44-841D-D213-4A00-EED53FE3266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4221469">
            <a:off x="6172853" y="2080162"/>
            <a:ext cx="116270" cy="88216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2A257FD-4815-B559-1BDF-32C7B32730E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4221469">
            <a:off x="7656764" y="2085843"/>
            <a:ext cx="116270" cy="88216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EE86F6A-61BC-8278-9AC7-755A895B805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8149274">
            <a:off x="6924325" y="2080160"/>
            <a:ext cx="116270" cy="88216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DE2A6D4-AC17-084F-78BA-7AC4DAC9102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8149274">
            <a:off x="8390292" y="2083058"/>
            <a:ext cx="116270" cy="88216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B6BD6AE-2B53-2F7A-CCEE-350814DE815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6564364" y="2287588"/>
            <a:ext cx="91440" cy="4667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BEB2B21-32B0-4068-2C54-5DED63C5276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7304547" y="2273300"/>
            <a:ext cx="91440" cy="48101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6441416-157B-FD3B-DB92-1B043C6C76D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8759179" y="2280444"/>
            <a:ext cx="91440" cy="48101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0A29271-75D7-1154-D209-444993FEB393}"/>
              </a:ext>
            </a:extLst>
          </p:cNvPr>
          <p:cNvSpPr txBox="1"/>
          <p:nvPr/>
        </p:nvSpPr>
        <p:spPr>
          <a:xfrm>
            <a:off x="2146300" y="1248928"/>
            <a:ext cx="3046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dirty="0"/>
              <a:t>Reticulado</a:t>
            </a:r>
            <a:endParaRPr lang="en-US" sz="14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65A578-3574-40A1-7161-DD9110ECC072}"/>
              </a:ext>
            </a:extLst>
          </p:cNvPr>
          <p:cNvSpPr txBox="1"/>
          <p:nvPr/>
        </p:nvSpPr>
        <p:spPr>
          <a:xfrm>
            <a:off x="5688632" y="1243270"/>
            <a:ext cx="3370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dirty="0"/>
              <a:t>Sistema equivalente</a:t>
            </a:r>
            <a:endParaRPr lang="en-US" sz="1400" b="1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CE01B85-5F95-9B50-5B52-9262DD2B8FD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8031694" y="2278063"/>
            <a:ext cx="91440" cy="481012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A603F1B6-B2F6-15D5-F790-61DA56792B91}"/>
              </a:ext>
            </a:extLst>
          </p:cNvPr>
          <p:cNvSpPr>
            <a:spLocks noChangeAspect="1"/>
          </p:cNvSpPr>
          <p:nvPr/>
        </p:nvSpPr>
        <p:spPr>
          <a:xfrm flipH="1">
            <a:off x="6563461" y="2240916"/>
            <a:ext cx="93344" cy="9334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8006BB9-CA82-42CE-3EBD-9589BD0F767C}"/>
              </a:ext>
            </a:extLst>
          </p:cNvPr>
          <p:cNvSpPr>
            <a:spLocks noChangeAspect="1"/>
          </p:cNvSpPr>
          <p:nvPr/>
        </p:nvSpPr>
        <p:spPr>
          <a:xfrm flipH="1">
            <a:off x="6558779" y="2705738"/>
            <a:ext cx="93344" cy="9334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A2A0644-FED7-8C53-1D11-A3CDEF2349E2}"/>
              </a:ext>
            </a:extLst>
          </p:cNvPr>
          <p:cNvSpPr>
            <a:spLocks noChangeAspect="1"/>
          </p:cNvSpPr>
          <p:nvPr/>
        </p:nvSpPr>
        <p:spPr>
          <a:xfrm flipH="1">
            <a:off x="7297194" y="2242818"/>
            <a:ext cx="93344" cy="9334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FB9E512-2941-467D-AF6F-ED4DCCC4F444}"/>
              </a:ext>
            </a:extLst>
          </p:cNvPr>
          <p:cNvSpPr>
            <a:spLocks noChangeAspect="1"/>
          </p:cNvSpPr>
          <p:nvPr/>
        </p:nvSpPr>
        <p:spPr>
          <a:xfrm flipH="1">
            <a:off x="7292512" y="2707640"/>
            <a:ext cx="93344" cy="9334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C45DCDB-9948-81CB-E7C7-76D5CF045F95}"/>
              </a:ext>
            </a:extLst>
          </p:cNvPr>
          <p:cNvSpPr>
            <a:spLocks noChangeAspect="1"/>
          </p:cNvSpPr>
          <p:nvPr/>
        </p:nvSpPr>
        <p:spPr>
          <a:xfrm flipH="1">
            <a:off x="8030518" y="2243458"/>
            <a:ext cx="93344" cy="9334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6485764-E151-7E6D-15AA-9504D2CF463A}"/>
              </a:ext>
            </a:extLst>
          </p:cNvPr>
          <p:cNvSpPr>
            <a:spLocks noChangeAspect="1"/>
          </p:cNvSpPr>
          <p:nvPr/>
        </p:nvSpPr>
        <p:spPr>
          <a:xfrm flipH="1">
            <a:off x="8025836" y="2708280"/>
            <a:ext cx="93344" cy="9334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98BC5A0-E9A6-00AB-DFB5-4D66C3B64E3B}"/>
              </a:ext>
            </a:extLst>
          </p:cNvPr>
          <p:cNvSpPr>
            <a:spLocks noChangeAspect="1"/>
          </p:cNvSpPr>
          <p:nvPr/>
        </p:nvSpPr>
        <p:spPr>
          <a:xfrm flipH="1">
            <a:off x="8771816" y="2232402"/>
            <a:ext cx="93344" cy="9334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46DC2FF-1692-960A-4DFB-32DD7A5710E3}"/>
              </a:ext>
            </a:extLst>
          </p:cNvPr>
          <p:cNvSpPr>
            <a:spLocks noChangeAspect="1"/>
          </p:cNvSpPr>
          <p:nvPr/>
        </p:nvSpPr>
        <p:spPr>
          <a:xfrm flipH="1">
            <a:off x="8767134" y="2697224"/>
            <a:ext cx="93344" cy="9334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C5BE379-1FB3-D2D1-569C-6F4A90939542}"/>
              </a:ext>
            </a:extLst>
          </p:cNvPr>
          <p:cNvSpPr>
            <a:spLocks noChangeAspect="1"/>
          </p:cNvSpPr>
          <p:nvPr/>
        </p:nvSpPr>
        <p:spPr>
          <a:xfrm flipH="1">
            <a:off x="5848488" y="2232402"/>
            <a:ext cx="93344" cy="9334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7B270A1-5D10-1124-87F9-C47C9AAC3D53}"/>
              </a:ext>
            </a:extLst>
          </p:cNvPr>
          <p:cNvSpPr>
            <a:spLocks noChangeAspect="1"/>
          </p:cNvSpPr>
          <p:nvPr/>
        </p:nvSpPr>
        <p:spPr>
          <a:xfrm flipH="1">
            <a:off x="5843806" y="2697224"/>
            <a:ext cx="93344" cy="9334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452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39ED17-0AB3-EDD1-C2B4-0B1996BAF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209" y="371475"/>
            <a:ext cx="3967989" cy="61150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4EA1F1-517E-5738-27DE-F9546E5DDFFE}"/>
              </a:ext>
            </a:extLst>
          </p:cNvPr>
          <p:cNvSpPr txBox="1"/>
          <p:nvPr/>
        </p:nvSpPr>
        <p:spPr>
          <a:xfrm>
            <a:off x="6137330" y="5959098"/>
            <a:ext cx="1309606" cy="369332"/>
          </a:xfrm>
          <a:prstGeom prst="rect">
            <a:avLst/>
          </a:prstGeom>
          <a:solidFill>
            <a:srgbClr val="D4EFF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Estirado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B6122B-F3D6-B1FF-0F1F-948076B44DE0}"/>
              </a:ext>
            </a:extLst>
          </p:cNvPr>
          <p:cNvSpPr txBox="1"/>
          <p:nvPr/>
        </p:nvSpPr>
        <p:spPr>
          <a:xfrm>
            <a:off x="4145797" y="5948765"/>
            <a:ext cx="1869387" cy="369332"/>
          </a:xfrm>
          <a:prstGeom prst="rect">
            <a:avLst/>
          </a:prstGeom>
          <a:solidFill>
            <a:srgbClr val="D4EFF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Inicial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374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E67B7A-8432-3529-EFC4-CBFD3FFB6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085" y="686839"/>
            <a:ext cx="7460183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522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7EB808-3F0D-2D4E-7747-F94D175CC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507" y="150872"/>
            <a:ext cx="8996226" cy="63813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CC9AD6-8328-FA7E-94AB-15EB9ABF67E6}"/>
                  </a:ext>
                </a:extLst>
              </p:cNvPr>
              <p:cNvSpPr txBox="1"/>
              <p:nvPr/>
            </p:nvSpPr>
            <p:spPr>
              <a:xfrm>
                <a:off x="5504688" y="371856"/>
                <a:ext cx="1072281" cy="400110"/>
              </a:xfrm>
              <a:prstGeom prst="rect">
                <a:avLst/>
              </a:prstGeom>
              <a:solidFill>
                <a:srgbClr val="D4EFFD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L" sz="20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s-CL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US" sz="2000" i="0" dirty="0"/>
                      <m:t>}</m:t>
                    </m:r>
                    <m:r>
                      <m:rPr>
                        <m:nor/>
                      </m:rPr>
                      <a:rPr lang="es-CL" sz="2000" b="0" i="0" dirty="0" smtClean="0"/>
                      <m:t> = </m:t>
                    </m:r>
                    <m:r>
                      <a:rPr lang="es-CL" sz="200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s-CL" sz="200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CC9AD6-8328-FA7E-94AB-15EB9ABF6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688" y="371856"/>
                <a:ext cx="1072281" cy="400110"/>
              </a:xfrm>
              <a:prstGeom prst="rect">
                <a:avLst/>
              </a:prstGeom>
              <a:blipFill>
                <a:blip r:embed="rId3"/>
                <a:stretch>
                  <a:fillRect l="-2841" t="-7576" r="-4545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757123-6A4F-8721-F0FC-1000A2AD12D2}"/>
                  </a:ext>
                </a:extLst>
              </p:cNvPr>
              <p:cNvSpPr txBox="1"/>
              <p:nvPr/>
            </p:nvSpPr>
            <p:spPr>
              <a:xfrm>
                <a:off x="6064136" y="2444496"/>
                <a:ext cx="512833" cy="400110"/>
              </a:xfrm>
              <a:prstGeom prst="rect">
                <a:avLst/>
              </a:prstGeom>
              <a:solidFill>
                <a:srgbClr val="D4EFFD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L" sz="200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s-CL" sz="200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757123-6A4F-8721-F0FC-1000A2AD1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136" y="2444496"/>
                <a:ext cx="512833" cy="400110"/>
              </a:xfrm>
              <a:prstGeom prst="rect">
                <a:avLst/>
              </a:prstGeom>
              <a:blipFill>
                <a:blip r:embed="rId4"/>
                <a:stretch>
                  <a:fillRect l="-5952" t="-7576" r="-10714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7987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lendar&#10;&#10;Description automatically generated">
            <a:extLst>
              <a:ext uri="{FF2B5EF4-FFF2-40B4-BE49-F238E27FC236}">
                <a16:creationId xmlns:a16="http://schemas.microsoft.com/office/drawing/2014/main" id="{7CE3C2D4-F950-039F-0B76-49C779627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840" y="495300"/>
            <a:ext cx="7894320" cy="5867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6F4ABA-A6D0-7A17-EED9-8A861D257AC7}"/>
                  </a:ext>
                </a:extLst>
              </p:cNvPr>
              <p:cNvSpPr txBox="1"/>
              <p:nvPr/>
            </p:nvSpPr>
            <p:spPr>
              <a:xfrm>
                <a:off x="3769407" y="1575954"/>
                <a:ext cx="817853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1,1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6F4ABA-A6D0-7A17-EED9-8A861D257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407" y="1575954"/>
                <a:ext cx="817853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92265B-02F0-26CD-FBC9-52F0C873893E}"/>
                  </a:ext>
                </a:extLst>
              </p:cNvPr>
              <p:cNvSpPr txBox="1"/>
              <p:nvPr/>
            </p:nvSpPr>
            <p:spPr>
              <a:xfrm>
                <a:off x="4960898" y="1575953"/>
                <a:ext cx="817853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1,2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92265B-02F0-26CD-FBC9-52F0C8738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898" y="1575953"/>
                <a:ext cx="81785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DA1C0B-1C7C-07BB-97F8-F6DA987CAFBC}"/>
                  </a:ext>
                </a:extLst>
              </p:cNvPr>
              <p:cNvSpPr txBox="1"/>
              <p:nvPr/>
            </p:nvSpPr>
            <p:spPr>
              <a:xfrm>
                <a:off x="6111260" y="1575953"/>
                <a:ext cx="817853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1,3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DA1C0B-1C7C-07BB-97F8-F6DA987CA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260" y="1575953"/>
                <a:ext cx="817853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3B00A1-F5FE-DF07-3820-4CB28AB1AAB2}"/>
                  </a:ext>
                </a:extLst>
              </p:cNvPr>
              <p:cNvSpPr txBox="1"/>
              <p:nvPr/>
            </p:nvSpPr>
            <p:spPr>
              <a:xfrm>
                <a:off x="3790189" y="2757054"/>
                <a:ext cx="817853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2,1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3B00A1-F5FE-DF07-3820-4CB28AB1A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189" y="2757054"/>
                <a:ext cx="817853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76E85D-9313-803D-0FF2-2CBB32AB0EC6}"/>
                  </a:ext>
                </a:extLst>
              </p:cNvPr>
              <p:cNvSpPr txBox="1"/>
              <p:nvPr/>
            </p:nvSpPr>
            <p:spPr>
              <a:xfrm>
                <a:off x="4981680" y="2757053"/>
                <a:ext cx="817853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2,2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76E85D-9313-803D-0FF2-2CBB32AB0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680" y="2757053"/>
                <a:ext cx="817853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06F5A27-12F9-6E64-BD9C-161BE6BEAD3A}"/>
                  </a:ext>
                </a:extLst>
              </p:cNvPr>
              <p:cNvSpPr txBox="1"/>
              <p:nvPr/>
            </p:nvSpPr>
            <p:spPr>
              <a:xfrm>
                <a:off x="6132042" y="2757053"/>
                <a:ext cx="817853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2,3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06F5A27-12F9-6E64-BD9C-161BE6BEA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042" y="2757053"/>
                <a:ext cx="81785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DAD19E-483B-5DA3-EA43-F08948BB1798}"/>
                  </a:ext>
                </a:extLst>
              </p:cNvPr>
              <p:cNvSpPr txBox="1"/>
              <p:nvPr/>
            </p:nvSpPr>
            <p:spPr>
              <a:xfrm>
                <a:off x="3790189" y="3938154"/>
                <a:ext cx="817853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3,1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DAD19E-483B-5DA3-EA43-F08948BB1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189" y="3938154"/>
                <a:ext cx="817853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01F0670-2536-A323-FA25-FDE050A695B6}"/>
                  </a:ext>
                </a:extLst>
              </p:cNvPr>
              <p:cNvSpPr txBox="1"/>
              <p:nvPr/>
            </p:nvSpPr>
            <p:spPr>
              <a:xfrm>
                <a:off x="4981680" y="3938153"/>
                <a:ext cx="817853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3,2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01F0670-2536-A323-FA25-FDE050A69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680" y="3938153"/>
                <a:ext cx="817853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ED9B95-7781-3939-194F-56F7608B9766}"/>
                  </a:ext>
                </a:extLst>
              </p:cNvPr>
              <p:cNvSpPr txBox="1"/>
              <p:nvPr/>
            </p:nvSpPr>
            <p:spPr>
              <a:xfrm>
                <a:off x="6132042" y="3938153"/>
                <a:ext cx="817853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3,3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ED9B95-7781-3939-194F-56F7608B9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042" y="3938153"/>
                <a:ext cx="817853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2CEF4D75-7664-B02C-0A80-180D4994AB3E}"/>
              </a:ext>
            </a:extLst>
          </p:cNvPr>
          <p:cNvSpPr>
            <a:spLocks noChangeAspect="1"/>
          </p:cNvSpPr>
          <p:nvPr/>
        </p:nvSpPr>
        <p:spPr>
          <a:xfrm flipV="1">
            <a:off x="4528059" y="2098383"/>
            <a:ext cx="200660" cy="2006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27140E4-AA9B-6E82-4166-7054A4580760}"/>
              </a:ext>
            </a:extLst>
          </p:cNvPr>
          <p:cNvSpPr>
            <a:spLocks noChangeAspect="1"/>
          </p:cNvSpPr>
          <p:nvPr/>
        </p:nvSpPr>
        <p:spPr>
          <a:xfrm flipV="1">
            <a:off x="5699203" y="2098383"/>
            <a:ext cx="200660" cy="2006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682E232-D2FB-82DB-B847-4A9F3C61A399}"/>
              </a:ext>
            </a:extLst>
          </p:cNvPr>
          <p:cNvSpPr>
            <a:spLocks noChangeAspect="1"/>
          </p:cNvSpPr>
          <p:nvPr/>
        </p:nvSpPr>
        <p:spPr>
          <a:xfrm flipV="1">
            <a:off x="6870347" y="2098381"/>
            <a:ext cx="200660" cy="2006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61FB58D-C966-BAEB-4718-C6A1E96C5C10}"/>
              </a:ext>
            </a:extLst>
          </p:cNvPr>
          <p:cNvSpPr>
            <a:spLocks noChangeAspect="1"/>
          </p:cNvSpPr>
          <p:nvPr/>
        </p:nvSpPr>
        <p:spPr>
          <a:xfrm flipV="1">
            <a:off x="4528059" y="3291083"/>
            <a:ext cx="200660" cy="2006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FCC4AB-300F-198A-29EE-EEB62DDD529F}"/>
              </a:ext>
            </a:extLst>
          </p:cNvPr>
          <p:cNvSpPr>
            <a:spLocks noChangeAspect="1"/>
          </p:cNvSpPr>
          <p:nvPr/>
        </p:nvSpPr>
        <p:spPr>
          <a:xfrm flipV="1">
            <a:off x="5699203" y="3291083"/>
            <a:ext cx="200660" cy="2006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BB6B6FE-1EA1-67FD-F45D-62B5005BFC93}"/>
              </a:ext>
            </a:extLst>
          </p:cNvPr>
          <p:cNvSpPr>
            <a:spLocks noChangeAspect="1"/>
          </p:cNvSpPr>
          <p:nvPr/>
        </p:nvSpPr>
        <p:spPr>
          <a:xfrm flipV="1">
            <a:off x="6870347" y="3291081"/>
            <a:ext cx="200660" cy="2006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A6178CC-B180-FBBD-FDB7-281C0FA2EA2A}"/>
              </a:ext>
            </a:extLst>
          </p:cNvPr>
          <p:cNvSpPr>
            <a:spLocks noChangeAspect="1"/>
          </p:cNvSpPr>
          <p:nvPr/>
        </p:nvSpPr>
        <p:spPr>
          <a:xfrm flipV="1">
            <a:off x="4528059" y="4458630"/>
            <a:ext cx="200660" cy="2006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88C7F6-7909-514C-FBAD-164E6DD764ED}"/>
              </a:ext>
            </a:extLst>
          </p:cNvPr>
          <p:cNvSpPr>
            <a:spLocks noChangeAspect="1"/>
          </p:cNvSpPr>
          <p:nvPr/>
        </p:nvSpPr>
        <p:spPr>
          <a:xfrm flipV="1">
            <a:off x="5699203" y="4458630"/>
            <a:ext cx="200660" cy="2006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019E980-5FFC-D0BB-D08C-D85707EC90FD}"/>
              </a:ext>
            </a:extLst>
          </p:cNvPr>
          <p:cNvSpPr>
            <a:spLocks noChangeAspect="1"/>
          </p:cNvSpPr>
          <p:nvPr/>
        </p:nvSpPr>
        <p:spPr>
          <a:xfrm flipV="1">
            <a:off x="6870347" y="4458628"/>
            <a:ext cx="200660" cy="2006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76E7795-F9DF-E463-69C4-CB92AD90EEFF}"/>
              </a:ext>
            </a:extLst>
          </p:cNvPr>
          <p:cNvCxnSpPr>
            <a:cxnSpLocks/>
          </p:cNvCxnSpPr>
          <p:nvPr/>
        </p:nvCxnSpPr>
        <p:spPr>
          <a:xfrm>
            <a:off x="3325091" y="872835"/>
            <a:ext cx="0" cy="1080072"/>
          </a:xfrm>
          <a:prstGeom prst="straightConnector1">
            <a:avLst/>
          </a:prstGeom>
          <a:ln w="34925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3E27E92-7AFB-0C45-00D0-CFD626E3DAF7}"/>
              </a:ext>
            </a:extLst>
          </p:cNvPr>
          <p:cNvCxnSpPr>
            <a:cxnSpLocks/>
          </p:cNvCxnSpPr>
          <p:nvPr/>
        </p:nvCxnSpPr>
        <p:spPr>
          <a:xfrm>
            <a:off x="3325091" y="872835"/>
            <a:ext cx="987136" cy="0"/>
          </a:xfrm>
          <a:prstGeom prst="straightConnector1">
            <a:avLst/>
          </a:prstGeom>
          <a:ln w="34925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236E08A-A853-E10E-FFE6-70758FB0E3AA}"/>
                  </a:ext>
                </a:extLst>
              </p:cNvPr>
              <p:cNvSpPr txBox="1"/>
              <p:nvPr/>
            </p:nvSpPr>
            <p:spPr>
              <a:xfrm>
                <a:off x="2824590" y="1719690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236E08A-A853-E10E-FFE6-70758FB0E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590" y="1719690"/>
                <a:ext cx="513859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607AF76-75A2-B712-EA41-522637F9202C}"/>
                  </a:ext>
                </a:extLst>
              </p:cNvPr>
              <p:cNvSpPr txBox="1"/>
              <p:nvPr/>
            </p:nvSpPr>
            <p:spPr>
              <a:xfrm>
                <a:off x="4000211" y="288060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607AF76-75A2-B712-EA41-522637F92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211" y="288060"/>
                <a:ext cx="513859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5894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4EDBE4-97F9-1FBE-EECB-647AE065C3B7}"/>
              </a:ext>
            </a:extLst>
          </p:cNvPr>
          <p:cNvSpPr/>
          <p:nvPr/>
        </p:nvSpPr>
        <p:spPr>
          <a:xfrm>
            <a:off x="1714502" y="2121066"/>
            <a:ext cx="9707878" cy="1800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C02860-D127-7D40-16A8-121BB9193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591" y="2205621"/>
            <a:ext cx="2996250" cy="16314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078258-C055-D2C5-0A8B-91B30102B7BC}"/>
                  </a:ext>
                </a:extLst>
              </p:cNvPr>
              <p:cNvSpPr txBox="1"/>
              <p:nvPr/>
            </p:nvSpPr>
            <p:spPr>
              <a:xfrm>
                <a:off x="3878580" y="2715881"/>
                <a:ext cx="1630680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078258-C055-D2C5-0A8B-91B30102B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580" y="2715881"/>
                <a:ext cx="1630680" cy="610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752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708DD9-5BA0-4D3E-B595-4B94E1013B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12" t="5828" r="2831" b="4786"/>
          <a:stretch/>
        </p:blipFill>
        <p:spPr>
          <a:xfrm>
            <a:off x="5444835" y="1124295"/>
            <a:ext cx="6660489" cy="4029595"/>
          </a:xfrm>
          <a:prstGeom prst="rect">
            <a:avLst/>
          </a:prstGeom>
        </p:spPr>
      </p:pic>
      <p:pic>
        <p:nvPicPr>
          <p:cNvPr id="3" name="Picture 2" descr="A picture containing indoor&#10;&#10;Description automatically generated">
            <a:extLst>
              <a:ext uri="{FF2B5EF4-FFF2-40B4-BE49-F238E27FC236}">
                <a16:creationId xmlns:a16="http://schemas.microsoft.com/office/drawing/2014/main" id="{598297FF-B6F4-70BD-D201-32277AB05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570" y="1124296"/>
            <a:ext cx="4721928" cy="402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790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F26BC1A-5B69-F605-3A38-47210301C39C}"/>
              </a:ext>
            </a:extLst>
          </p:cNvPr>
          <p:cNvSpPr/>
          <p:nvPr/>
        </p:nvSpPr>
        <p:spPr>
          <a:xfrm>
            <a:off x="0" y="2501900"/>
            <a:ext cx="12192001" cy="15552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9EE40D-4388-EBC7-F907-BF2128F78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541" y="2501900"/>
            <a:ext cx="8765203" cy="155525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B7C6F57-28BC-6A17-0CAE-CA2D6CE47B42}"/>
              </a:ext>
            </a:extLst>
          </p:cNvPr>
          <p:cNvSpPr/>
          <p:nvPr/>
        </p:nvSpPr>
        <p:spPr>
          <a:xfrm>
            <a:off x="2667000" y="3335866"/>
            <a:ext cx="4114800" cy="299259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864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FB332BD-EB41-17E3-3DED-AE61C3E4C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52" y="0"/>
            <a:ext cx="93024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795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4E393C6-1A7A-8841-AFF2-4765B681FB4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9E9E9"/>
              </a:clrFrom>
              <a:clrTo>
                <a:srgbClr val="E9E9E9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7551" y="0"/>
            <a:ext cx="10216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182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97833B-160A-7684-A4AB-B0B6D7573DA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6E7E8"/>
              </a:clrFrom>
              <a:clrTo>
                <a:srgbClr val="E6E7E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28672" y="0"/>
            <a:ext cx="75346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970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A25E32-956B-2EF7-3DC6-53113396B283}"/>
              </a:ext>
            </a:extLst>
          </p:cNvPr>
          <p:cNvSpPr/>
          <p:nvPr/>
        </p:nvSpPr>
        <p:spPr>
          <a:xfrm>
            <a:off x="-406404" y="1293774"/>
            <a:ext cx="13004804" cy="3817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F86BFC-2DD2-10E3-0AC9-F53303F3E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917" y="1293775"/>
            <a:ext cx="9414163" cy="381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88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B51821-C07A-4E54-C5AC-34E46EE12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2" t="4830" r="909" b="3894"/>
          <a:stretch/>
        </p:blipFill>
        <p:spPr>
          <a:xfrm>
            <a:off x="111760" y="1465581"/>
            <a:ext cx="11953240" cy="2192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9C0988-02C9-6EE0-2DA8-EC6887860B37}"/>
                  </a:ext>
                </a:extLst>
              </p:cNvPr>
              <p:cNvSpPr txBox="1"/>
              <p:nvPr/>
            </p:nvSpPr>
            <p:spPr>
              <a:xfrm>
                <a:off x="1588956" y="1585063"/>
                <a:ext cx="4985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9C0988-02C9-6EE0-2DA8-EC6887860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956" y="1585063"/>
                <a:ext cx="498534" cy="400110"/>
              </a:xfrm>
              <a:prstGeom prst="rect">
                <a:avLst/>
              </a:prstGeom>
              <a:blipFill>
                <a:blip r:embed="rId3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3B7EC2-8E53-F6F4-5B80-3506403387DF}"/>
                  </a:ext>
                </a:extLst>
              </p:cNvPr>
              <p:cNvSpPr txBox="1"/>
              <p:nvPr/>
            </p:nvSpPr>
            <p:spPr>
              <a:xfrm>
                <a:off x="1588956" y="2606145"/>
                <a:ext cx="4985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3B7EC2-8E53-F6F4-5B80-350640338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956" y="2606145"/>
                <a:ext cx="498534" cy="400110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2BDA66-4E3E-9D5B-4355-223E24F21FE2}"/>
                  </a:ext>
                </a:extLst>
              </p:cNvPr>
              <p:cNvSpPr txBox="1"/>
              <p:nvPr/>
            </p:nvSpPr>
            <p:spPr>
              <a:xfrm>
                <a:off x="1588956" y="2094734"/>
                <a:ext cx="49257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2BDA66-4E3E-9D5B-4355-223E24F21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956" y="2094734"/>
                <a:ext cx="492571" cy="400110"/>
              </a:xfrm>
              <a:prstGeom prst="rect">
                <a:avLst/>
              </a:prstGeom>
              <a:blipFill>
                <a:blip r:embed="rId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8C1AAB-EDEE-6397-3D8F-98FB6FFEBE41}"/>
                  </a:ext>
                </a:extLst>
              </p:cNvPr>
              <p:cNvSpPr txBox="1"/>
              <p:nvPr/>
            </p:nvSpPr>
            <p:spPr>
              <a:xfrm>
                <a:off x="1588955" y="3085534"/>
                <a:ext cx="4985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8C1AAB-EDEE-6397-3D8F-98FB6FFEB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955" y="3085534"/>
                <a:ext cx="498534" cy="400110"/>
              </a:xfrm>
              <a:prstGeom prst="rect">
                <a:avLst/>
              </a:prstGeom>
              <a:blipFill>
                <a:blip r:embed="rId6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FAECA9B-6C70-1B6E-7B68-FD586883C514}"/>
                  </a:ext>
                </a:extLst>
              </p:cNvPr>
              <p:cNvSpPr txBox="1"/>
              <p:nvPr/>
            </p:nvSpPr>
            <p:spPr>
              <a:xfrm>
                <a:off x="444659" y="1585063"/>
                <a:ext cx="4957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FAECA9B-6C70-1B6E-7B68-FD586883C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59" y="1585063"/>
                <a:ext cx="495777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F2D250-DC94-2296-FB31-5E0CC50C16C5}"/>
                  </a:ext>
                </a:extLst>
              </p:cNvPr>
              <p:cNvSpPr txBox="1"/>
              <p:nvPr/>
            </p:nvSpPr>
            <p:spPr>
              <a:xfrm>
                <a:off x="444659" y="2606145"/>
                <a:ext cx="4957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F2D250-DC94-2296-FB31-5E0CC50C1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59" y="2606145"/>
                <a:ext cx="495777" cy="400110"/>
              </a:xfrm>
              <a:prstGeom prst="rect">
                <a:avLst/>
              </a:prstGeom>
              <a:blipFill>
                <a:blip r:embed="rId8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552CDF-06AF-3371-1FE9-3F90F296C477}"/>
                  </a:ext>
                </a:extLst>
              </p:cNvPr>
              <p:cNvSpPr txBox="1"/>
              <p:nvPr/>
            </p:nvSpPr>
            <p:spPr>
              <a:xfrm>
                <a:off x="444659" y="2094734"/>
                <a:ext cx="4898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552CDF-06AF-3371-1FE9-3F90F296C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59" y="2094734"/>
                <a:ext cx="489814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326E85-CAEB-42B2-70F0-A83B623FC971}"/>
                  </a:ext>
                </a:extLst>
              </p:cNvPr>
              <p:cNvSpPr txBox="1"/>
              <p:nvPr/>
            </p:nvSpPr>
            <p:spPr>
              <a:xfrm>
                <a:off x="444658" y="3085534"/>
                <a:ext cx="4957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326E85-CAEB-42B2-70F0-A83B623FC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58" y="3085534"/>
                <a:ext cx="495777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38EDD40-EDC6-CD6D-9A5C-B5333C56E276}"/>
                  </a:ext>
                </a:extLst>
              </p:cNvPr>
              <p:cNvSpPr txBox="1"/>
              <p:nvPr/>
            </p:nvSpPr>
            <p:spPr>
              <a:xfrm>
                <a:off x="3927206" y="1585063"/>
                <a:ext cx="116698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38EDD40-EDC6-CD6D-9A5C-B5333C56E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206" y="1585063"/>
                <a:ext cx="1166986" cy="400110"/>
              </a:xfrm>
              <a:prstGeom prst="rect">
                <a:avLst/>
              </a:prstGeom>
              <a:blipFill>
                <a:blip r:embed="rId11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7AE1870-CEEF-55C8-F2A6-244EE17F0291}"/>
                  </a:ext>
                </a:extLst>
              </p:cNvPr>
              <p:cNvSpPr txBox="1"/>
              <p:nvPr/>
            </p:nvSpPr>
            <p:spPr>
              <a:xfrm>
                <a:off x="3927206" y="2606145"/>
                <a:ext cx="116698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7AE1870-CEEF-55C8-F2A6-244EE17F0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206" y="2606145"/>
                <a:ext cx="1166986" cy="400110"/>
              </a:xfrm>
              <a:prstGeom prst="rect">
                <a:avLst/>
              </a:prstGeom>
              <a:blipFill>
                <a:blip r:embed="rId12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72FC666-809D-A660-41DF-16BDF2E5D7FF}"/>
                  </a:ext>
                </a:extLst>
              </p:cNvPr>
              <p:cNvSpPr txBox="1"/>
              <p:nvPr/>
            </p:nvSpPr>
            <p:spPr>
              <a:xfrm>
                <a:off x="3927206" y="2094734"/>
                <a:ext cx="116698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72FC666-809D-A660-41DF-16BDF2E5D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206" y="2094734"/>
                <a:ext cx="1166986" cy="400110"/>
              </a:xfrm>
              <a:prstGeom prst="rect">
                <a:avLst/>
              </a:prstGeom>
              <a:blipFill>
                <a:blip r:embed="rId1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09ED61-CAD8-965D-24C0-8B9DF3EB94AB}"/>
                  </a:ext>
                </a:extLst>
              </p:cNvPr>
              <p:cNvSpPr txBox="1"/>
              <p:nvPr/>
            </p:nvSpPr>
            <p:spPr>
              <a:xfrm>
                <a:off x="6812186" y="1585063"/>
                <a:ext cx="15160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09ED61-CAD8-965D-24C0-8B9DF3EB9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186" y="1585063"/>
                <a:ext cx="1516056" cy="400110"/>
              </a:xfrm>
              <a:prstGeom prst="rect">
                <a:avLst/>
              </a:prstGeom>
              <a:blipFill>
                <a:blip r:embed="rId1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2B749DC-EED1-F982-889F-105B32256F7F}"/>
                  </a:ext>
                </a:extLst>
              </p:cNvPr>
              <p:cNvSpPr txBox="1"/>
              <p:nvPr/>
            </p:nvSpPr>
            <p:spPr>
              <a:xfrm>
                <a:off x="10136751" y="1585063"/>
                <a:ext cx="186512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s-C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2B749DC-EED1-F982-889F-105B32256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6751" y="1585063"/>
                <a:ext cx="1865126" cy="400110"/>
              </a:xfrm>
              <a:prstGeom prst="rect">
                <a:avLst/>
              </a:prstGeom>
              <a:blipFill>
                <a:blip r:embed="rId1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9559462-6201-F684-9429-5025D5109259}"/>
                  </a:ext>
                </a:extLst>
              </p:cNvPr>
              <p:cNvSpPr txBox="1"/>
              <p:nvPr/>
            </p:nvSpPr>
            <p:spPr>
              <a:xfrm>
                <a:off x="6812186" y="2094734"/>
                <a:ext cx="15160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9559462-6201-F684-9429-5025D5109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186" y="2094734"/>
                <a:ext cx="1516056" cy="400110"/>
              </a:xfrm>
              <a:prstGeom prst="rect">
                <a:avLst/>
              </a:prstGeom>
              <a:blipFill>
                <a:blip r:embed="rId16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80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3EBA8C-0EA6-97FD-01F3-C32AE46F3F85}"/>
              </a:ext>
            </a:extLst>
          </p:cNvPr>
          <p:cNvSpPr/>
          <p:nvPr/>
        </p:nvSpPr>
        <p:spPr>
          <a:xfrm>
            <a:off x="-1320804" y="1049976"/>
            <a:ext cx="14833604" cy="48888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DDB8BD-E4EE-E169-171E-C1385C4854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98"/>
          <a:stretch/>
        </p:blipFill>
        <p:spPr>
          <a:xfrm>
            <a:off x="1060266" y="1039816"/>
            <a:ext cx="10071465" cy="49040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93DCBC3-6054-0ECD-2A9C-9285DD47394C}"/>
                  </a:ext>
                </a:extLst>
              </p:cNvPr>
              <p:cNvSpPr txBox="1"/>
              <p:nvPr/>
            </p:nvSpPr>
            <p:spPr>
              <a:xfrm>
                <a:off x="2866846" y="1440521"/>
                <a:ext cx="9683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93DCBC3-6054-0ECD-2A9C-9285DD473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846" y="1440521"/>
                <a:ext cx="968342" cy="461665"/>
              </a:xfrm>
              <a:prstGeom prst="rect">
                <a:avLst/>
              </a:prstGeom>
              <a:blipFill>
                <a:blip r:embed="rId4"/>
                <a:stretch>
                  <a:fillRect r="-1887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C8E5ED-A6C2-8D82-F442-799090BA129D}"/>
                  </a:ext>
                </a:extLst>
              </p:cNvPr>
              <p:cNvSpPr txBox="1"/>
              <p:nvPr/>
            </p:nvSpPr>
            <p:spPr>
              <a:xfrm>
                <a:off x="6095999" y="1440521"/>
                <a:ext cx="9318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C8E5ED-A6C2-8D82-F442-799090BA1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1440521"/>
                <a:ext cx="931858" cy="461665"/>
              </a:xfrm>
              <a:prstGeom prst="rect">
                <a:avLst/>
              </a:prstGeom>
              <a:blipFill>
                <a:blip r:embed="rId5"/>
                <a:stretch>
                  <a:fillRect r="-1307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FB9AF5-4920-A79E-86D3-69A39EA184C4}"/>
                  </a:ext>
                </a:extLst>
              </p:cNvPr>
              <p:cNvSpPr txBox="1"/>
              <p:nvPr/>
            </p:nvSpPr>
            <p:spPr>
              <a:xfrm>
                <a:off x="9325152" y="1440521"/>
                <a:ext cx="9953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FB9AF5-4920-A79E-86D3-69A39EA18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5152" y="1440521"/>
                <a:ext cx="995337" cy="461665"/>
              </a:xfrm>
              <a:prstGeom prst="rect">
                <a:avLst/>
              </a:prstGeom>
              <a:blipFill>
                <a:blip r:embed="rId6"/>
                <a:stretch>
                  <a:fillRect r="-1227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96DDD8-B266-28FA-6CE7-1E466C7F3C44}"/>
                  </a:ext>
                </a:extLst>
              </p:cNvPr>
              <p:cNvSpPr txBox="1"/>
              <p:nvPr/>
            </p:nvSpPr>
            <p:spPr>
              <a:xfrm>
                <a:off x="2401549" y="5356519"/>
                <a:ext cx="5566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96DDD8-B266-28FA-6CE7-1E466C7F3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549" y="5356519"/>
                <a:ext cx="556691" cy="461665"/>
              </a:xfrm>
              <a:prstGeom prst="rect">
                <a:avLst/>
              </a:prstGeom>
              <a:blipFill>
                <a:blip r:embed="rId7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DE732E4-62C8-290E-38A0-EC90DF8B25D7}"/>
                  </a:ext>
                </a:extLst>
              </p:cNvPr>
              <p:cNvSpPr txBox="1"/>
              <p:nvPr/>
            </p:nvSpPr>
            <p:spPr>
              <a:xfrm>
                <a:off x="3733965" y="5356519"/>
                <a:ext cx="5495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DE732E4-62C8-290E-38A0-EC90DF8B2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965" y="5356519"/>
                <a:ext cx="549574" cy="461665"/>
              </a:xfrm>
              <a:prstGeom prst="rect">
                <a:avLst/>
              </a:prstGeom>
              <a:blipFill>
                <a:blip r:embed="rId8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BD109E-C925-F8E9-2460-C6B48D92D2A9}"/>
                  </a:ext>
                </a:extLst>
              </p:cNvPr>
              <p:cNvSpPr txBox="1"/>
              <p:nvPr/>
            </p:nvSpPr>
            <p:spPr>
              <a:xfrm>
                <a:off x="5522473" y="5356519"/>
                <a:ext cx="5130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BD109E-C925-F8E9-2460-C6B48D92D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473" y="5356519"/>
                <a:ext cx="513089" cy="461665"/>
              </a:xfrm>
              <a:prstGeom prst="rect">
                <a:avLst/>
              </a:prstGeom>
              <a:blipFill>
                <a:blip r:embed="rId9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8A249F1-674D-78B2-D0FC-2FD372F01806}"/>
                  </a:ext>
                </a:extLst>
              </p:cNvPr>
              <p:cNvSpPr txBox="1"/>
              <p:nvPr/>
            </p:nvSpPr>
            <p:spPr>
              <a:xfrm>
                <a:off x="6854889" y="5356519"/>
                <a:ext cx="8064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8A249F1-674D-78B2-D0FC-2FD372F01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4889" y="5356519"/>
                <a:ext cx="806439" cy="461665"/>
              </a:xfrm>
              <a:prstGeom prst="rect">
                <a:avLst/>
              </a:prstGeom>
              <a:blipFill>
                <a:blip r:embed="rId10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A02295D-8D34-3DEB-8510-2EC04CF0D31B}"/>
                  </a:ext>
                </a:extLst>
              </p:cNvPr>
              <p:cNvSpPr txBox="1"/>
              <p:nvPr/>
            </p:nvSpPr>
            <p:spPr>
              <a:xfrm>
                <a:off x="8865694" y="5356519"/>
                <a:ext cx="8699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A02295D-8D34-3DEB-8510-2EC04CF0D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694" y="5356519"/>
                <a:ext cx="869918" cy="461665"/>
              </a:xfrm>
              <a:prstGeom prst="rect">
                <a:avLst/>
              </a:prstGeom>
              <a:blipFill>
                <a:blip r:embed="rId11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04148F4-AEEA-5537-FBB6-CE002C2AFC60}"/>
                  </a:ext>
                </a:extLst>
              </p:cNvPr>
              <p:cNvSpPr txBox="1"/>
              <p:nvPr/>
            </p:nvSpPr>
            <p:spPr>
              <a:xfrm>
                <a:off x="10137150" y="5346359"/>
                <a:ext cx="5765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04148F4-AEEA-5537-FBB6-CE002C2AF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7150" y="5346359"/>
                <a:ext cx="576568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AB3B1A3-B029-2043-5E54-D288615E8DC6}"/>
                  </a:ext>
                </a:extLst>
              </p:cNvPr>
              <p:cNvSpPr txBox="1"/>
              <p:nvPr/>
            </p:nvSpPr>
            <p:spPr>
              <a:xfrm>
                <a:off x="9059398" y="4401479"/>
                <a:ext cx="1323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Intervalo </a:t>
                </a:r>
                <a14:m>
                  <m:oMath xmlns:m="http://schemas.openxmlformats.org/officeDocument/2006/math">
                    <m:r>
                      <a:rPr lang="es-CL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AB3B1A3-B029-2043-5E54-D288615E8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9398" y="4401479"/>
                <a:ext cx="1323824" cy="400110"/>
              </a:xfrm>
              <a:prstGeom prst="rect">
                <a:avLst/>
              </a:prstGeom>
              <a:blipFill>
                <a:blip r:embed="rId13"/>
                <a:stretch>
                  <a:fillRect l="-4608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196C8A5-0E4A-63FE-3E92-EF7A36F9BAD2}"/>
                  </a:ext>
                </a:extLst>
              </p:cNvPr>
              <p:cNvSpPr txBox="1"/>
              <p:nvPr/>
            </p:nvSpPr>
            <p:spPr>
              <a:xfrm>
                <a:off x="5779877" y="4401479"/>
                <a:ext cx="126188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err="1"/>
                  <a:t>Intervalo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196C8A5-0E4A-63FE-3E92-EF7A36F9B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9877" y="4401479"/>
                <a:ext cx="1261884" cy="400110"/>
              </a:xfrm>
              <a:prstGeom prst="rect">
                <a:avLst/>
              </a:prstGeom>
              <a:blipFill>
                <a:blip r:embed="rId14"/>
                <a:stretch>
                  <a:fillRect l="-4831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35D1AAB-0266-CE45-FA2F-D4B3A06431E9}"/>
                  </a:ext>
                </a:extLst>
              </p:cNvPr>
              <p:cNvSpPr txBox="1"/>
              <p:nvPr/>
            </p:nvSpPr>
            <p:spPr>
              <a:xfrm>
                <a:off x="2649437" y="4401479"/>
                <a:ext cx="13146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Intervalo </a:t>
                </a:r>
                <a14:m>
                  <m:oMath xmlns:m="http://schemas.openxmlformats.org/officeDocument/2006/math">
                    <m:r>
                      <a:rPr lang="es-CL" sz="20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35D1AAB-0266-CE45-FA2F-D4B3A0643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437" y="4401479"/>
                <a:ext cx="1314655" cy="400110"/>
              </a:xfrm>
              <a:prstGeom prst="rect">
                <a:avLst/>
              </a:prstGeom>
              <a:blipFill>
                <a:blip r:embed="rId15"/>
                <a:stretch>
                  <a:fillRect l="-5116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3B6CED6-8070-D195-7F08-9301D3650324}"/>
                  </a:ext>
                </a:extLst>
              </p:cNvPr>
              <p:cNvSpPr txBox="1"/>
              <p:nvPr/>
            </p:nvSpPr>
            <p:spPr>
              <a:xfrm>
                <a:off x="2401549" y="2649825"/>
                <a:ext cx="5180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3B6CED6-8070-D195-7F08-9301D3650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549" y="2649825"/>
                <a:ext cx="518027" cy="461665"/>
              </a:xfrm>
              <a:prstGeom prst="rect">
                <a:avLst/>
              </a:prstGeom>
              <a:blipFill>
                <a:blip r:embed="rId16"/>
                <a:stretch>
                  <a:fillRect l="-3529"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3932C20-E25A-68D7-E7ED-862AE2C813FC}"/>
                  </a:ext>
                </a:extLst>
              </p:cNvPr>
              <p:cNvSpPr txBox="1"/>
              <p:nvPr/>
            </p:nvSpPr>
            <p:spPr>
              <a:xfrm>
                <a:off x="3642525" y="2404182"/>
                <a:ext cx="5109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3932C20-E25A-68D7-E7ED-862AE2C81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525" y="2404182"/>
                <a:ext cx="510909" cy="461665"/>
              </a:xfrm>
              <a:prstGeom prst="rect">
                <a:avLst/>
              </a:prstGeom>
              <a:blipFill>
                <a:blip r:embed="rId17"/>
                <a:stretch>
                  <a:fillRect l="-361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21CDFAB-3D13-D62B-8B80-3D6C11EA3DC0}"/>
                  </a:ext>
                </a:extLst>
              </p:cNvPr>
              <p:cNvSpPr txBox="1"/>
              <p:nvPr/>
            </p:nvSpPr>
            <p:spPr>
              <a:xfrm>
                <a:off x="5561586" y="2694601"/>
                <a:ext cx="4744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21CDFAB-3D13-D62B-8B80-3D6C11EA3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586" y="2694601"/>
                <a:ext cx="474425" cy="461665"/>
              </a:xfrm>
              <a:prstGeom prst="rect">
                <a:avLst/>
              </a:prstGeom>
              <a:blipFill>
                <a:blip r:embed="rId18"/>
                <a:stretch>
                  <a:fillRect l="-256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67CD0B9-DA7B-50B3-BEB3-C492ABA9E32A}"/>
                  </a:ext>
                </a:extLst>
              </p:cNvPr>
              <p:cNvSpPr txBox="1"/>
              <p:nvPr/>
            </p:nvSpPr>
            <p:spPr>
              <a:xfrm>
                <a:off x="6802562" y="2643801"/>
                <a:ext cx="7677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67CD0B9-DA7B-50B3-BEB3-C492ABA9E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562" y="2643801"/>
                <a:ext cx="767774" cy="461665"/>
              </a:xfrm>
              <a:prstGeom prst="rect">
                <a:avLst/>
              </a:prstGeom>
              <a:blipFill>
                <a:blip r:embed="rId19"/>
                <a:stretch>
                  <a:fillRect l="-2381"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5EFE945-E6C4-452E-F2D9-9556EA462D0B}"/>
                  </a:ext>
                </a:extLst>
              </p:cNvPr>
              <p:cNvSpPr txBox="1"/>
              <p:nvPr/>
            </p:nvSpPr>
            <p:spPr>
              <a:xfrm>
                <a:off x="8774254" y="2021840"/>
                <a:ext cx="8312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5EFE945-E6C4-452E-F2D9-9556EA462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254" y="2021840"/>
                <a:ext cx="831253" cy="461665"/>
              </a:xfrm>
              <a:prstGeom prst="rect">
                <a:avLst/>
              </a:prstGeom>
              <a:blipFill>
                <a:blip r:embed="rId20"/>
                <a:stretch>
                  <a:fillRect l="-1460"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8FEB64C-405F-07E8-EE6A-5193C413FD03}"/>
                  </a:ext>
                </a:extLst>
              </p:cNvPr>
              <p:cNvSpPr txBox="1"/>
              <p:nvPr/>
            </p:nvSpPr>
            <p:spPr>
              <a:xfrm>
                <a:off x="10167630" y="1899920"/>
                <a:ext cx="5259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8FEB64C-405F-07E8-EE6A-5193C413F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7630" y="1899920"/>
                <a:ext cx="525913" cy="461665"/>
              </a:xfrm>
              <a:prstGeom prst="rect">
                <a:avLst/>
              </a:prstGeom>
              <a:blipFill>
                <a:blip r:embed="rId21"/>
                <a:stretch>
                  <a:fillRect l="-3488"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6711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EDD5EE-2B62-D7F5-2F8B-167F85AA99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5" t="2518" r="2246" b="3432"/>
          <a:stretch/>
        </p:blipFill>
        <p:spPr>
          <a:xfrm>
            <a:off x="2130137" y="945573"/>
            <a:ext cx="5715000" cy="427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14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39D76-1FF8-481A-84AB-3B02B707336F}"/>
              </a:ext>
            </a:extLst>
          </p:cNvPr>
          <p:cNvSpPr/>
          <p:nvPr/>
        </p:nvSpPr>
        <p:spPr>
          <a:xfrm>
            <a:off x="629392" y="570015"/>
            <a:ext cx="11562608" cy="57120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205A12D-890F-42B5-B64F-433E025FE5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0990212"/>
                  </p:ext>
                </p:extLst>
              </p:nvPr>
            </p:nvGraphicFramePr>
            <p:xfrm>
              <a:off x="2032000" y="742244"/>
              <a:ext cx="3127022" cy="34572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008147">
                      <a:extLst>
                        <a:ext uri="{9D8B030D-6E8A-4147-A177-3AD203B41FA5}">
                          <a16:colId xmlns:a16="http://schemas.microsoft.com/office/drawing/2014/main" val="4274936354"/>
                        </a:ext>
                      </a:extLst>
                    </a:gridCol>
                    <a:gridCol w="2118875">
                      <a:extLst>
                        <a:ext uri="{9D8B030D-6E8A-4147-A177-3AD203B41FA5}">
                          <a16:colId xmlns:a16="http://schemas.microsoft.com/office/drawing/2014/main" val="3275328565"/>
                        </a:ext>
                      </a:extLst>
                    </a:gridCol>
                  </a:tblGrid>
                  <a:tr h="3457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oMath>
                          </a14:m>
                          <a:r>
                            <a:rPr lang="en-US" sz="1600" dirty="0"/>
                            <a:t> (M)</a:t>
                          </a:r>
                        </a:p>
                      </a:txBody>
                      <a:tcPr>
                        <a:lnT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oMath>
                          </a14:m>
                          <a:r>
                            <a:rPr lang="en-US" sz="1600" dirty="0"/>
                            <a:t> (M/s)</a:t>
                          </a:r>
                        </a:p>
                      </a:txBody>
                      <a:tcPr>
                        <a:lnT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84570365"/>
                      </a:ext>
                    </a:extLst>
                  </a:tr>
                  <a:tr h="345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0.01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600" i="0" dirty="0" smtClean="0"/>
                                  <m:t>6.079</m:t>
                                </m:r>
                                <m:r>
                                  <a:rPr lang="en-US" sz="160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−11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4169272442"/>
                      </a:ext>
                    </a:extLst>
                  </a:tr>
                  <a:tr h="345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0.05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600" i="0" dirty="0" smtClean="0"/>
                                  <m:t>7.</m:t>
                                </m:r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591</m:t>
                                </m:r>
                                <m:r>
                                  <a:rPr lang="en-US" sz="160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−9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0140036"/>
                      </a:ext>
                    </a:extLst>
                  </a:tr>
                  <a:tr h="345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6.062</m:t>
                                </m:r>
                                <m:r>
                                  <a:rPr lang="en-US" sz="160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−8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232336"/>
                      </a:ext>
                    </a:extLst>
                  </a:tr>
                  <a:tr h="345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5.785</m:t>
                                </m:r>
                                <m:r>
                                  <a:rPr lang="en-US" sz="160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−6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82208117"/>
                      </a:ext>
                    </a:extLst>
                  </a:tr>
                  <a:tr h="345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1.736</m:t>
                                </m:r>
                                <m:r>
                                  <a:rPr lang="en-US" sz="160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7313124"/>
                      </a:ext>
                    </a:extLst>
                  </a:tr>
                  <a:tr h="345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2.423</m:t>
                                </m:r>
                                <m:r>
                                  <a:rPr lang="en-US" sz="160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9994597"/>
                      </a:ext>
                    </a:extLst>
                  </a:tr>
                  <a:tr h="345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2.428</m:t>
                                </m:r>
                                <m:r>
                                  <a:rPr lang="en-US" sz="160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1865586"/>
                      </a:ext>
                    </a:extLst>
                  </a:tr>
                  <a:tr h="345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2.430</m:t>
                                </m:r>
                                <m:r>
                                  <a:rPr lang="en-US" sz="160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3567180"/>
                      </a:ext>
                    </a:extLst>
                  </a:tr>
                  <a:tr h="345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100</a:t>
                          </a:r>
                        </a:p>
                      </a:txBody>
                      <a:tcPr>
                        <a:lnB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2.433</m:t>
                                </m:r>
                                <m:r>
                                  <a:rPr lang="en-US" sz="160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B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119874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205A12D-890F-42B5-B64F-433E025FE5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0990212"/>
                  </p:ext>
                </p:extLst>
              </p:nvPr>
            </p:nvGraphicFramePr>
            <p:xfrm>
              <a:off x="2032000" y="742244"/>
              <a:ext cx="3127022" cy="34572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008147">
                      <a:extLst>
                        <a:ext uri="{9D8B030D-6E8A-4147-A177-3AD203B41FA5}">
                          <a16:colId xmlns:a16="http://schemas.microsoft.com/office/drawing/2014/main" val="4274936354"/>
                        </a:ext>
                      </a:extLst>
                    </a:gridCol>
                    <a:gridCol w="2118875">
                      <a:extLst>
                        <a:ext uri="{9D8B030D-6E8A-4147-A177-3AD203B41FA5}">
                          <a16:colId xmlns:a16="http://schemas.microsoft.com/office/drawing/2014/main" val="3275328565"/>
                        </a:ext>
                      </a:extLst>
                    </a:gridCol>
                  </a:tblGrid>
                  <a:tr h="3457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5263" r="-211446" b="-9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701" t="-5263" r="-862" b="-915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4570365"/>
                      </a:ext>
                    </a:extLst>
                  </a:tr>
                  <a:tr h="345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0.01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47701" t="-105263" r="-862" b="-815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9272442"/>
                      </a:ext>
                    </a:extLst>
                  </a:tr>
                  <a:tr h="345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0.05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7701" t="-208929" r="-862" b="-7303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0140036"/>
                      </a:ext>
                    </a:extLst>
                  </a:tr>
                  <a:tr h="345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7701" t="-303509" r="-862" b="-6175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232336"/>
                      </a:ext>
                    </a:extLst>
                  </a:tr>
                  <a:tr h="345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7701" t="-403509" r="-862" b="-5175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2208117"/>
                      </a:ext>
                    </a:extLst>
                  </a:tr>
                  <a:tr h="345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7701" t="-503509" r="-862" b="-4175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7313124"/>
                      </a:ext>
                    </a:extLst>
                  </a:tr>
                  <a:tr h="345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7701" t="-603509" r="-862" b="-3175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9994597"/>
                      </a:ext>
                    </a:extLst>
                  </a:tr>
                  <a:tr h="345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7701" t="-716071" r="-862" b="-2232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865586"/>
                      </a:ext>
                    </a:extLst>
                  </a:tr>
                  <a:tr h="345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7701" t="-801754" r="-862" b="-1192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3567180"/>
                      </a:ext>
                    </a:extLst>
                  </a:tr>
                  <a:tr h="345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100</a:t>
                          </a:r>
                        </a:p>
                      </a:txBody>
                      <a:tcPr>
                        <a:lnB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701" t="-901754" r="-862" b="-192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19874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E8B98F9-8483-4AC1-80EE-782A6B36CE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7467529"/>
                  </p:ext>
                </p:extLst>
              </p:nvPr>
            </p:nvGraphicFramePr>
            <p:xfrm>
              <a:off x="776629" y="4970784"/>
              <a:ext cx="10972800" cy="7924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4274936354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275328565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44794343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52472394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36396951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64965258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9585448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585495825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72856057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07209986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47250437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322926016"/>
                        </a:ext>
                      </a:extLst>
                    </a:gridCol>
                  </a:tblGrid>
                  <a:tr h="3457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CL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+mj-lt"/>
                          </a:endParaRPr>
                        </a:p>
                      </a:txBody>
                      <a:tcPr marL="45720" marR="0" anchor="ctr">
                        <a:lnR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−0.04</a:t>
                          </a:r>
                        </a:p>
                      </a:txBody>
                      <a:tcPr marL="45720" marR="0" anchor="ctr">
                        <a:lnL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0.93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1.95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2.90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3.83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5.00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5.98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7.05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8.21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9.08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10.09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84570365"/>
                      </a:ext>
                    </a:extLst>
                  </a:tr>
                  <a:tr h="3457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CL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+mj-lt"/>
                          </a:endParaRPr>
                        </a:p>
                      </a:txBody>
                      <a:tcPr marL="45720" marR="0" anchor="ctr">
                        <a:lnR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3.28</a:t>
                          </a:r>
                        </a:p>
                      </a:txBody>
                      <a:tcPr marL="9525" marR="9525" marT="9525" marB="0" anchor="ctr">
                        <a:lnL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10.52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34.21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76.58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122.38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207.02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303.77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412.30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566.72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695.33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889.31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41692724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E8B98F9-8483-4AC1-80EE-782A6B36CE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7467529"/>
                  </p:ext>
                </p:extLst>
              </p:nvPr>
            </p:nvGraphicFramePr>
            <p:xfrm>
              <a:off x="776629" y="4970784"/>
              <a:ext cx="10972800" cy="7924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4274936354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275328565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44794343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52472394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36396951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64965258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9585448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585495825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72856057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07209986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47250437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322926016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0" anchor="ctr">
                        <a:lnR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7576" r="-1101333" b="-1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−0.04</a:t>
                          </a:r>
                        </a:p>
                      </a:txBody>
                      <a:tcPr marL="45720" marR="0" anchor="ctr">
                        <a:lnL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0.93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1.95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2.90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3.83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5.00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5.98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7.05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8.21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9.08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10.09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845703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0" anchor="ctr">
                        <a:lnR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t="-109231" r="-1101333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3.28</a:t>
                          </a:r>
                        </a:p>
                      </a:txBody>
                      <a:tcPr marL="9525" marR="9525" marT="9525" marB="0" anchor="ctr">
                        <a:lnL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10.52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34.21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76.58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122.38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207.02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303.77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412.30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566.72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695.33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889.31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41692724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48255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BBD6D3E-FE88-4D75-B651-C82A1F7D4062}"/>
              </a:ext>
            </a:extLst>
          </p:cNvPr>
          <p:cNvSpPr/>
          <p:nvPr/>
        </p:nvSpPr>
        <p:spPr>
          <a:xfrm>
            <a:off x="629392" y="570015"/>
            <a:ext cx="11562608" cy="57120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3C9EFD-3902-6F09-699B-8E2C7E2A9045}"/>
              </a:ext>
            </a:extLst>
          </p:cNvPr>
          <p:cNvSpPr/>
          <p:nvPr/>
        </p:nvSpPr>
        <p:spPr>
          <a:xfrm>
            <a:off x="3774174" y="3109680"/>
            <a:ext cx="3400601" cy="84717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9B565C-8A90-8828-4DE7-36488FFE920A}"/>
              </a:ext>
            </a:extLst>
          </p:cNvPr>
          <p:cNvSpPr/>
          <p:nvPr/>
        </p:nvSpPr>
        <p:spPr>
          <a:xfrm>
            <a:off x="3770780" y="2218088"/>
            <a:ext cx="3403996" cy="889632"/>
          </a:xfrm>
          <a:prstGeom prst="rect">
            <a:avLst/>
          </a:prstGeom>
          <a:gradFill flip="none" rotWithShape="1">
            <a:gsLst>
              <a:gs pos="75000">
                <a:srgbClr val="E5E5E5"/>
              </a:gs>
              <a:gs pos="25000">
                <a:srgbClr val="ECECEC"/>
              </a:gs>
              <a:gs pos="0">
                <a:schemeClr val="accent3"/>
              </a:gs>
              <a:gs pos="50000">
                <a:srgbClr val="5DCEAF">
                  <a:lumMod val="0"/>
                  <a:lumOff val="100000"/>
                </a:srgbClr>
              </a:gs>
              <a:gs pos="100000">
                <a:schemeClr val="accent3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DC2669-D1A4-533C-9BB1-790397E45D2B}"/>
              </a:ext>
            </a:extLst>
          </p:cNvPr>
          <p:cNvSpPr/>
          <p:nvPr/>
        </p:nvSpPr>
        <p:spPr>
          <a:xfrm>
            <a:off x="3774173" y="2135077"/>
            <a:ext cx="3400601" cy="83015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48A4D22-08D3-E3E1-9F1E-181D5C685CE6}"/>
              </a:ext>
            </a:extLst>
          </p:cNvPr>
          <p:cNvCxnSpPr>
            <a:cxnSpLocks/>
          </p:cNvCxnSpPr>
          <p:nvPr/>
        </p:nvCxnSpPr>
        <p:spPr>
          <a:xfrm flipH="1">
            <a:off x="3545572" y="2678511"/>
            <a:ext cx="3774677" cy="0"/>
          </a:xfrm>
          <a:prstGeom prst="straightConnector1">
            <a:avLst/>
          </a:prstGeom>
          <a:ln>
            <a:solidFill>
              <a:schemeClr val="tx1"/>
            </a:solidFill>
            <a:prstDash val="lgDashDot"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FEABF57-4CA9-2108-3C23-BBE4C9FE5E31}"/>
              </a:ext>
            </a:extLst>
          </p:cNvPr>
          <p:cNvSpPr/>
          <p:nvPr/>
        </p:nvSpPr>
        <p:spPr>
          <a:xfrm>
            <a:off x="3774174" y="2223534"/>
            <a:ext cx="3403996" cy="889632"/>
          </a:xfrm>
          <a:prstGeom prst="rect">
            <a:avLst/>
          </a:prstGeom>
          <a:solidFill>
            <a:srgbClr val="0070C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A9345B-6824-5465-91A1-1B2D1EBE6BB7}"/>
              </a:ext>
            </a:extLst>
          </p:cNvPr>
          <p:cNvCxnSpPr>
            <a:cxnSpLocks/>
            <a:stCxn id="5" idx="0"/>
            <a:endCxn id="2" idx="0"/>
          </p:cNvCxnSpPr>
          <p:nvPr/>
        </p:nvCxnSpPr>
        <p:spPr>
          <a:xfrm>
            <a:off x="5472778" y="2218088"/>
            <a:ext cx="1697" cy="89159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FEB550A-4FE0-1A89-E52D-C8A33C746871}"/>
              </a:ext>
            </a:extLst>
          </p:cNvPr>
          <p:cNvCxnSpPr>
            <a:cxnSpLocks/>
          </p:cNvCxnSpPr>
          <p:nvPr/>
        </p:nvCxnSpPr>
        <p:spPr>
          <a:xfrm flipH="1">
            <a:off x="3774174" y="3325631"/>
            <a:ext cx="340399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FD8CB5-0E4F-3D03-D12A-7519BB0AD93D}"/>
                  </a:ext>
                </a:extLst>
              </p:cNvPr>
              <p:cNvSpPr txBox="1"/>
              <p:nvPr/>
            </p:nvSpPr>
            <p:spPr>
              <a:xfrm>
                <a:off x="5404054" y="2478238"/>
                <a:ext cx="449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FD8CB5-0E4F-3D03-D12A-7519BB0A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054" y="2478238"/>
                <a:ext cx="449406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3F41D82-77C8-E76E-1A80-2BAA5C940B44}"/>
                  </a:ext>
                </a:extLst>
              </p:cNvPr>
              <p:cNvSpPr txBox="1"/>
              <p:nvPr/>
            </p:nvSpPr>
            <p:spPr>
              <a:xfrm>
                <a:off x="3770778" y="1784844"/>
                <a:ext cx="340060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s-CL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CL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L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CL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L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3F41D82-77C8-E76E-1A80-2BAA5C940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778" y="1784844"/>
                <a:ext cx="3400601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3E3727-DECF-981E-D541-2727E39A40BF}"/>
                  </a:ext>
                </a:extLst>
              </p:cNvPr>
              <p:cNvSpPr txBox="1"/>
              <p:nvPr/>
            </p:nvSpPr>
            <p:spPr>
              <a:xfrm>
                <a:off x="5246375" y="3264244"/>
                <a:ext cx="449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3E3727-DECF-981E-D541-2727E39A4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375" y="3264244"/>
                <a:ext cx="44940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2287558-1934-453E-E182-E52B8B5A2A3B}"/>
                  </a:ext>
                </a:extLst>
              </p:cNvPr>
              <p:cNvSpPr txBox="1"/>
              <p:nvPr/>
            </p:nvSpPr>
            <p:spPr>
              <a:xfrm>
                <a:off x="3631525" y="1426042"/>
                <a:ext cx="3840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L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2287558-1934-453E-E182-E52B8B5A2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525" y="1426042"/>
                <a:ext cx="3840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B769649-B3E9-0F73-CACB-9C38D7D28A09}"/>
                  </a:ext>
                </a:extLst>
              </p:cNvPr>
              <p:cNvSpPr txBox="1"/>
              <p:nvPr/>
            </p:nvSpPr>
            <p:spPr>
              <a:xfrm>
                <a:off x="6952840" y="1421152"/>
                <a:ext cx="3840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L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B769649-B3E9-0F73-CACB-9C38D7D28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2840" y="1421152"/>
                <a:ext cx="3840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9D902A81-8D33-6BFD-51DA-BADE862F028A}"/>
              </a:ext>
            </a:extLst>
          </p:cNvPr>
          <p:cNvSpPr/>
          <p:nvPr/>
        </p:nvSpPr>
        <p:spPr>
          <a:xfrm>
            <a:off x="3630603" y="2120271"/>
            <a:ext cx="152107" cy="1095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E3488E-E3D8-00E3-7151-1046A97DFE20}"/>
              </a:ext>
            </a:extLst>
          </p:cNvPr>
          <p:cNvCxnSpPr>
            <a:cxnSpLocks/>
          </p:cNvCxnSpPr>
          <p:nvPr/>
        </p:nvCxnSpPr>
        <p:spPr>
          <a:xfrm flipH="1">
            <a:off x="3405890" y="2678511"/>
            <a:ext cx="649682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55E9B2A-9C0D-39FC-604B-CCBCD8EBCB20}"/>
                  </a:ext>
                </a:extLst>
              </p:cNvPr>
              <p:cNvSpPr txBox="1"/>
              <p:nvPr/>
            </p:nvSpPr>
            <p:spPr>
              <a:xfrm>
                <a:off x="3350780" y="2296833"/>
                <a:ext cx="449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55E9B2A-9C0D-39FC-604B-CCBCD8EBC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780" y="2296833"/>
                <a:ext cx="449406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5EF847CF-B164-25FE-7C35-12631CAB3FE9}"/>
              </a:ext>
            </a:extLst>
          </p:cNvPr>
          <p:cNvSpPr/>
          <p:nvPr/>
        </p:nvSpPr>
        <p:spPr>
          <a:xfrm>
            <a:off x="7166237" y="2115393"/>
            <a:ext cx="152107" cy="1095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154C1E-6C98-5B4C-879A-AFFE21A72E4A}"/>
              </a:ext>
            </a:extLst>
          </p:cNvPr>
          <p:cNvCxnSpPr>
            <a:cxnSpLocks/>
          </p:cNvCxnSpPr>
          <p:nvPr/>
        </p:nvCxnSpPr>
        <p:spPr>
          <a:xfrm flipH="1">
            <a:off x="6842470" y="2683452"/>
            <a:ext cx="649682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735AEC01-798C-AB97-DDBD-76FBAE17EA47}"/>
              </a:ext>
            </a:extLst>
          </p:cNvPr>
          <p:cNvSpPr>
            <a:spLocks noChangeAspect="1"/>
          </p:cNvSpPr>
          <p:nvPr/>
        </p:nvSpPr>
        <p:spPr>
          <a:xfrm>
            <a:off x="3683051" y="1792366"/>
            <a:ext cx="243440" cy="243440"/>
          </a:xfrm>
          <a:prstGeom prst="ellipse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493BA4-354B-06FD-49C2-F82A5A13C003}"/>
              </a:ext>
            </a:extLst>
          </p:cNvPr>
          <p:cNvCxnSpPr>
            <a:cxnSpLocks/>
            <a:stCxn id="33" idx="4"/>
          </p:cNvCxnSpPr>
          <p:nvPr/>
        </p:nvCxnSpPr>
        <p:spPr>
          <a:xfrm>
            <a:off x="3804771" y="2035806"/>
            <a:ext cx="772" cy="99271"/>
          </a:xfrm>
          <a:prstGeom prst="line">
            <a:avLst/>
          </a:prstGeom>
          <a:ln w="476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47857785-CF25-B709-B613-B64F883960E6}"/>
              </a:ext>
            </a:extLst>
          </p:cNvPr>
          <p:cNvSpPr>
            <a:spLocks noChangeAspect="1"/>
          </p:cNvSpPr>
          <p:nvPr/>
        </p:nvSpPr>
        <p:spPr>
          <a:xfrm>
            <a:off x="7022787" y="1786645"/>
            <a:ext cx="243440" cy="243440"/>
          </a:xfrm>
          <a:prstGeom prst="ellipse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C8C0928-0A02-FDC2-EABC-6DC733C23305}"/>
              </a:ext>
            </a:extLst>
          </p:cNvPr>
          <p:cNvCxnSpPr>
            <a:cxnSpLocks/>
            <a:stCxn id="39" idx="4"/>
          </p:cNvCxnSpPr>
          <p:nvPr/>
        </p:nvCxnSpPr>
        <p:spPr>
          <a:xfrm>
            <a:off x="7144507" y="2030085"/>
            <a:ext cx="772" cy="99271"/>
          </a:xfrm>
          <a:prstGeom prst="line">
            <a:avLst/>
          </a:prstGeom>
          <a:ln w="476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42B9E1C-F505-7F2E-2F45-962CF731AA2B}"/>
              </a:ext>
            </a:extLst>
          </p:cNvPr>
          <p:cNvCxnSpPr>
            <a:cxnSpLocks/>
            <a:endCxn id="39" idx="5"/>
          </p:cNvCxnSpPr>
          <p:nvPr/>
        </p:nvCxnSpPr>
        <p:spPr>
          <a:xfrm>
            <a:off x="6971641" y="1735499"/>
            <a:ext cx="258935" cy="25893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AAB1704-F60E-EE05-F724-B10A5AC53DD6}"/>
              </a:ext>
            </a:extLst>
          </p:cNvPr>
          <p:cNvCxnSpPr>
            <a:cxnSpLocks/>
            <a:endCxn id="33" idx="3"/>
          </p:cNvCxnSpPr>
          <p:nvPr/>
        </p:nvCxnSpPr>
        <p:spPr>
          <a:xfrm flipH="1">
            <a:off x="3718702" y="1744323"/>
            <a:ext cx="255832" cy="25583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8941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0200301-D3E0-416E-8E5C-DD6B78E57118}"/>
              </a:ext>
            </a:extLst>
          </p:cNvPr>
          <p:cNvSpPr/>
          <p:nvPr/>
        </p:nvSpPr>
        <p:spPr>
          <a:xfrm>
            <a:off x="2130836" y="1433953"/>
            <a:ext cx="6327364" cy="3506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CA8EAB7-E37D-18D2-32F1-2259102B079E}"/>
              </a:ext>
            </a:extLst>
          </p:cNvPr>
          <p:cNvCxnSpPr>
            <a:cxnSpLocks/>
          </p:cNvCxnSpPr>
          <p:nvPr/>
        </p:nvCxnSpPr>
        <p:spPr>
          <a:xfrm>
            <a:off x="3923976" y="4480125"/>
            <a:ext cx="834968" cy="0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2BE9A39-8BFA-D17D-BF56-EC366398C677}"/>
              </a:ext>
            </a:extLst>
          </p:cNvPr>
          <p:cNvCxnSpPr>
            <a:cxnSpLocks/>
          </p:cNvCxnSpPr>
          <p:nvPr/>
        </p:nvCxnSpPr>
        <p:spPr>
          <a:xfrm>
            <a:off x="3980872" y="2980509"/>
            <a:ext cx="2554040" cy="8730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D6F9242-890F-FD64-C48A-3A7CE4E6F109}"/>
                  </a:ext>
                </a:extLst>
              </p:cNvPr>
              <p:cNvSpPr txBox="1"/>
              <p:nvPr/>
            </p:nvSpPr>
            <p:spPr>
              <a:xfrm>
                <a:off x="3184870" y="2724671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D6F9242-890F-FD64-C48A-3A7CE4E6F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870" y="2724671"/>
                <a:ext cx="580426" cy="461665"/>
              </a:xfrm>
              <a:prstGeom prst="rect">
                <a:avLst/>
              </a:prstGeom>
              <a:blipFill>
                <a:blip r:embed="rId3"/>
                <a:stretch>
                  <a:fillRect l="-8333" r="-43750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00F384F-8B0A-DD83-C34D-8C4685C79A15}"/>
                  </a:ext>
                </a:extLst>
              </p:cNvPr>
              <p:cNvSpPr txBox="1"/>
              <p:nvPr/>
            </p:nvSpPr>
            <p:spPr>
              <a:xfrm>
                <a:off x="3184870" y="4259750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00F384F-8B0A-DD83-C34D-8C4685C79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870" y="4259750"/>
                <a:ext cx="580426" cy="461665"/>
              </a:xfrm>
              <a:prstGeom prst="rect">
                <a:avLst/>
              </a:prstGeom>
              <a:blipFill>
                <a:blip r:embed="rId4"/>
                <a:stretch>
                  <a:fillRect l="-8333" r="-44792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C06D777-7EAF-60EF-1B20-8B81B896B1D0}"/>
                  </a:ext>
                </a:extLst>
              </p:cNvPr>
              <p:cNvSpPr txBox="1"/>
              <p:nvPr/>
            </p:nvSpPr>
            <p:spPr>
              <a:xfrm>
                <a:off x="4468731" y="3613042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C06D777-7EAF-60EF-1B20-8B81B896B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731" y="3613042"/>
                <a:ext cx="58042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5628CE1-19DA-72CD-06B7-59CA89C69C83}"/>
                  </a:ext>
                </a:extLst>
              </p:cNvPr>
              <p:cNvSpPr txBox="1"/>
              <p:nvPr/>
            </p:nvSpPr>
            <p:spPr>
              <a:xfrm>
                <a:off x="6244699" y="4018460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5628CE1-19DA-72CD-06B7-59CA89C69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699" y="4018460"/>
                <a:ext cx="58042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83CC077-66E3-BEC4-3C09-E14B657AA27F}"/>
                  </a:ext>
                </a:extLst>
              </p:cNvPr>
              <p:cNvSpPr txBox="1"/>
              <p:nvPr/>
            </p:nvSpPr>
            <p:spPr>
              <a:xfrm>
                <a:off x="5066502" y="3475232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83CC077-66E3-BEC4-3C09-E14B657AA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502" y="3475232"/>
                <a:ext cx="580426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CDC0A2-FEDE-4044-A251-FA460C231B34}"/>
              </a:ext>
            </a:extLst>
          </p:cNvPr>
          <p:cNvCxnSpPr>
            <a:cxnSpLocks/>
          </p:cNvCxnSpPr>
          <p:nvPr/>
        </p:nvCxnSpPr>
        <p:spPr>
          <a:xfrm flipV="1">
            <a:off x="3957122" y="1549400"/>
            <a:ext cx="0" cy="3390737"/>
          </a:xfrm>
          <a:prstGeom prst="line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400C040-20FA-468A-8658-CBDE9152FEA5}"/>
              </a:ext>
            </a:extLst>
          </p:cNvPr>
          <p:cNvCxnSpPr>
            <a:cxnSpLocks/>
          </p:cNvCxnSpPr>
          <p:nvPr/>
        </p:nvCxnSpPr>
        <p:spPr>
          <a:xfrm flipV="1">
            <a:off x="3923976" y="4051958"/>
            <a:ext cx="3218869" cy="22750"/>
          </a:xfrm>
          <a:prstGeom prst="line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8CA9DE8-312A-41F4-B39F-60388425ED02}"/>
              </a:ext>
            </a:extLst>
          </p:cNvPr>
          <p:cNvSpPr/>
          <p:nvPr/>
        </p:nvSpPr>
        <p:spPr>
          <a:xfrm>
            <a:off x="4163984" y="2161309"/>
            <a:ext cx="2908564" cy="2595550"/>
          </a:xfrm>
          <a:custGeom>
            <a:avLst/>
            <a:gdLst>
              <a:gd name="connsiteX0" fmla="*/ 0 w 2885704"/>
              <a:gd name="connsiteY0" fmla="*/ 2565070 h 2565070"/>
              <a:gd name="connsiteX1" fmla="*/ 2885704 w 2885704"/>
              <a:gd name="connsiteY1" fmla="*/ 0 h 2565070"/>
              <a:gd name="connsiteX0" fmla="*/ 0 w 2885704"/>
              <a:gd name="connsiteY0" fmla="*/ 2565070 h 2565070"/>
              <a:gd name="connsiteX1" fmla="*/ 2885704 w 2885704"/>
              <a:gd name="connsiteY1" fmla="*/ 0 h 2565070"/>
              <a:gd name="connsiteX0" fmla="*/ 0 w 2885704"/>
              <a:gd name="connsiteY0" fmla="*/ 2565070 h 2565070"/>
              <a:gd name="connsiteX1" fmla="*/ 2885704 w 2885704"/>
              <a:gd name="connsiteY1" fmla="*/ 0 h 2565070"/>
              <a:gd name="connsiteX0" fmla="*/ 0 w 2916184"/>
              <a:gd name="connsiteY0" fmla="*/ 2565070 h 2565070"/>
              <a:gd name="connsiteX1" fmla="*/ 2916184 w 2916184"/>
              <a:gd name="connsiteY1" fmla="*/ 0 h 2565070"/>
              <a:gd name="connsiteX0" fmla="*/ 0 w 2916184"/>
              <a:gd name="connsiteY0" fmla="*/ 2565070 h 2565070"/>
              <a:gd name="connsiteX1" fmla="*/ 2916184 w 2916184"/>
              <a:gd name="connsiteY1" fmla="*/ 0 h 2565070"/>
              <a:gd name="connsiteX0" fmla="*/ 0 w 2916184"/>
              <a:gd name="connsiteY0" fmla="*/ 2565070 h 2565070"/>
              <a:gd name="connsiteX1" fmla="*/ 2916184 w 2916184"/>
              <a:gd name="connsiteY1" fmla="*/ 0 h 2565070"/>
              <a:gd name="connsiteX0" fmla="*/ 0 w 2916184"/>
              <a:gd name="connsiteY0" fmla="*/ 2565070 h 2565070"/>
              <a:gd name="connsiteX1" fmla="*/ 2916184 w 2916184"/>
              <a:gd name="connsiteY1" fmla="*/ 0 h 2565070"/>
              <a:gd name="connsiteX0" fmla="*/ 0 w 2908564"/>
              <a:gd name="connsiteY0" fmla="*/ 2595550 h 2595550"/>
              <a:gd name="connsiteX1" fmla="*/ 2908564 w 2908564"/>
              <a:gd name="connsiteY1" fmla="*/ 0 h 2595550"/>
              <a:gd name="connsiteX0" fmla="*/ 0 w 2908564"/>
              <a:gd name="connsiteY0" fmla="*/ 2595550 h 2595550"/>
              <a:gd name="connsiteX1" fmla="*/ 2908564 w 2908564"/>
              <a:gd name="connsiteY1" fmla="*/ 0 h 2595550"/>
              <a:gd name="connsiteX0" fmla="*/ 0 w 2908564"/>
              <a:gd name="connsiteY0" fmla="*/ 2595550 h 2595550"/>
              <a:gd name="connsiteX1" fmla="*/ 2908564 w 2908564"/>
              <a:gd name="connsiteY1" fmla="*/ 0 h 2595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08564" h="2595550">
                <a:moveTo>
                  <a:pt x="0" y="2595550"/>
                </a:moveTo>
                <a:cubicBezTo>
                  <a:pt x="1351907" y="2067395"/>
                  <a:pt x="2581894" y="739140"/>
                  <a:pt x="2908564" y="0"/>
                </a:cubicBez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BB74E6-AA7A-4D07-A8DC-B7A46A16D535}"/>
              </a:ext>
            </a:extLst>
          </p:cNvPr>
          <p:cNvCxnSpPr>
            <a:cxnSpLocks/>
          </p:cNvCxnSpPr>
          <p:nvPr/>
        </p:nvCxnSpPr>
        <p:spPr>
          <a:xfrm>
            <a:off x="6519672" y="2993603"/>
            <a:ext cx="0" cy="1062957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55975E4-BA92-4331-AE4E-44E43FABFF82}"/>
                  </a:ext>
                </a:extLst>
              </p:cNvPr>
              <p:cNvSpPr txBox="1"/>
              <p:nvPr/>
            </p:nvSpPr>
            <p:spPr>
              <a:xfrm>
                <a:off x="3176571" y="1433953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55975E4-BA92-4331-AE4E-44E43FABF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571" y="1433953"/>
                <a:ext cx="580426" cy="461665"/>
              </a:xfrm>
              <a:prstGeom prst="rect">
                <a:avLst/>
              </a:prstGeom>
              <a:blipFill>
                <a:blip r:embed="rId8"/>
                <a:stretch>
                  <a:fillRect l="-8421" r="-45263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86665E-89F6-4852-8C3C-88D6F0C10F1E}"/>
                  </a:ext>
                </a:extLst>
              </p:cNvPr>
              <p:cNvSpPr txBox="1"/>
              <p:nvPr/>
            </p:nvSpPr>
            <p:spPr>
              <a:xfrm>
                <a:off x="6832039" y="3999235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86665E-89F6-4852-8C3C-88D6F0C10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039" y="3999235"/>
                <a:ext cx="580426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FBFD5E63-EF4C-44A0-B641-577955810D6E}"/>
              </a:ext>
            </a:extLst>
          </p:cNvPr>
          <p:cNvSpPr/>
          <p:nvPr/>
        </p:nvSpPr>
        <p:spPr>
          <a:xfrm>
            <a:off x="6382130" y="2853879"/>
            <a:ext cx="275084" cy="275084"/>
          </a:xfrm>
          <a:prstGeom prst="ellipse">
            <a:avLst/>
          </a:prstGeom>
          <a:solidFill>
            <a:srgbClr val="19C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D86287F-6E27-42A9-AA2A-F63E966E1596}"/>
              </a:ext>
            </a:extLst>
          </p:cNvPr>
          <p:cNvCxnSpPr>
            <a:cxnSpLocks/>
          </p:cNvCxnSpPr>
          <p:nvPr/>
        </p:nvCxnSpPr>
        <p:spPr>
          <a:xfrm flipV="1">
            <a:off x="4763545" y="4061614"/>
            <a:ext cx="0" cy="418511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F44EA993-B927-4194-B427-267EE0987EEC}"/>
              </a:ext>
            </a:extLst>
          </p:cNvPr>
          <p:cNvSpPr/>
          <p:nvPr/>
        </p:nvSpPr>
        <p:spPr>
          <a:xfrm>
            <a:off x="4623703" y="4341021"/>
            <a:ext cx="275084" cy="275084"/>
          </a:xfrm>
          <a:prstGeom prst="ellipse">
            <a:avLst/>
          </a:prstGeom>
          <a:solidFill>
            <a:srgbClr val="19C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6E1796F-D6F5-47FD-A8A5-30BF5EF9EBE6}"/>
              </a:ext>
            </a:extLst>
          </p:cNvPr>
          <p:cNvSpPr/>
          <p:nvPr/>
        </p:nvSpPr>
        <p:spPr>
          <a:xfrm>
            <a:off x="5234432" y="3924072"/>
            <a:ext cx="275084" cy="27508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41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E85F6628-DA4B-E0FA-0B37-31BE51DD48B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43587" y="389880"/>
            <a:ext cx="7504826" cy="60782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504BD6-5149-0A79-B8CF-3838D4F36BCF}"/>
                  </a:ext>
                </a:extLst>
              </p:cNvPr>
              <p:cNvSpPr txBox="1"/>
              <p:nvPr/>
            </p:nvSpPr>
            <p:spPr>
              <a:xfrm>
                <a:off x="2343587" y="389880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504BD6-5149-0A79-B8CF-3838D4F36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3587" y="389880"/>
                <a:ext cx="580426" cy="461665"/>
              </a:xfrm>
              <a:prstGeom prst="rect">
                <a:avLst/>
              </a:prstGeom>
              <a:blipFill>
                <a:blip r:embed="rId3"/>
                <a:stretch>
                  <a:fillRect l="-8333" r="-43750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BB51EB2A-A777-CC13-859F-4A989FE63F91}"/>
              </a:ext>
            </a:extLst>
          </p:cNvPr>
          <p:cNvSpPr txBox="1"/>
          <p:nvPr/>
        </p:nvSpPr>
        <p:spPr>
          <a:xfrm>
            <a:off x="2633800" y="3794768"/>
            <a:ext cx="17130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000" dirty="0"/>
              <a:t>1era iteración</a:t>
            </a:r>
            <a:endParaRPr lang="en-US" sz="2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6107EB-8A4C-F908-2414-CCF321AA9DCD}"/>
              </a:ext>
            </a:extLst>
          </p:cNvPr>
          <p:cNvSpPr txBox="1"/>
          <p:nvPr/>
        </p:nvSpPr>
        <p:spPr>
          <a:xfrm>
            <a:off x="2633800" y="4491177"/>
            <a:ext cx="17130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000" dirty="0"/>
              <a:t>2da iteración</a:t>
            </a:r>
            <a:endParaRPr lang="en-US" sz="2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5F5710-890E-9E99-DC34-17007AD861DA}"/>
              </a:ext>
            </a:extLst>
          </p:cNvPr>
          <p:cNvSpPr txBox="1"/>
          <p:nvPr/>
        </p:nvSpPr>
        <p:spPr>
          <a:xfrm>
            <a:off x="2633800" y="5233886"/>
            <a:ext cx="17130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000" dirty="0"/>
              <a:t>3ra iteración</a:t>
            </a:r>
            <a:endParaRPr lang="en-US" sz="2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9B7EE1-4269-2D33-EF6C-ADC10431AD45}"/>
              </a:ext>
            </a:extLst>
          </p:cNvPr>
          <p:cNvSpPr txBox="1"/>
          <p:nvPr/>
        </p:nvSpPr>
        <p:spPr>
          <a:xfrm>
            <a:off x="2633799" y="5965020"/>
            <a:ext cx="17130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000" dirty="0"/>
              <a:t>4ta iteración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E8B54A8-A38E-A3DF-768A-0D6221F8C887}"/>
                  </a:ext>
                </a:extLst>
              </p:cNvPr>
              <p:cNvSpPr txBox="1"/>
              <p:nvPr/>
            </p:nvSpPr>
            <p:spPr>
              <a:xfrm>
                <a:off x="4365619" y="3437197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E8B54A8-A38E-A3DF-768A-0D6221F8C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5619" y="3437197"/>
                <a:ext cx="58042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802BFE2-5B3F-5886-B565-50B753CAE4C3}"/>
                  </a:ext>
                </a:extLst>
              </p:cNvPr>
              <p:cNvSpPr txBox="1"/>
              <p:nvPr/>
            </p:nvSpPr>
            <p:spPr>
              <a:xfrm>
                <a:off x="6677864" y="3437197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802BFE2-5B3F-5886-B565-50B753CAE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864" y="3437197"/>
                <a:ext cx="58042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D5A1FB9-6F4C-EA00-C62F-BE947B2EC480}"/>
                  </a:ext>
                </a:extLst>
              </p:cNvPr>
              <p:cNvSpPr txBox="1"/>
              <p:nvPr/>
            </p:nvSpPr>
            <p:spPr>
              <a:xfrm>
                <a:off x="9001684" y="3437197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D5A1FB9-6F4C-EA00-C62F-BE947B2EC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684" y="3437197"/>
                <a:ext cx="58042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D2EC6B5-A4CB-427F-A8AD-EFE5EE46181D}"/>
                  </a:ext>
                </a:extLst>
              </p:cNvPr>
              <p:cNvSpPr txBox="1"/>
              <p:nvPr/>
            </p:nvSpPr>
            <p:spPr>
              <a:xfrm>
                <a:off x="6677864" y="4183314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D2EC6B5-A4CB-427F-A8AD-EFE5EE461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864" y="4183314"/>
                <a:ext cx="580426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D4D2B08-C36C-B746-E390-83C96C4E51B4}"/>
                  </a:ext>
                </a:extLst>
              </p:cNvPr>
              <p:cNvSpPr txBox="1"/>
              <p:nvPr/>
            </p:nvSpPr>
            <p:spPr>
              <a:xfrm>
                <a:off x="9001684" y="4183314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D4D2B08-C36C-B746-E390-83C96C4E5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684" y="4183314"/>
                <a:ext cx="580426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603D83E-EB8B-A0A9-DDD4-34C4A8001FE8}"/>
                  </a:ext>
                </a:extLst>
              </p:cNvPr>
              <p:cNvSpPr txBox="1"/>
              <p:nvPr/>
            </p:nvSpPr>
            <p:spPr>
              <a:xfrm>
                <a:off x="7868711" y="4183314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603D83E-EB8B-A0A9-DDD4-34C4A8001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8711" y="4183314"/>
                <a:ext cx="580426" cy="461665"/>
              </a:xfrm>
              <a:prstGeom prst="rect">
                <a:avLst/>
              </a:prstGeom>
              <a:blipFill>
                <a:blip r:embed="rId9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CA7C214-1836-DEB9-C974-B0277F3EA0F8}"/>
                  </a:ext>
                </a:extLst>
              </p:cNvPr>
              <p:cNvSpPr txBox="1"/>
              <p:nvPr/>
            </p:nvSpPr>
            <p:spPr>
              <a:xfrm>
                <a:off x="7868711" y="4927951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CA7C214-1836-DEB9-C974-B0277F3EA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8711" y="4927951"/>
                <a:ext cx="580426" cy="461665"/>
              </a:xfrm>
              <a:prstGeom prst="rect">
                <a:avLst/>
              </a:prstGeom>
              <a:blipFill>
                <a:blip r:embed="rId10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63D93E3-4894-2C20-88BF-8B6DE14CCD25}"/>
                  </a:ext>
                </a:extLst>
              </p:cNvPr>
              <p:cNvSpPr txBox="1"/>
              <p:nvPr/>
            </p:nvSpPr>
            <p:spPr>
              <a:xfrm>
                <a:off x="6677864" y="4927951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63D93E3-4894-2C20-88BF-8B6DE14CC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864" y="4927951"/>
                <a:ext cx="580426" cy="461665"/>
              </a:xfrm>
              <a:prstGeom prst="rect">
                <a:avLst/>
              </a:prstGeom>
              <a:blipFill>
                <a:blip r:embed="rId11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6FB5BC9-A81F-3E9C-207F-FDED394AB6FE}"/>
                  </a:ext>
                </a:extLst>
              </p:cNvPr>
              <p:cNvSpPr txBox="1"/>
              <p:nvPr/>
            </p:nvSpPr>
            <p:spPr>
              <a:xfrm>
                <a:off x="7868711" y="5677419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6FB5BC9-A81F-3E9C-207F-FDED394AB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8711" y="5677419"/>
                <a:ext cx="580426" cy="461665"/>
              </a:xfrm>
              <a:prstGeom prst="rect">
                <a:avLst/>
              </a:prstGeom>
              <a:blipFill>
                <a:blip r:embed="rId1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24850D1-A26B-69A1-0FFE-01A7CD0CAB08}"/>
                  </a:ext>
                </a:extLst>
              </p:cNvPr>
              <p:cNvSpPr txBox="1"/>
              <p:nvPr/>
            </p:nvSpPr>
            <p:spPr>
              <a:xfrm>
                <a:off x="7258290" y="5677419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24850D1-A26B-69A1-0FFE-01A7CD0CA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290" y="5677419"/>
                <a:ext cx="580426" cy="461665"/>
              </a:xfrm>
              <a:prstGeom prst="rect">
                <a:avLst/>
              </a:prstGeom>
              <a:blipFill>
                <a:blip r:embed="rId1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77E0CD3-C652-9DB6-797F-09CC01E5CEA3}"/>
                  </a:ext>
                </a:extLst>
              </p:cNvPr>
              <p:cNvSpPr txBox="1"/>
              <p:nvPr/>
            </p:nvSpPr>
            <p:spPr>
              <a:xfrm>
                <a:off x="7258290" y="4927951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77E0CD3-C652-9DB6-797F-09CC01E5C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290" y="4927951"/>
                <a:ext cx="580426" cy="461665"/>
              </a:xfrm>
              <a:prstGeom prst="rect">
                <a:avLst/>
              </a:prstGeom>
              <a:blipFill>
                <a:blip r:embed="rId1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925A516-5090-6336-0FFE-99CF1BA72B29}"/>
                  </a:ext>
                </a:extLst>
              </p:cNvPr>
              <p:cNvSpPr txBox="1"/>
              <p:nvPr/>
            </p:nvSpPr>
            <p:spPr>
              <a:xfrm>
                <a:off x="7422145" y="2055765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925A516-5090-6336-0FFE-99CF1BA72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145" y="2055765"/>
                <a:ext cx="580426" cy="461665"/>
              </a:xfrm>
              <a:prstGeom prst="rect">
                <a:avLst/>
              </a:prstGeom>
              <a:blipFill>
                <a:blip r:embed="rId1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3C6BD86-BF77-990D-B0A8-718521C050A2}"/>
                  </a:ext>
                </a:extLst>
              </p:cNvPr>
              <p:cNvSpPr txBox="1"/>
              <p:nvPr/>
            </p:nvSpPr>
            <p:spPr>
              <a:xfrm>
                <a:off x="9006149" y="1824932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3C6BD86-BF77-990D-B0A8-718521C05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149" y="1824932"/>
                <a:ext cx="580426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1767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DDDC60C-5655-4000-A28B-6A626FB85881}"/>
              </a:ext>
            </a:extLst>
          </p:cNvPr>
          <p:cNvSpPr/>
          <p:nvPr/>
        </p:nvSpPr>
        <p:spPr>
          <a:xfrm>
            <a:off x="225836" y="586011"/>
            <a:ext cx="6327364" cy="46475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2448F2-07AB-7430-8501-C566BD61C5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544"/>
          <a:stretch/>
        </p:blipFill>
        <p:spPr>
          <a:xfrm>
            <a:off x="1478280" y="914666"/>
            <a:ext cx="4504140" cy="4318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925A516-5090-6336-0FFE-99CF1BA72B29}"/>
                  </a:ext>
                </a:extLst>
              </p:cNvPr>
              <p:cNvSpPr txBox="1"/>
              <p:nvPr/>
            </p:nvSpPr>
            <p:spPr>
              <a:xfrm>
                <a:off x="4396766" y="3990537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925A516-5090-6336-0FFE-99CF1BA72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766" y="3990537"/>
                <a:ext cx="580426" cy="461665"/>
              </a:xfrm>
              <a:prstGeom prst="rect">
                <a:avLst/>
              </a:prstGeom>
              <a:blipFill>
                <a:blip r:embed="rId3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228B601-4C42-94D1-5A92-E366BF0470E5}"/>
                  </a:ext>
                </a:extLst>
              </p:cNvPr>
              <p:cNvSpPr txBox="1"/>
              <p:nvPr/>
            </p:nvSpPr>
            <p:spPr>
              <a:xfrm>
                <a:off x="3554006" y="3990536"/>
                <a:ext cx="5804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228B601-4C42-94D1-5A92-E366BF047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006" y="3990536"/>
                <a:ext cx="580426" cy="461665"/>
              </a:xfrm>
              <a:prstGeom prst="rect">
                <a:avLst/>
              </a:prstGeom>
              <a:blipFill>
                <a:blip r:embed="rId4"/>
                <a:stretch>
                  <a:fillRect r="-30526"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784953E-70EA-8294-FED8-B80A9EB76E1C}"/>
                  </a:ext>
                </a:extLst>
              </p:cNvPr>
              <p:cNvSpPr txBox="1"/>
              <p:nvPr/>
            </p:nvSpPr>
            <p:spPr>
              <a:xfrm>
                <a:off x="3656832" y="1479102"/>
                <a:ext cx="95519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784953E-70EA-8294-FED8-B80A9EB76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832" y="1479102"/>
                <a:ext cx="955199" cy="461665"/>
              </a:xfrm>
              <a:prstGeom prst="rect">
                <a:avLst/>
              </a:prstGeom>
              <a:blipFill>
                <a:blip r:embed="rId5"/>
                <a:stretch>
                  <a:fillRect l="-5732" r="-10191"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B372F26-449D-8CC5-3827-797AF7C1E0A3}"/>
                  </a:ext>
                </a:extLst>
              </p:cNvPr>
              <p:cNvSpPr txBox="1"/>
              <p:nvPr/>
            </p:nvSpPr>
            <p:spPr>
              <a:xfrm>
                <a:off x="5029998" y="3111132"/>
                <a:ext cx="95519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B372F26-449D-8CC5-3827-797AF7C1E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998" y="3111132"/>
                <a:ext cx="955199" cy="461665"/>
              </a:xfrm>
              <a:prstGeom prst="rect">
                <a:avLst/>
              </a:prstGeom>
              <a:blipFill>
                <a:blip r:embed="rId6"/>
                <a:stretch>
                  <a:fillRect l="-3822" r="-4459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45142C5-0B5E-BD81-4C8C-0C639D2C6727}"/>
                  </a:ext>
                </a:extLst>
              </p:cNvPr>
              <p:cNvSpPr txBox="1"/>
              <p:nvPr/>
            </p:nvSpPr>
            <p:spPr>
              <a:xfrm>
                <a:off x="1000282" y="563722"/>
                <a:ext cx="95519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45142C5-0B5E-BD81-4C8C-0C639D2C6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82" y="563722"/>
                <a:ext cx="955199" cy="461665"/>
              </a:xfrm>
              <a:prstGeom prst="rect">
                <a:avLst/>
              </a:prstGeom>
              <a:blipFill>
                <a:blip r:embed="rId7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9956686-B60F-1C5A-D811-BBB9FEAFC247}"/>
                  </a:ext>
                </a:extLst>
              </p:cNvPr>
              <p:cNvSpPr txBox="1"/>
              <p:nvPr/>
            </p:nvSpPr>
            <p:spPr>
              <a:xfrm>
                <a:off x="5187498" y="3923741"/>
                <a:ext cx="95519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9956686-B60F-1C5A-D811-BBB9FEAFC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498" y="3923741"/>
                <a:ext cx="955199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234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8B98F9-8483-4AC1-80EE-782A6B36C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827278"/>
              </p:ext>
            </p:extLst>
          </p:nvPr>
        </p:nvGraphicFramePr>
        <p:xfrm>
          <a:off x="776629" y="5179063"/>
          <a:ext cx="9144000" cy="10371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427493635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7532856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4794343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52472394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36396951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4965258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9585448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58549582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72856057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2099860"/>
                    </a:ext>
                  </a:extLst>
                </a:gridCol>
              </a:tblGrid>
              <a:tr h="345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 (m/s)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9525" marR="9525" marT="9525" marB="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9525" marR="9525" marT="9525" marB="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4570365"/>
                  </a:ext>
                </a:extLst>
              </a:tr>
              <a:tr h="345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 (m)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272442"/>
                  </a:ext>
                </a:extLst>
              </a:tr>
              <a:tr h="345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KL (m/d)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8750074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4440C8-4233-DD46-AEE1-304676381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608630"/>
              </p:ext>
            </p:extLst>
          </p:nvPr>
        </p:nvGraphicFramePr>
        <p:xfrm>
          <a:off x="972572" y="1574631"/>
          <a:ext cx="8229600" cy="6600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427493635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27532856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44794343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52472394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36396951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64965258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9585448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58549582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72856057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509603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 (m)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</a:t>
                      </a:r>
                    </a:p>
                  </a:txBody>
                  <a:tcPr marL="7620" marR="7620" marT="7620" marB="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7620" marR="7620" marT="7620" marB="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</a:t>
                      </a:r>
                    </a:p>
                  </a:txBody>
                  <a:tcPr marL="7620" marR="7620" marT="7620" marB="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13.7</a:t>
                      </a:r>
                    </a:p>
                  </a:txBody>
                  <a:tcPr marL="7620" marR="7620" marT="7620" marB="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18.3</a:t>
                      </a:r>
                    </a:p>
                  </a:txBody>
                  <a:tcPr marL="7620" marR="7620" marT="7620" marB="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22.9</a:t>
                      </a:r>
                    </a:p>
                  </a:txBody>
                  <a:tcPr marL="7620" marR="7620" marT="7620" marB="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27.2</a:t>
                      </a:r>
                    </a:p>
                  </a:txBody>
                  <a:tcPr marL="7620" marR="7620" marT="7620" marB="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30.0</a:t>
                      </a:r>
                    </a:p>
                  </a:txBody>
                  <a:tcPr marL="7620" marR="7620" marT="7620" marB="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4570365"/>
                  </a:ext>
                </a:extLst>
              </a:tr>
              <a:tr h="345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(°C)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22.8</a:t>
                      </a:r>
                    </a:p>
                  </a:txBody>
                  <a:tcPr marL="7620" marR="7620" marT="7620" marB="0" anchor="ctr"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22.8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22.8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20.6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13.9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11.1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11.1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11.1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272442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5E226E8-8130-2E1C-524D-D9574BEA9D8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6E7E8"/>
              </a:clrFrom>
              <a:clrTo>
                <a:srgbClr val="E6E7E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99567" y="0"/>
            <a:ext cx="7236579" cy="599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6900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AB71AE-B29F-33A5-3DCA-8142463E5E5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D4EFFD"/>
              </a:clrFrom>
              <a:clrTo>
                <a:srgbClr val="D4EF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9107" y="1314266"/>
            <a:ext cx="11133785" cy="422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9840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1A30906-7FD0-6F3E-F4CB-83C0A1595921}"/>
              </a:ext>
            </a:extLst>
          </p:cNvPr>
          <p:cNvCxnSpPr>
            <a:cxnSpLocks/>
          </p:cNvCxnSpPr>
          <p:nvPr/>
        </p:nvCxnSpPr>
        <p:spPr>
          <a:xfrm flipV="1">
            <a:off x="3281680" y="1319645"/>
            <a:ext cx="0" cy="25767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6943D97-F380-E484-C45E-A7739BD1B06B}"/>
              </a:ext>
            </a:extLst>
          </p:cNvPr>
          <p:cNvCxnSpPr>
            <a:cxnSpLocks/>
          </p:cNvCxnSpPr>
          <p:nvPr/>
        </p:nvCxnSpPr>
        <p:spPr>
          <a:xfrm>
            <a:off x="3281680" y="3896360"/>
            <a:ext cx="29528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ADA7B8-1619-4D57-070E-61D434C48134}"/>
              </a:ext>
            </a:extLst>
          </p:cNvPr>
          <p:cNvCxnSpPr>
            <a:cxnSpLocks/>
          </p:cNvCxnSpPr>
          <p:nvPr/>
        </p:nvCxnSpPr>
        <p:spPr>
          <a:xfrm flipV="1">
            <a:off x="4676833" y="2961640"/>
            <a:ext cx="0" cy="93472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9E3FD33-1C4B-DFC6-C1FE-DE0BC821008F}"/>
              </a:ext>
            </a:extLst>
          </p:cNvPr>
          <p:cNvCxnSpPr>
            <a:cxnSpLocks/>
          </p:cNvCxnSpPr>
          <p:nvPr/>
        </p:nvCxnSpPr>
        <p:spPr>
          <a:xfrm>
            <a:off x="3281679" y="2961640"/>
            <a:ext cx="1395154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0F66C05-96A7-21F8-BDA4-12D266C4F018}"/>
              </a:ext>
            </a:extLst>
          </p:cNvPr>
          <p:cNvSpPr>
            <a:spLocks noChangeAspect="1"/>
          </p:cNvSpPr>
          <p:nvPr/>
        </p:nvSpPr>
        <p:spPr>
          <a:xfrm flipV="1">
            <a:off x="4636192" y="2926079"/>
            <a:ext cx="81280" cy="812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C1CB30-97FF-1836-E146-20E27D617CC6}"/>
              </a:ext>
            </a:extLst>
          </p:cNvPr>
          <p:cNvSpPr txBox="1"/>
          <p:nvPr/>
        </p:nvSpPr>
        <p:spPr>
          <a:xfrm>
            <a:off x="4303172" y="3942078"/>
            <a:ext cx="747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</a:rPr>
              <a:t>Kli</a:t>
            </a:r>
            <a:r>
              <a:rPr lang="en-US" sz="1600" dirty="0">
                <a:solidFill>
                  <a:srgbClr val="FF0000"/>
                </a:solidFill>
              </a:rPr>
              <a:t>=3.9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0119B2-DCA6-0241-8329-91B678B05064}"/>
              </a:ext>
            </a:extLst>
          </p:cNvPr>
          <p:cNvSpPr txBox="1"/>
          <p:nvPr/>
        </p:nvSpPr>
        <p:spPr>
          <a:xfrm>
            <a:off x="1540503" y="2792363"/>
            <a:ext cx="1720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</a:rPr>
              <a:t>Kl_predict</a:t>
            </a:r>
            <a:r>
              <a:rPr lang="en-US" sz="1600" dirty="0">
                <a:solidFill>
                  <a:srgbClr val="FF0000"/>
                </a:solidFill>
              </a:rPr>
              <a:t>(2, 0.15)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F07C-8210-B9C1-5BE7-9251A8D65146}"/>
              </a:ext>
            </a:extLst>
          </p:cNvPr>
          <p:cNvCxnSpPr>
            <a:cxnSpLocks/>
          </p:cNvCxnSpPr>
          <p:nvPr/>
        </p:nvCxnSpPr>
        <p:spPr>
          <a:xfrm flipV="1">
            <a:off x="3281679" y="1440540"/>
            <a:ext cx="2814321" cy="245582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49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>
            <a:extLst>
              <a:ext uri="{FF2B5EF4-FFF2-40B4-BE49-F238E27FC236}">
                <a16:creationId xmlns:a16="http://schemas.microsoft.com/office/drawing/2014/main" id="{E5967E8D-F662-5A1D-BBC6-D20D8C8A0EB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4EFFD"/>
              </a:clrFrom>
              <a:clrTo>
                <a:srgbClr val="D4EF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3893" y="1109868"/>
            <a:ext cx="11424213" cy="385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751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4FD7ED86-77E1-A261-A37D-CC7B2998F7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D4EFFD"/>
              </a:clrFrom>
              <a:clrTo>
                <a:srgbClr val="D4EFFD">
                  <a:alpha val="0"/>
                </a:srgbClr>
              </a:clrTo>
            </a:clrChange>
          </a:blip>
          <a:srcRect l="4845" r="51237" b="5950"/>
          <a:stretch/>
        </p:blipFill>
        <p:spPr>
          <a:xfrm>
            <a:off x="1736283" y="1783080"/>
            <a:ext cx="2508195" cy="24089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170E8B3-BB27-12D2-83B7-A93C601088E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D4EFFD"/>
              </a:clrFrom>
              <a:clrTo>
                <a:srgbClr val="D4EFFD">
                  <a:alpha val="0"/>
                </a:srgbClr>
              </a:clrTo>
            </a:clrChange>
          </a:blip>
          <a:srcRect l="56447" r="1235" b="5950"/>
          <a:stretch/>
        </p:blipFill>
        <p:spPr>
          <a:xfrm>
            <a:off x="4572000" y="1787106"/>
            <a:ext cx="2416755" cy="24089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3883CB3-BE1E-1477-2D3C-607C2795E6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D4EFFD"/>
              </a:clrFrom>
              <a:clrTo>
                <a:srgbClr val="D4EFFD">
                  <a:alpha val="0"/>
                </a:srgbClr>
              </a:clrTo>
            </a:clrChange>
          </a:blip>
          <a:srcRect l="9586" b="5141"/>
          <a:stretch/>
        </p:blipFill>
        <p:spPr>
          <a:xfrm>
            <a:off x="7397557" y="1833140"/>
            <a:ext cx="2483626" cy="23629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08C5FC-BEA2-8131-8F01-09F784FB98C7}"/>
                  </a:ext>
                </a:extLst>
              </p:cNvPr>
              <p:cNvSpPr txBox="1"/>
              <p:nvPr/>
            </p:nvSpPr>
            <p:spPr>
              <a:xfrm>
                <a:off x="2048544" y="4171734"/>
                <a:ext cx="3913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08C5FC-BEA2-8131-8F01-09F784FB9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544" y="4171734"/>
                <a:ext cx="39132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8BAAFA5-F6A8-1578-590A-C1D85AAF73FC}"/>
                  </a:ext>
                </a:extLst>
              </p:cNvPr>
              <p:cNvSpPr txBox="1"/>
              <p:nvPr/>
            </p:nvSpPr>
            <p:spPr>
              <a:xfrm>
                <a:off x="3491264" y="4171734"/>
                <a:ext cx="3858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8BAAFA5-F6A8-1578-590A-C1D85AAF7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264" y="4171734"/>
                <a:ext cx="38587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C565BB1-1196-6B37-8D80-89424C670143}"/>
                  </a:ext>
                </a:extLst>
              </p:cNvPr>
              <p:cNvSpPr txBox="1"/>
              <p:nvPr/>
            </p:nvSpPr>
            <p:spPr>
              <a:xfrm>
                <a:off x="4864238" y="4171734"/>
                <a:ext cx="3913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C565BB1-1196-6B37-8D80-89424C670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238" y="4171734"/>
                <a:ext cx="39132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398CAB4-6539-0A2E-3C7B-7BDA4C619BBD}"/>
                  </a:ext>
                </a:extLst>
              </p:cNvPr>
              <p:cNvSpPr txBox="1"/>
              <p:nvPr/>
            </p:nvSpPr>
            <p:spPr>
              <a:xfrm>
                <a:off x="6306958" y="4171734"/>
                <a:ext cx="3858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398CAB4-6539-0A2E-3C7B-7BDA4C619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958" y="4171734"/>
                <a:ext cx="385875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A6F4967-A0C3-0B1F-5BA8-B57CA82FB35F}"/>
                  </a:ext>
                </a:extLst>
              </p:cNvPr>
              <p:cNvSpPr txBox="1"/>
              <p:nvPr/>
            </p:nvSpPr>
            <p:spPr>
              <a:xfrm>
                <a:off x="7772449" y="4171734"/>
                <a:ext cx="3913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A6F4967-A0C3-0B1F-5BA8-B57CA82FB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49" y="4171734"/>
                <a:ext cx="39132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56CE224-6E45-0373-467C-AF4106B961AC}"/>
                  </a:ext>
                </a:extLst>
              </p:cNvPr>
              <p:cNvSpPr txBox="1"/>
              <p:nvPr/>
            </p:nvSpPr>
            <p:spPr>
              <a:xfrm>
                <a:off x="9215169" y="4171734"/>
                <a:ext cx="3858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56CE224-6E45-0373-467C-AF4106B96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5169" y="4171734"/>
                <a:ext cx="385875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E4E821C-579B-552D-ECB8-50EAFF21DF88}"/>
                  </a:ext>
                </a:extLst>
              </p:cNvPr>
              <p:cNvSpPr txBox="1"/>
              <p:nvPr/>
            </p:nvSpPr>
            <p:spPr>
              <a:xfrm>
                <a:off x="1157177" y="1583025"/>
                <a:ext cx="692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E4E821C-579B-552D-ECB8-50EAFF21D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177" y="1583025"/>
                <a:ext cx="692947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4331EC5-08EB-584D-5F6B-BB33F7B25116}"/>
                  </a:ext>
                </a:extLst>
              </p:cNvPr>
              <p:cNvSpPr txBox="1"/>
              <p:nvPr/>
            </p:nvSpPr>
            <p:spPr>
              <a:xfrm>
                <a:off x="3991275" y="1583025"/>
                <a:ext cx="692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4331EC5-08EB-584D-5F6B-BB33F7B25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275" y="1583025"/>
                <a:ext cx="692947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1E7ED5-40AC-0B93-5E97-2AFCD6EDB88F}"/>
                  </a:ext>
                </a:extLst>
              </p:cNvPr>
              <p:cNvSpPr txBox="1"/>
              <p:nvPr/>
            </p:nvSpPr>
            <p:spPr>
              <a:xfrm>
                <a:off x="6811210" y="1583025"/>
                <a:ext cx="692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1E7ED5-40AC-0B93-5E97-2AFCD6EDB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210" y="1583025"/>
                <a:ext cx="692947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625B47E-5E4F-B960-A8A9-D65333A3863E}"/>
                  </a:ext>
                </a:extLst>
              </p:cNvPr>
              <p:cNvSpPr txBox="1"/>
              <p:nvPr/>
            </p:nvSpPr>
            <p:spPr>
              <a:xfrm>
                <a:off x="9643391" y="4107343"/>
                <a:ext cx="367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625B47E-5E4F-B960-A8A9-D65333A38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3391" y="4107343"/>
                <a:ext cx="36798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00AE0A2-3C17-6ED5-83A7-D2D6D7761063}"/>
                  </a:ext>
                </a:extLst>
              </p:cNvPr>
              <p:cNvSpPr txBox="1"/>
              <p:nvPr/>
            </p:nvSpPr>
            <p:spPr>
              <a:xfrm>
                <a:off x="6798891" y="4107343"/>
                <a:ext cx="367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00AE0A2-3C17-6ED5-83A7-D2D6D7761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891" y="4107343"/>
                <a:ext cx="36798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1E8D63C-395F-9EE9-1CAB-BBBD5156E86D}"/>
                  </a:ext>
                </a:extLst>
              </p:cNvPr>
              <p:cNvSpPr txBox="1"/>
              <p:nvPr/>
            </p:nvSpPr>
            <p:spPr>
              <a:xfrm>
                <a:off x="3964202" y="4107343"/>
                <a:ext cx="367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1E8D63C-395F-9EE9-1CAB-BBBD5156E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202" y="4107343"/>
                <a:ext cx="36798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30683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D16006D-D3CD-61E4-6B22-B3A689D3BC62}"/>
              </a:ext>
            </a:extLst>
          </p:cNvPr>
          <p:cNvSpPr/>
          <p:nvPr/>
        </p:nvSpPr>
        <p:spPr>
          <a:xfrm>
            <a:off x="2938272" y="3429001"/>
            <a:ext cx="501713" cy="1453896"/>
          </a:xfrm>
          <a:prstGeom prst="rect">
            <a:avLst/>
          </a:pr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114D6E7-345E-652B-6A71-DF8DCAA8ED7D}"/>
              </a:ext>
            </a:extLst>
          </p:cNvPr>
          <p:cNvSpPr/>
          <p:nvPr/>
        </p:nvSpPr>
        <p:spPr>
          <a:xfrm>
            <a:off x="3439985" y="2480310"/>
            <a:ext cx="501713" cy="2402587"/>
          </a:xfrm>
          <a:prstGeom prst="rect">
            <a:avLst/>
          </a:pr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737FA4-DD06-9458-3C44-8F8714630CBE}"/>
              </a:ext>
            </a:extLst>
          </p:cNvPr>
          <p:cNvSpPr/>
          <p:nvPr/>
        </p:nvSpPr>
        <p:spPr>
          <a:xfrm>
            <a:off x="3931764" y="2151778"/>
            <a:ext cx="501713" cy="2731119"/>
          </a:xfrm>
          <a:prstGeom prst="rect">
            <a:avLst/>
          </a:pr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72B5152-EE35-DABD-DC16-CBBFE80373F4}"/>
              </a:ext>
            </a:extLst>
          </p:cNvPr>
          <p:cNvSpPr/>
          <p:nvPr/>
        </p:nvSpPr>
        <p:spPr>
          <a:xfrm>
            <a:off x="4423542" y="2480308"/>
            <a:ext cx="501713" cy="2402588"/>
          </a:xfrm>
          <a:prstGeom prst="rect">
            <a:avLst/>
          </a:pr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A204D-C7EE-909E-EDDE-2DD06C4245A0}"/>
              </a:ext>
            </a:extLst>
          </p:cNvPr>
          <p:cNvSpPr/>
          <p:nvPr/>
        </p:nvSpPr>
        <p:spPr>
          <a:xfrm>
            <a:off x="4925254" y="3040380"/>
            <a:ext cx="501713" cy="1842515"/>
          </a:xfrm>
          <a:prstGeom prst="rect">
            <a:avLst/>
          </a:pr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CB4667E-B14A-7EB0-BF04-2CDA5D5B1F69}"/>
              </a:ext>
            </a:extLst>
          </p:cNvPr>
          <p:cNvSpPr/>
          <p:nvPr/>
        </p:nvSpPr>
        <p:spPr>
          <a:xfrm>
            <a:off x="5424489" y="3429000"/>
            <a:ext cx="501713" cy="1453896"/>
          </a:xfrm>
          <a:prstGeom prst="rect">
            <a:avLst/>
          </a:pr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F9AC017-D2D9-CF99-419D-AA5354F17AB4}"/>
              </a:ext>
            </a:extLst>
          </p:cNvPr>
          <p:cNvSpPr/>
          <p:nvPr/>
        </p:nvSpPr>
        <p:spPr>
          <a:xfrm>
            <a:off x="5931160" y="3672843"/>
            <a:ext cx="501713" cy="1210052"/>
          </a:xfrm>
          <a:prstGeom prst="rect">
            <a:avLst/>
          </a:pr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7F76C83-5B00-B7A7-A334-6915A8640B61}"/>
              </a:ext>
            </a:extLst>
          </p:cNvPr>
          <p:cNvSpPr/>
          <p:nvPr/>
        </p:nvSpPr>
        <p:spPr>
          <a:xfrm>
            <a:off x="6432873" y="3654556"/>
            <a:ext cx="501713" cy="1228336"/>
          </a:xfrm>
          <a:prstGeom prst="rect">
            <a:avLst/>
          </a:pr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75E6C2B-C454-C13F-42D2-E5EA2FA30D4A}"/>
              </a:ext>
            </a:extLst>
          </p:cNvPr>
          <p:cNvCxnSpPr>
            <a:cxnSpLocks/>
          </p:cNvCxnSpPr>
          <p:nvPr/>
        </p:nvCxnSpPr>
        <p:spPr>
          <a:xfrm flipV="1">
            <a:off x="2164080" y="2011680"/>
            <a:ext cx="0" cy="2871216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56BCE54-ADCE-258C-2FE5-8CEDB87C197F}"/>
              </a:ext>
            </a:extLst>
          </p:cNvPr>
          <p:cNvCxnSpPr>
            <a:cxnSpLocks/>
          </p:cNvCxnSpPr>
          <p:nvPr/>
        </p:nvCxnSpPr>
        <p:spPr>
          <a:xfrm>
            <a:off x="2164080" y="4882896"/>
            <a:ext cx="567944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6691A5-EE59-8D4C-5564-C36C93DF0146}"/>
              </a:ext>
            </a:extLst>
          </p:cNvPr>
          <p:cNvCxnSpPr>
            <a:cxnSpLocks/>
          </p:cNvCxnSpPr>
          <p:nvPr/>
        </p:nvCxnSpPr>
        <p:spPr>
          <a:xfrm flipV="1">
            <a:off x="2938272" y="3429000"/>
            <a:ext cx="0" cy="1453896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223D0F0-C1AE-3DD1-80F3-FBE05785F0D1}"/>
              </a:ext>
            </a:extLst>
          </p:cNvPr>
          <p:cNvCxnSpPr>
            <a:cxnSpLocks/>
          </p:cNvCxnSpPr>
          <p:nvPr/>
        </p:nvCxnSpPr>
        <p:spPr>
          <a:xfrm flipV="1">
            <a:off x="6934200" y="3352800"/>
            <a:ext cx="0" cy="1548384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ACC007E-AC69-BE6B-6C00-05D0FFB53021}"/>
              </a:ext>
            </a:extLst>
          </p:cNvPr>
          <p:cNvSpPr/>
          <p:nvPr/>
        </p:nvSpPr>
        <p:spPr>
          <a:xfrm>
            <a:off x="2773680" y="2151779"/>
            <a:ext cx="4413504" cy="1633835"/>
          </a:xfrm>
          <a:custGeom>
            <a:avLst/>
            <a:gdLst>
              <a:gd name="connsiteX0" fmla="*/ 0 w 4413504"/>
              <a:gd name="connsiteY0" fmla="*/ 1633761 h 1702908"/>
              <a:gd name="connsiteX1" fmla="*/ 1188720 w 4413504"/>
              <a:gd name="connsiteY1" fmla="*/ 33 h 1702908"/>
              <a:gd name="connsiteX2" fmla="*/ 3285744 w 4413504"/>
              <a:gd name="connsiteY2" fmla="*/ 1670337 h 1702908"/>
              <a:gd name="connsiteX3" fmla="*/ 4413504 w 4413504"/>
              <a:gd name="connsiteY3" fmla="*/ 944913 h 1702908"/>
              <a:gd name="connsiteX0" fmla="*/ 0 w 4413504"/>
              <a:gd name="connsiteY0" fmla="*/ 1633793 h 1633793"/>
              <a:gd name="connsiteX1" fmla="*/ 1188720 w 4413504"/>
              <a:gd name="connsiteY1" fmla="*/ 65 h 1633793"/>
              <a:gd name="connsiteX2" fmla="*/ 3005328 w 4413504"/>
              <a:gd name="connsiteY2" fmla="*/ 1566737 h 1633793"/>
              <a:gd name="connsiteX3" fmla="*/ 4413504 w 4413504"/>
              <a:gd name="connsiteY3" fmla="*/ 944945 h 1633793"/>
              <a:gd name="connsiteX0" fmla="*/ 0 w 4413504"/>
              <a:gd name="connsiteY0" fmla="*/ 1633798 h 1709871"/>
              <a:gd name="connsiteX1" fmla="*/ 1188720 w 4413504"/>
              <a:gd name="connsiteY1" fmla="*/ 70 h 1709871"/>
              <a:gd name="connsiteX2" fmla="*/ 3005328 w 4413504"/>
              <a:gd name="connsiteY2" fmla="*/ 1566742 h 1709871"/>
              <a:gd name="connsiteX3" fmla="*/ 3675888 w 4413504"/>
              <a:gd name="connsiteY3" fmla="*/ 1572839 h 1709871"/>
              <a:gd name="connsiteX4" fmla="*/ 4413504 w 4413504"/>
              <a:gd name="connsiteY4" fmla="*/ 944950 h 1709871"/>
              <a:gd name="connsiteX0" fmla="*/ 0 w 4413504"/>
              <a:gd name="connsiteY0" fmla="*/ 1633798 h 1704513"/>
              <a:gd name="connsiteX1" fmla="*/ 1188720 w 4413504"/>
              <a:gd name="connsiteY1" fmla="*/ 70 h 1704513"/>
              <a:gd name="connsiteX2" fmla="*/ 3005328 w 4413504"/>
              <a:gd name="connsiteY2" fmla="*/ 1566742 h 1704513"/>
              <a:gd name="connsiteX3" fmla="*/ 3675888 w 4413504"/>
              <a:gd name="connsiteY3" fmla="*/ 1572839 h 1704513"/>
              <a:gd name="connsiteX4" fmla="*/ 4413504 w 4413504"/>
              <a:gd name="connsiteY4" fmla="*/ 944950 h 1704513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75888 w 4413504"/>
              <a:gd name="connsiteY3" fmla="*/ 1573972 h 1634931"/>
              <a:gd name="connsiteX4" fmla="*/ 4413504 w 4413504"/>
              <a:gd name="connsiteY4" fmla="*/ 946083 h 1634931"/>
              <a:gd name="connsiteX0" fmla="*/ 0 w 4413504"/>
              <a:gd name="connsiteY0" fmla="*/ 1634931 h 1671346"/>
              <a:gd name="connsiteX1" fmla="*/ 1188720 w 4413504"/>
              <a:gd name="connsiteY1" fmla="*/ 1203 h 1671346"/>
              <a:gd name="connsiteX2" fmla="*/ 2743200 w 4413504"/>
              <a:gd name="connsiteY2" fmla="*/ 1372803 h 1671346"/>
              <a:gd name="connsiteX3" fmla="*/ 3383280 w 4413504"/>
              <a:gd name="connsiteY3" fmla="*/ 1641028 h 1671346"/>
              <a:gd name="connsiteX4" fmla="*/ 4413504 w 4413504"/>
              <a:gd name="connsiteY4" fmla="*/ 946083 h 1671346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94176 w 4413504"/>
              <a:gd name="connsiteY3" fmla="*/ 1580068 h 1634931"/>
              <a:gd name="connsiteX4" fmla="*/ 4413504 w 4413504"/>
              <a:gd name="connsiteY4" fmla="*/ 946083 h 1634931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63696 w 4413504"/>
              <a:gd name="connsiteY3" fmla="*/ 1592260 h 1634931"/>
              <a:gd name="connsiteX4" fmla="*/ 4413504 w 4413504"/>
              <a:gd name="connsiteY4" fmla="*/ 946083 h 1634931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76 h 1635276"/>
              <a:gd name="connsiteX1" fmla="*/ 1188720 w 4413504"/>
              <a:gd name="connsiteY1" fmla="*/ 1548 h 1635276"/>
              <a:gd name="connsiteX2" fmla="*/ 2758440 w 4413504"/>
              <a:gd name="connsiteY2" fmla="*/ 1342668 h 1635276"/>
              <a:gd name="connsiteX3" fmla="*/ 3663696 w 4413504"/>
              <a:gd name="connsiteY3" fmla="*/ 1592605 h 1635276"/>
              <a:gd name="connsiteX4" fmla="*/ 4413504 w 4413504"/>
              <a:gd name="connsiteY4" fmla="*/ 946428 h 1635276"/>
              <a:gd name="connsiteX0" fmla="*/ 0 w 4413504"/>
              <a:gd name="connsiteY0" fmla="*/ 1635286 h 1635286"/>
              <a:gd name="connsiteX1" fmla="*/ 1188720 w 4413504"/>
              <a:gd name="connsiteY1" fmla="*/ 1558 h 1635286"/>
              <a:gd name="connsiteX2" fmla="*/ 2758440 w 4413504"/>
              <a:gd name="connsiteY2" fmla="*/ 1342678 h 1635286"/>
              <a:gd name="connsiteX3" fmla="*/ 3663696 w 4413504"/>
              <a:gd name="connsiteY3" fmla="*/ 1592615 h 1635286"/>
              <a:gd name="connsiteX4" fmla="*/ 4413504 w 4413504"/>
              <a:gd name="connsiteY4" fmla="*/ 946438 h 1635286"/>
              <a:gd name="connsiteX0" fmla="*/ 0 w 4413504"/>
              <a:gd name="connsiteY0" fmla="*/ 1633755 h 1633755"/>
              <a:gd name="connsiteX1" fmla="*/ 1188720 w 4413504"/>
              <a:gd name="connsiteY1" fmla="*/ 27 h 1633755"/>
              <a:gd name="connsiteX2" fmla="*/ 3663696 w 4413504"/>
              <a:gd name="connsiteY2" fmla="*/ 1591084 h 1633755"/>
              <a:gd name="connsiteX3" fmla="*/ 4413504 w 4413504"/>
              <a:gd name="connsiteY3" fmla="*/ 944907 h 1633755"/>
              <a:gd name="connsiteX0" fmla="*/ 0 w 4413504"/>
              <a:gd name="connsiteY0" fmla="*/ 1633753 h 1633753"/>
              <a:gd name="connsiteX1" fmla="*/ 1188720 w 4413504"/>
              <a:gd name="connsiteY1" fmla="*/ 25 h 1633753"/>
              <a:gd name="connsiteX2" fmla="*/ 3663696 w 4413504"/>
              <a:gd name="connsiteY2" fmla="*/ 1591082 h 1633753"/>
              <a:gd name="connsiteX3" fmla="*/ 4413504 w 4413504"/>
              <a:gd name="connsiteY3" fmla="*/ 944905 h 1633753"/>
              <a:gd name="connsiteX0" fmla="*/ 0 w 4413504"/>
              <a:gd name="connsiteY0" fmla="*/ 1633753 h 1633753"/>
              <a:gd name="connsiteX1" fmla="*/ 1188720 w 4413504"/>
              <a:gd name="connsiteY1" fmla="*/ 25 h 1633753"/>
              <a:gd name="connsiteX2" fmla="*/ 3663696 w 4413504"/>
              <a:gd name="connsiteY2" fmla="*/ 1591082 h 1633753"/>
              <a:gd name="connsiteX3" fmla="*/ 4413504 w 4413504"/>
              <a:gd name="connsiteY3" fmla="*/ 944905 h 1633753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62 h 1633762"/>
              <a:gd name="connsiteX1" fmla="*/ 1188720 w 4413504"/>
              <a:gd name="connsiteY1" fmla="*/ 34 h 1633762"/>
              <a:gd name="connsiteX2" fmla="*/ 3518916 w 4413504"/>
              <a:gd name="connsiteY2" fmla="*/ 1583471 h 1633762"/>
              <a:gd name="connsiteX3" fmla="*/ 4413504 w 4413504"/>
              <a:gd name="connsiteY3" fmla="*/ 944914 h 1633762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13504" h="1633835">
                <a:moveTo>
                  <a:pt x="0" y="1633835"/>
                </a:moveTo>
                <a:cubicBezTo>
                  <a:pt x="320548" y="813923"/>
                  <a:pt x="620014" y="14839"/>
                  <a:pt x="1188720" y="107"/>
                </a:cubicBezTo>
                <a:cubicBezTo>
                  <a:pt x="1757426" y="-14625"/>
                  <a:pt x="2166112" y="1487024"/>
                  <a:pt x="3412236" y="1545444"/>
                </a:cubicBezTo>
                <a:cubicBezTo>
                  <a:pt x="4115562" y="1476102"/>
                  <a:pt x="4285488" y="1044555"/>
                  <a:pt x="4413504" y="944987"/>
                </a:cubicBezTo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1CE0451-9564-6614-991B-0D5F59F851A7}"/>
              </a:ext>
            </a:extLst>
          </p:cNvPr>
          <p:cNvCxnSpPr>
            <a:cxnSpLocks/>
          </p:cNvCxnSpPr>
          <p:nvPr/>
        </p:nvCxnSpPr>
        <p:spPr>
          <a:xfrm>
            <a:off x="2164080" y="2480308"/>
            <a:ext cx="1275905" cy="0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7DBE80D-445C-C6D7-01EC-6E9DD0B7EB17}"/>
              </a:ext>
            </a:extLst>
          </p:cNvPr>
          <p:cNvCxnSpPr>
            <a:cxnSpLocks/>
          </p:cNvCxnSpPr>
          <p:nvPr/>
        </p:nvCxnSpPr>
        <p:spPr>
          <a:xfrm flipV="1">
            <a:off x="3439984" y="2028395"/>
            <a:ext cx="0" cy="287278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7A48E4C-C0DA-3D79-F7BB-998BA4C552B5}"/>
              </a:ext>
            </a:extLst>
          </p:cNvPr>
          <p:cNvCxnSpPr>
            <a:cxnSpLocks/>
          </p:cNvCxnSpPr>
          <p:nvPr/>
        </p:nvCxnSpPr>
        <p:spPr>
          <a:xfrm flipV="1">
            <a:off x="3935490" y="2011680"/>
            <a:ext cx="0" cy="28712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5CA6742-F3BE-245E-6211-325CA7D85AC6}"/>
                  </a:ext>
                </a:extLst>
              </p:cNvPr>
              <p:cNvSpPr txBox="1"/>
              <p:nvPr/>
            </p:nvSpPr>
            <p:spPr>
              <a:xfrm>
                <a:off x="3257566" y="4829605"/>
                <a:ext cx="5130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5CA6742-F3BE-245E-6211-325CA7D85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566" y="4829605"/>
                <a:ext cx="513089" cy="461665"/>
              </a:xfrm>
              <a:prstGeom prst="rect">
                <a:avLst/>
              </a:prstGeom>
              <a:blipFill>
                <a:blip r:embed="rId2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CD7F251-1F6B-C4D5-0475-B8EFE2D91C5A}"/>
                  </a:ext>
                </a:extLst>
              </p:cNvPr>
              <p:cNvSpPr txBox="1"/>
              <p:nvPr/>
            </p:nvSpPr>
            <p:spPr>
              <a:xfrm>
                <a:off x="3734412" y="4838810"/>
                <a:ext cx="8064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CD7F251-1F6B-C4D5-0475-B8EFE2D91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412" y="4838810"/>
                <a:ext cx="806439" cy="461665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B1010D6-2847-7CE3-91EE-80EF74EBDEA6}"/>
                  </a:ext>
                </a:extLst>
              </p:cNvPr>
              <p:cNvSpPr txBox="1"/>
              <p:nvPr/>
            </p:nvSpPr>
            <p:spPr>
              <a:xfrm>
                <a:off x="1219278" y="2249475"/>
                <a:ext cx="9485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B1010D6-2847-7CE3-91EE-80EF74EBD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78" y="2249475"/>
                <a:ext cx="948529" cy="461665"/>
              </a:xfrm>
              <a:prstGeom prst="rect">
                <a:avLst/>
              </a:prstGeom>
              <a:blipFill>
                <a:blip r:embed="rId4"/>
                <a:stretch>
                  <a:fillRect l="-1282" r="-1923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5E8366E-3AD2-7DEF-E920-3B22B2A6506A}"/>
                  </a:ext>
                </a:extLst>
              </p:cNvPr>
              <p:cNvSpPr txBox="1"/>
              <p:nvPr/>
            </p:nvSpPr>
            <p:spPr>
              <a:xfrm>
                <a:off x="7698054" y="4829605"/>
                <a:ext cx="4263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5E8366E-3AD2-7DEF-E920-3B22B2A65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8054" y="4829605"/>
                <a:ext cx="42639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A06EC39-E960-DF69-62D6-0D85146B5786}"/>
              </a:ext>
            </a:extLst>
          </p:cNvPr>
          <p:cNvCxnSpPr>
            <a:cxnSpLocks/>
          </p:cNvCxnSpPr>
          <p:nvPr/>
        </p:nvCxnSpPr>
        <p:spPr>
          <a:xfrm>
            <a:off x="3439984" y="2058875"/>
            <a:ext cx="491780" cy="0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15CB042-C53A-EF8C-D825-DF761C42D36F}"/>
                  </a:ext>
                </a:extLst>
              </p:cNvPr>
              <p:cNvSpPr txBox="1"/>
              <p:nvPr/>
            </p:nvSpPr>
            <p:spPr>
              <a:xfrm>
                <a:off x="3439984" y="1603307"/>
                <a:ext cx="5241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15CB042-C53A-EF8C-D825-DF761C42D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9984" y="1603307"/>
                <a:ext cx="524118" cy="461665"/>
              </a:xfrm>
              <a:prstGeom prst="rect">
                <a:avLst/>
              </a:prstGeom>
              <a:blipFill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73211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Manual Input 5">
            <a:extLst>
              <a:ext uri="{FF2B5EF4-FFF2-40B4-BE49-F238E27FC236}">
                <a16:creationId xmlns:a16="http://schemas.microsoft.com/office/drawing/2014/main" id="{3DF48355-18F6-D9D6-7AD4-EE142CDDA40C}"/>
              </a:ext>
            </a:extLst>
          </p:cNvPr>
          <p:cNvSpPr/>
          <p:nvPr/>
        </p:nvSpPr>
        <p:spPr>
          <a:xfrm>
            <a:off x="5933356" y="3380184"/>
            <a:ext cx="1000844" cy="1502707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1705 h 9705"/>
              <a:gd name="connsiteX1" fmla="*/ 10000 w 10000"/>
              <a:gd name="connsiteY1" fmla="*/ 0 h 9705"/>
              <a:gd name="connsiteX2" fmla="*/ 10000 w 10000"/>
              <a:gd name="connsiteY2" fmla="*/ 9705 h 9705"/>
              <a:gd name="connsiteX3" fmla="*/ 0 w 10000"/>
              <a:gd name="connsiteY3" fmla="*/ 9705 h 9705"/>
              <a:gd name="connsiteX4" fmla="*/ 0 w 10000"/>
              <a:gd name="connsiteY4" fmla="*/ 1705 h 9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705">
                <a:moveTo>
                  <a:pt x="0" y="1705"/>
                </a:moveTo>
                <a:lnTo>
                  <a:pt x="10000" y="0"/>
                </a:lnTo>
                <a:lnTo>
                  <a:pt x="10000" y="9705"/>
                </a:lnTo>
                <a:lnTo>
                  <a:pt x="0" y="9705"/>
                </a:lnTo>
                <a:lnTo>
                  <a:pt x="0" y="1705"/>
                </a:lnTo>
                <a:close/>
              </a:path>
            </a:pathLst>
          </a:cu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Manual Input 4">
            <a:extLst>
              <a:ext uri="{FF2B5EF4-FFF2-40B4-BE49-F238E27FC236}">
                <a16:creationId xmlns:a16="http://schemas.microsoft.com/office/drawing/2014/main" id="{B04F7B7D-83F0-B64B-9AEC-652B77E5CD7F}"/>
              </a:ext>
            </a:extLst>
          </p:cNvPr>
          <p:cNvSpPr/>
          <p:nvPr/>
        </p:nvSpPr>
        <p:spPr>
          <a:xfrm>
            <a:off x="4927495" y="3028317"/>
            <a:ext cx="1005948" cy="1854574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2334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334 h 10000"/>
              <a:gd name="connsiteX0" fmla="*/ 0 w 10051"/>
              <a:gd name="connsiteY0" fmla="*/ 0 h 7666"/>
              <a:gd name="connsiteX1" fmla="*/ 10051 w 10051"/>
              <a:gd name="connsiteY1" fmla="*/ 2551 h 7666"/>
              <a:gd name="connsiteX2" fmla="*/ 10000 w 10051"/>
              <a:gd name="connsiteY2" fmla="*/ 7666 h 7666"/>
              <a:gd name="connsiteX3" fmla="*/ 0 w 10051"/>
              <a:gd name="connsiteY3" fmla="*/ 7666 h 7666"/>
              <a:gd name="connsiteX4" fmla="*/ 0 w 10051"/>
              <a:gd name="connsiteY4" fmla="*/ 0 h 7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1" h="7666">
                <a:moveTo>
                  <a:pt x="0" y="0"/>
                </a:moveTo>
                <a:lnTo>
                  <a:pt x="10051" y="2551"/>
                </a:lnTo>
                <a:lnTo>
                  <a:pt x="10000" y="7666"/>
                </a:lnTo>
                <a:lnTo>
                  <a:pt x="0" y="7666"/>
                </a:lnTo>
                <a:lnTo>
                  <a:pt x="0" y="0"/>
                </a:lnTo>
                <a:close/>
              </a:path>
            </a:pathLst>
          </a:cu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Manual Input 3">
            <a:extLst>
              <a:ext uri="{FF2B5EF4-FFF2-40B4-BE49-F238E27FC236}">
                <a16:creationId xmlns:a16="http://schemas.microsoft.com/office/drawing/2014/main" id="{DBC81CED-5FE6-5D06-8EA5-F9317A7184D0}"/>
              </a:ext>
            </a:extLst>
          </p:cNvPr>
          <p:cNvSpPr/>
          <p:nvPr/>
        </p:nvSpPr>
        <p:spPr>
          <a:xfrm>
            <a:off x="3921547" y="2168716"/>
            <a:ext cx="1005948" cy="2714176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51"/>
              <a:gd name="connsiteY0" fmla="*/ 0 h 11574"/>
              <a:gd name="connsiteX1" fmla="*/ 10051 w 10051"/>
              <a:gd name="connsiteY1" fmla="*/ 1574 h 11574"/>
              <a:gd name="connsiteX2" fmla="*/ 10051 w 10051"/>
              <a:gd name="connsiteY2" fmla="*/ 11574 h 11574"/>
              <a:gd name="connsiteX3" fmla="*/ 51 w 10051"/>
              <a:gd name="connsiteY3" fmla="*/ 11574 h 11574"/>
              <a:gd name="connsiteX4" fmla="*/ 0 w 10051"/>
              <a:gd name="connsiteY4" fmla="*/ 0 h 11574"/>
              <a:gd name="connsiteX0" fmla="*/ 0 w 10051"/>
              <a:gd name="connsiteY0" fmla="*/ 0 h 11574"/>
              <a:gd name="connsiteX1" fmla="*/ 8579 w 10051"/>
              <a:gd name="connsiteY1" fmla="*/ 4542 h 11574"/>
              <a:gd name="connsiteX2" fmla="*/ 10051 w 10051"/>
              <a:gd name="connsiteY2" fmla="*/ 11574 h 11574"/>
              <a:gd name="connsiteX3" fmla="*/ 51 w 10051"/>
              <a:gd name="connsiteY3" fmla="*/ 11574 h 11574"/>
              <a:gd name="connsiteX4" fmla="*/ 0 w 10051"/>
              <a:gd name="connsiteY4" fmla="*/ 0 h 11574"/>
              <a:gd name="connsiteX0" fmla="*/ 0 w 10102"/>
              <a:gd name="connsiteY0" fmla="*/ 0 h 11574"/>
              <a:gd name="connsiteX1" fmla="*/ 10102 w 10102"/>
              <a:gd name="connsiteY1" fmla="*/ 3675 h 11574"/>
              <a:gd name="connsiteX2" fmla="*/ 10051 w 10102"/>
              <a:gd name="connsiteY2" fmla="*/ 11574 h 11574"/>
              <a:gd name="connsiteX3" fmla="*/ 51 w 10102"/>
              <a:gd name="connsiteY3" fmla="*/ 11574 h 11574"/>
              <a:gd name="connsiteX4" fmla="*/ 0 w 10102"/>
              <a:gd name="connsiteY4" fmla="*/ 0 h 11574"/>
              <a:gd name="connsiteX0" fmla="*/ 0 w 10051"/>
              <a:gd name="connsiteY0" fmla="*/ 0 h 11574"/>
              <a:gd name="connsiteX1" fmla="*/ 10051 w 10051"/>
              <a:gd name="connsiteY1" fmla="*/ 3632 h 11574"/>
              <a:gd name="connsiteX2" fmla="*/ 10051 w 10051"/>
              <a:gd name="connsiteY2" fmla="*/ 11574 h 11574"/>
              <a:gd name="connsiteX3" fmla="*/ 51 w 10051"/>
              <a:gd name="connsiteY3" fmla="*/ 11574 h 11574"/>
              <a:gd name="connsiteX4" fmla="*/ 0 w 10051"/>
              <a:gd name="connsiteY4" fmla="*/ 0 h 11574"/>
              <a:gd name="connsiteX0" fmla="*/ 0 w 10051"/>
              <a:gd name="connsiteY0" fmla="*/ 0 h 11574"/>
              <a:gd name="connsiteX1" fmla="*/ 10051 w 10051"/>
              <a:gd name="connsiteY1" fmla="*/ 3567 h 11574"/>
              <a:gd name="connsiteX2" fmla="*/ 10051 w 10051"/>
              <a:gd name="connsiteY2" fmla="*/ 11574 h 11574"/>
              <a:gd name="connsiteX3" fmla="*/ 51 w 10051"/>
              <a:gd name="connsiteY3" fmla="*/ 11574 h 11574"/>
              <a:gd name="connsiteX4" fmla="*/ 0 w 10051"/>
              <a:gd name="connsiteY4" fmla="*/ 0 h 11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1" h="11574">
                <a:moveTo>
                  <a:pt x="0" y="0"/>
                </a:moveTo>
                <a:lnTo>
                  <a:pt x="10051" y="3567"/>
                </a:lnTo>
                <a:lnTo>
                  <a:pt x="10051" y="11574"/>
                </a:lnTo>
                <a:lnTo>
                  <a:pt x="51" y="11574"/>
                </a:lnTo>
                <a:lnTo>
                  <a:pt x="0" y="0"/>
                </a:lnTo>
                <a:close/>
              </a:path>
            </a:pathLst>
          </a:cu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Manual Input 2">
            <a:extLst>
              <a:ext uri="{FF2B5EF4-FFF2-40B4-BE49-F238E27FC236}">
                <a16:creationId xmlns:a16="http://schemas.microsoft.com/office/drawing/2014/main" id="{7F7F5661-B094-2C35-0832-BF6432ABB7BD}"/>
              </a:ext>
            </a:extLst>
          </p:cNvPr>
          <p:cNvSpPr/>
          <p:nvPr/>
        </p:nvSpPr>
        <p:spPr>
          <a:xfrm>
            <a:off x="2938270" y="2158031"/>
            <a:ext cx="990507" cy="272486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7479 h 15479"/>
              <a:gd name="connsiteX1" fmla="*/ 9695 w 10000"/>
              <a:gd name="connsiteY1" fmla="*/ 0 h 15479"/>
              <a:gd name="connsiteX2" fmla="*/ 10000 w 10000"/>
              <a:gd name="connsiteY2" fmla="*/ 15479 h 15479"/>
              <a:gd name="connsiteX3" fmla="*/ 0 w 10000"/>
              <a:gd name="connsiteY3" fmla="*/ 15479 h 15479"/>
              <a:gd name="connsiteX4" fmla="*/ 0 w 10000"/>
              <a:gd name="connsiteY4" fmla="*/ 7479 h 15479"/>
              <a:gd name="connsiteX0" fmla="*/ 51 w 10000"/>
              <a:gd name="connsiteY0" fmla="*/ 7137 h 15479"/>
              <a:gd name="connsiteX1" fmla="*/ 9695 w 10000"/>
              <a:gd name="connsiteY1" fmla="*/ 0 h 15479"/>
              <a:gd name="connsiteX2" fmla="*/ 10000 w 10000"/>
              <a:gd name="connsiteY2" fmla="*/ 15479 h 15479"/>
              <a:gd name="connsiteX3" fmla="*/ 0 w 10000"/>
              <a:gd name="connsiteY3" fmla="*/ 15479 h 15479"/>
              <a:gd name="connsiteX4" fmla="*/ 51 w 10000"/>
              <a:gd name="connsiteY4" fmla="*/ 7137 h 15479"/>
              <a:gd name="connsiteX0" fmla="*/ 51 w 10000"/>
              <a:gd name="connsiteY0" fmla="*/ 6937 h 15279"/>
              <a:gd name="connsiteX1" fmla="*/ 9695 w 10000"/>
              <a:gd name="connsiteY1" fmla="*/ 0 h 15279"/>
              <a:gd name="connsiteX2" fmla="*/ 10000 w 10000"/>
              <a:gd name="connsiteY2" fmla="*/ 15279 h 15279"/>
              <a:gd name="connsiteX3" fmla="*/ 0 w 10000"/>
              <a:gd name="connsiteY3" fmla="*/ 15279 h 15279"/>
              <a:gd name="connsiteX4" fmla="*/ 51 w 10000"/>
              <a:gd name="connsiteY4" fmla="*/ 6937 h 15279"/>
              <a:gd name="connsiteX0" fmla="*/ 51 w 10000"/>
              <a:gd name="connsiteY0" fmla="*/ 6966 h 15308"/>
              <a:gd name="connsiteX1" fmla="*/ 9798 w 10000"/>
              <a:gd name="connsiteY1" fmla="*/ 0 h 15308"/>
              <a:gd name="connsiteX2" fmla="*/ 10000 w 10000"/>
              <a:gd name="connsiteY2" fmla="*/ 15308 h 15308"/>
              <a:gd name="connsiteX3" fmla="*/ 0 w 10000"/>
              <a:gd name="connsiteY3" fmla="*/ 15308 h 15308"/>
              <a:gd name="connsiteX4" fmla="*/ 51 w 10000"/>
              <a:gd name="connsiteY4" fmla="*/ 6966 h 15308"/>
              <a:gd name="connsiteX0" fmla="*/ 51 w 10000"/>
              <a:gd name="connsiteY0" fmla="*/ 6966 h 15308"/>
              <a:gd name="connsiteX1" fmla="*/ 9901 w 10000"/>
              <a:gd name="connsiteY1" fmla="*/ 0 h 15308"/>
              <a:gd name="connsiteX2" fmla="*/ 10000 w 10000"/>
              <a:gd name="connsiteY2" fmla="*/ 15308 h 15308"/>
              <a:gd name="connsiteX3" fmla="*/ 0 w 10000"/>
              <a:gd name="connsiteY3" fmla="*/ 15308 h 15308"/>
              <a:gd name="connsiteX4" fmla="*/ 51 w 10000"/>
              <a:gd name="connsiteY4" fmla="*/ 6966 h 15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5308">
                <a:moveTo>
                  <a:pt x="51" y="6966"/>
                </a:moveTo>
                <a:lnTo>
                  <a:pt x="9901" y="0"/>
                </a:lnTo>
                <a:cubicBezTo>
                  <a:pt x="10003" y="5160"/>
                  <a:pt x="9898" y="10148"/>
                  <a:pt x="10000" y="15308"/>
                </a:cubicBezTo>
                <a:lnTo>
                  <a:pt x="0" y="15308"/>
                </a:lnTo>
                <a:cubicBezTo>
                  <a:pt x="17" y="12527"/>
                  <a:pt x="34" y="9747"/>
                  <a:pt x="51" y="6966"/>
                </a:cubicBezTo>
                <a:close/>
              </a:path>
            </a:pathLst>
          </a:cu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75E6C2B-C454-C13F-42D2-E5EA2FA30D4A}"/>
              </a:ext>
            </a:extLst>
          </p:cNvPr>
          <p:cNvCxnSpPr>
            <a:cxnSpLocks/>
          </p:cNvCxnSpPr>
          <p:nvPr/>
        </p:nvCxnSpPr>
        <p:spPr>
          <a:xfrm flipV="1">
            <a:off x="2164080" y="2011680"/>
            <a:ext cx="0" cy="2871216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56BCE54-ADCE-258C-2FE5-8CEDB87C197F}"/>
              </a:ext>
            </a:extLst>
          </p:cNvPr>
          <p:cNvCxnSpPr>
            <a:cxnSpLocks/>
          </p:cNvCxnSpPr>
          <p:nvPr/>
        </p:nvCxnSpPr>
        <p:spPr>
          <a:xfrm>
            <a:off x="2164080" y="4882896"/>
            <a:ext cx="567944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6691A5-EE59-8D4C-5564-C36C93DF0146}"/>
              </a:ext>
            </a:extLst>
          </p:cNvPr>
          <p:cNvCxnSpPr>
            <a:cxnSpLocks/>
          </p:cNvCxnSpPr>
          <p:nvPr/>
        </p:nvCxnSpPr>
        <p:spPr>
          <a:xfrm flipV="1">
            <a:off x="2938272" y="3429000"/>
            <a:ext cx="0" cy="1453896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223D0F0-C1AE-3DD1-80F3-FBE05785F0D1}"/>
              </a:ext>
            </a:extLst>
          </p:cNvPr>
          <p:cNvCxnSpPr>
            <a:cxnSpLocks/>
          </p:cNvCxnSpPr>
          <p:nvPr/>
        </p:nvCxnSpPr>
        <p:spPr>
          <a:xfrm flipV="1">
            <a:off x="6934200" y="3352800"/>
            <a:ext cx="0" cy="1548384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7DBE80D-445C-C6D7-01EC-6E9DD0B7EB17}"/>
              </a:ext>
            </a:extLst>
          </p:cNvPr>
          <p:cNvCxnSpPr>
            <a:cxnSpLocks/>
          </p:cNvCxnSpPr>
          <p:nvPr/>
        </p:nvCxnSpPr>
        <p:spPr>
          <a:xfrm flipV="1">
            <a:off x="3927664" y="2028395"/>
            <a:ext cx="0" cy="287278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7A48E4C-C0DA-3D79-F7BB-998BA4C552B5}"/>
              </a:ext>
            </a:extLst>
          </p:cNvPr>
          <p:cNvCxnSpPr>
            <a:cxnSpLocks/>
          </p:cNvCxnSpPr>
          <p:nvPr/>
        </p:nvCxnSpPr>
        <p:spPr>
          <a:xfrm flipV="1">
            <a:off x="4931170" y="2011680"/>
            <a:ext cx="0" cy="28712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5CA6742-F3BE-245E-6211-325CA7D85AC6}"/>
                  </a:ext>
                </a:extLst>
              </p:cNvPr>
              <p:cNvSpPr txBox="1"/>
              <p:nvPr/>
            </p:nvSpPr>
            <p:spPr>
              <a:xfrm>
                <a:off x="3775726" y="4829605"/>
                <a:ext cx="5130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5CA6742-F3BE-245E-6211-325CA7D85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726" y="4829605"/>
                <a:ext cx="513089" cy="461665"/>
              </a:xfrm>
              <a:prstGeom prst="rect">
                <a:avLst/>
              </a:prstGeom>
              <a:blipFill>
                <a:blip r:embed="rId2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CD7F251-1F6B-C4D5-0475-B8EFE2D91C5A}"/>
                  </a:ext>
                </a:extLst>
              </p:cNvPr>
              <p:cNvSpPr txBox="1"/>
              <p:nvPr/>
            </p:nvSpPr>
            <p:spPr>
              <a:xfrm>
                <a:off x="4567532" y="4838810"/>
                <a:ext cx="8064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CD7F251-1F6B-C4D5-0475-B8EFE2D91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532" y="4838810"/>
                <a:ext cx="806439" cy="461665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5E8366E-3AD2-7DEF-E920-3B22B2A6506A}"/>
                  </a:ext>
                </a:extLst>
              </p:cNvPr>
              <p:cNvSpPr txBox="1"/>
              <p:nvPr/>
            </p:nvSpPr>
            <p:spPr>
              <a:xfrm>
                <a:off x="7698054" y="4829605"/>
                <a:ext cx="4263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5E8366E-3AD2-7DEF-E920-3B22B2A65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8054" y="4829605"/>
                <a:ext cx="42639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A06EC39-E960-DF69-62D6-0D85146B5786}"/>
              </a:ext>
            </a:extLst>
          </p:cNvPr>
          <p:cNvCxnSpPr>
            <a:cxnSpLocks/>
          </p:cNvCxnSpPr>
          <p:nvPr/>
        </p:nvCxnSpPr>
        <p:spPr>
          <a:xfrm>
            <a:off x="3937824" y="2058875"/>
            <a:ext cx="989671" cy="0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15CB042-C53A-EF8C-D825-DF761C42D36F}"/>
                  </a:ext>
                </a:extLst>
              </p:cNvPr>
              <p:cNvSpPr txBox="1"/>
              <p:nvPr/>
            </p:nvSpPr>
            <p:spPr>
              <a:xfrm>
                <a:off x="4170600" y="1597210"/>
                <a:ext cx="5241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15CB042-C53A-EF8C-D825-DF761C42D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600" y="1597210"/>
                <a:ext cx="524118" cy="461665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ACC007E-AC69-BE6B-6C00-05D0FFB53021}"/>
              </a:ext>
            </a:extLst>
          </p:cNvPr>
          <p:cNvSpPr/>
          <p:nvPr/>
        </p:nvSpPr>
        <p:spPr>
          <a:xfrm>
            <a:off x="2773680" y="2151779"/>
            <a:ext cx="4413504" cy="1633835"/>
          </a:xfrm>
          <a:custGeom>
            <a:avLst/>
            <a:gdLst>
              <a:gd name="connsiteX0" fmla="*/ 0 w 4413504"/>
              <a:gd name="connsiteY0" fmla="*/ 1633761 h 1702908"/>
              <a:gd name="connsiteX1" fmla="*/ 1188720 w 4413504"/>
              <a:gd name="connsiteY1" fmla="*/ 33 h 1702908"/>
              <a:gd name="connsiteX2" fmla="*/ 3285744 w 4413504"/>
              <a:gd name="connsiteY2" fmla="*/ 1670337 h 1702908"/>
              <a:gd name="connsiteX3" fmla="*/ 4413504 w 4413504"/>
              <a:gd name="connsiteY3" fmla="*/ 944913 h 1702908"/>
              <a:gd name="connsiteX0" fmla="*/ 0 w 4413504"/>
              <a:gd name="connsiteY0" fmla="*/ 1633793 h 1633793"/>
              <a:gd name="connsiteX1" fmla="*/ 1188720 w 4413504"/>
              <a:gd name="connsiteY1" fmla="*/ 65 h 1633793"/>
              <a:gd name="connsiteX2" fmla="*/ 3005328 w 4413504"/>
              <a:gd name="connsiteY2" fmla="*/ 1566737 h 1633793"/>
              <a:gd name="connsiteX3" fmla="*/ 4413504 w 4413504"/>
              <a:gd name="connsiteY3" fmla="*/ 944945 h 1633793"/>
              <a:gd name="connsiteX0" fmla="*/ 0 w 4413504"/>
              <a:gd name="connsiteY0" fmla="*/ 1633798 h 1709871"/>
              <a:gd name="connsiteX1" fmla="*/ 1188720 w 4413504"/>
              <a:gd name="connsiteY1" fmla="*/ 70 h 1709871"/>
              <a:gd name="connsiteX2" fmla="*/ 3005328 w 4413504"/>
              <a:gd name="connsiteY2" fmla="*/ 1566742 h 1709871"/>
              <a:gd name="connsiteX3" fmla="*/ 3675888 w 4413504"/>
              <a:gd name="connsiteY3" fmla="*/ 1572839 h 1709871"/>
              <a:gd name="connsiteX4" fmla="*/ 4413504 w 4413504"/>
              <a:gd name="connsiteY4" fmla="*/ 944950 h 1709871"/>
              <a:gd name="connsiteX0" fmla="*/ 0 w 4413504"/>
              <a:gd name="connsiteY0" fmla="*/ 1633798 h 1704513"/>
              <a:gd name="connsiteX1" fmla="*/ 1188720 w 4413504"/>
              <a:gd name="connsiteY1" fmla="*/ 70 h 1704513"/>
              <a:gd name="connsiteX2" fmla="*/ 3005328 w 4413504"/>
              <a:gd name="connsiteY2" fmla="*/ 1566742 h 1704513"/>
              <a:gd name="connsiteX3" fmla="*/ 3675888 w 4413504"/>
              <a:gd name="connsiteY3" fmla="*/ 1572839 h 1704513"/>
              <a:gd name="connsiteX4" fmla="*/ 4413504 w 4413504"/>
              <a:gd name="connsiteY4" fmla="*/ 944950 h 1704513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75888 w 4413504"/>
              <a:gd name="connsiteY3" fmla="*/ 1573972 h 1634931"/>
              <a:gd name="connsiteX4" fmla="*/ 4413504 w 4413504"/>
              <a:gd name="connsiteY4" fmla="*/ 946083 h 1634931"/>
              <a:gd name="connsiteX0" fmla="*/ 0 w 4413504"/>
              <a:gd name="connsiteY0" fmla="*/ 1634931 h 1671346"/>
              <a:gd name="connsiteX1" fmla="*/ 1188720 w 4413504"/>
              <a:gd name="connsiteY1" fmla="*/ 1203 h 1671346"/>
              <a:gd name="connsiteX2" fmla="*/ 2743200 w 4413504"/>
              <a:gd name="connsiteY2" fmla="*/ 1372803 h 1671346"/>
              <a:gd name="connsiteX3" fmla="*/ 3383280 w 4413504"/>
              <a:gd name="connsiteY3" fmla="*/ 1641028 h 1671346"/>
              <a:gd name="connsiteX4" fmla="*/ 4413504 w 4413504"/>
              <a:gd name="connsiteY4" fmla="*/ 946083 h 1671346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94176 w 4413504"/>
              <a:gd name="connsiteY3" fmla="*/ 1580068 h 1634931"/>
              <a:gd name="connsiteX4" fmla="*/ 4413504 w 4413504"/>
              <a:gd name="connsiteY4" fmla="*/ 946083 h 1634931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63696 w 4413504"/>
              <a:gd name="connsiteY3" fmla="*/ 1592260 h 1634931"/>
              <a:gd name="connsiteX4" fmla="*/ 4413504 w 4413504"/>
              <a:gd name="connsiteY4" fmla="*/ 946083 h 1634931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76 h 1635276"/>
              <a:gd name="connsiteX1" fmla="*/ 1188720 w 4413504"/>
              <a:gd name="connsiteY1" fmla="*/ 1548 h 1635276"/>
              <a:gd name="connsiteX2" fmla="*/ 2758440 w 4413504"/>
              <a:gd name="connsiteY2" fmla="*/ 1342668 h 1635276"/>
              <a:gd name="connsiteX3" fmla="*/ 3663696 w 4413504"/>
              <a:gd name="connsiteY3" fmla="*/ 1592605 h 1635276"/>
              <a:gd name="connsiteX4" fmla="*/ 4413504 w 4413504"/>
              <a:gd name="connsiteY4" fmla="*/ 946428 h 1635276"/>
              <a:gd name="connsiteX0" fmla="*/ 0 w 4413504"/>
              <a:gd name="connsiteY0" fmla="*/ 1635286 h 1635286"/>
              <a:gd name="connsiteX1" fmla="*/ 1188720 w 4413504"/>
              <a:gd name="connsiteY1" fmla="*/ 1558 h 1635286"/>
              <a:gd name="connsiteX2" fmla="*/ 2758440 w 4413504"/>
              <a:gd name="connsiteY2" fmla="*/ 1342678 h 1635286"/>
              <a:gd name="connsiteX3" fmla="*/ 3663696 w 4413504"/>
              <a:gd name="connsiteY3" fmla="*/ 1592615 h 1635286"/>
              <a:gd name="connsiteX4" fmla="*/ 4413504 w 4413504"/>
              <a:gd name="connsiteY4" fmla="*/ 946438 h 1635286"/>
              <a:gd name="connsiteX0" fmla="*/ 0 w 4413504"/>
              <a:gd name="connsiteY0" fmla="*/ 1633755 h 1633755"/>
              <a:gd name="connsiteX1" fmla="*/ 1188720 w 4413504"/>
              <a:gd name="connsiteY1" fmla="*/ 27 h 1633755"/>
              <a:gd name="connsiteX2" fmla="*/ 3663696 w 4413504"/>
              <a:gd name="connsiteY2" fmla="*/ 1591084 h 1633755"/>
              <a:gd name="connsiteX3" fmla="*/ 4413504 w 4413504"/>
              <a:gd name="connsiteY3" fmla="*/ 944907 h 1633755"/>
              <a:gd name="connsiteX0" fmla="*/ 0 w 4413504"/>
              <a:gd name="connsiteY0" fmla="*/ 1633753 h 1633753"/>
              <a:gd name="connsiteX1" fmla="*/ 1188720 w 4413504"/>
              <a:gd name="connsiteY1" fmla="*/ 25 h 1633753"/>
              <a:gd name="connsiteX2" fmla="*/ 3663696 w 4413504"/>
              <a:gd name="connsiteY2" fmla="*/ 1591082 h 1633753"/>
              <a:gd name="connsiteX3" fmla="*/ 4413504 w 4413504"/>
              <a:gd name="connsiteY3" fmla="*/ 944905 h 1633753"/>
              <a:gd name="connsiteX0" fmla="*/ 0 w 4413504"/>
              <a:gd name="connsiteY0" fmla="*/ 1633753 h 1633753"/>
              <a:gd name="connsiteX1" fmla="*/ 1188720 w 4413504"/>
              <a:gd name="connsiteY1" fmla="*/ 25 h 1633753"/>
              <a:gd name="connsiteX2" fmla="*/ 3663696 w 4413504"/>
              <a:gd name="connsiteY2" fmla="*/ 1591082 h 1633753"/>
              <a:gd name="connsiteX3" fmla="*/ 4413504 w 4413504"/>
              <a:gd name="connsiteY3" fmla="*/ 944905 h 1633753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62 h 1633762"/>
              <a:gd name="connsiteX1" fmla="*/ 1188720 w 4413504"/>
              <a:gd name="connsiteY1" fmla="*/ 34 h 1633762"/>
              <a:gd name="connsiteX2" fmla="*/ 3518916 w 4413504"/>
              <a:gd name="connsiteY2" fmla="*/ 1583471 h 1633762"/>
              <a:gd name="connsiteX3" fmla="*/ 4413504 w 4413504"/>
              <a:gd name="connsiteY3" fmla="*/ 944914 h 1633762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13504" h="1633835">
                <a:moveTo>
                  <a:pt x="0" y="1633835"/>
                </a:moveTo>
                <a:cubicBezTo>
                  <a:pt x="320548" y="813923"/>
                  <a:pt x="620014" y="14839"/>
                  <a:pt x="1188720" y="107"/>
                </a:cubicBezTo>
                <a:cubicBezTo>
                  <a:pt x="1757426" y="-14625"/>
                  <a:pt x="2166112" y="1487024"/>
                  <a:pt x="3412236" y="1545444"/>
                </a:cubicBezTo>
                <a:cubicBezTo>
                  <a:pt x="4115562" y="1476102"/>
                  <a:pt x="4285488" y="1044555"/>
                  <a:pt x="4413504" y="944987"/>
                </a:cubicBezTo>
              </a:path>
            </a:pathLst>
          </a:cu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072DAE3-092E-BD4A-2439-890DBBFD0FEF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2938270" y="2158031"/>
            <a:ext cx="980701" cy="1222153"/>
          </a:xfrm>
          <a:prstGeom prst="straightConnector1">
            <a:avLst/>
          </a:prstGeom>
          <a:ln w="25400">
            <a:solidFill>
              <a:schemeClr val="tx1"/>
            </a:solidFill>
            <a:prstDash val="lgDash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31784F3-8079-2CC2-AE5D-75758306F4F8}"/>
              </a:ext>
            </a:extLst>
          </p:cNvPr>
          <p:cNvCxnSpPr>
            <a:cxnSpLocks/>
            <a:stCxn id="3" idx="1"/>
          </p:cNvCxnSpPr>
          <p:nvPr/>
        </p:nvCxnSpPr>
        <p:spPr>
          <a:xfrm>
            <a:off x="3918971" y="2158031"/>
            <a:ext cx="1008524" cy="857725"/>
          </a:xfrm>
          <a:prstGeom prst="straightConnector1">
            <a:avLst/>
          </a:prstGeom>
          <a:ln w="25400">
            <a:solidFill>
              <a:schemeClr val="tx1"/>
            </a:solidFill>
            <a:prstDash val="lgDash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63FBB6A-9EDE-8DBC-5580-4BBDF9F3562B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4933612" y="3017347"/>
            <a:ext cx="999744" cy="626837"/>
          </a:xfrm>
          <a:prstGeom prst="straightConnector1">
            <a:avLst/>
          </a:prstGeom>
          <a:ln w="25400">
            <a:solidFill>
              <a:schemeClr val="tx1"/>
            </a:solidFill>
            <a:prstDash val="lgDash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47266C-8A22-B07F-E675-B7687ED9DAB5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933356" y="3379012"/>
            <a:ext cx="998805" cy="265172"/>
          </a:xfrm>
          <a:prstGeom prst="straightConnector1">
            <a:avLst/>
          </a:prstGeom>
          <a:ln w="25400">
            <a:solidFill>
              <a:schemeClr val="tx1"/>
            </a:solidFill>
            <a:prstDash val="lgDash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678CB01-A9D8-D62A-032A-7C1D340271C7}"/>
                  </a:ext>
                </a:extLst>
              </p:cNvPr>
              <p:cNvSpPr txBox="1"/>
              <p:nvPr/>
            </p:nvSpPr>
            <p:spPr>
              <a:xfrm>
                <a:off x="1303267" y="1671347"/>
                <a:ext cx="86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678CB01-A9D8-D62A-032A-7C1D34027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267" y="1671347"/>
                <a:ext cx="860813" cy="461665"/>
              </a:xfrm>
              <a:prstGeom prst="rect">
                <a:avLst/>
              </a:prstGeom>
              <a:blipFill>
                <a:blip r:embed="rId6"/>
                <a:stretch>
                  <a:fillRect l="-2128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3C8CB8D-8162-F8EE-2677-476140F028FF}"/>
              </a:ext>
            </a:extLst>
          </p:cNvPr>
          <p:cNvCxnSpPr>
            <a:cxnSpLocks/>
          </p:cNvCxnSpPr>
          <p:nvPr/>
        </p:nvCxnSpPr>
        <p:spPr>
          <a:xfrm flipV="1">
            <a:off x="5933356" y="3644184"/>
            <a:ext cx="0" cy="125700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7464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Manual Input 2">
            <a:extLst>
              <a:ext uri="{FF2B5EF4-FFF2-40B4-BE49-F238E27FC236}">
                <a16:creationId xmlns:a16="http://schemas.microsoft.com/office/drawing/2014/main" id="{7F7F5661-B094-2C35-0832-BF6432ABB7BD}"/>
              </a:ext>
            </a:extLst>
          </p:cNvPr>
          <p:cNvSpPr/>
          <p:nvPr/>
        </p:nvSpPr>
        <p:spPr>
          <a:xfrm>
            <a:off x="2938270" y="2141299"/>
            <a:ext cx="1993796" cy="2741594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7479 h 15479"/>
              <a:gd name="connsiteX1" fmla="*/ 9695 w 10000"/>
              <a:gd name="connsiteY1" fmla="*/ 0 h 15479"/>
              <a:gd name="connsiteX2" fmla="*/ 10000 w 10000"/>
              <a:gd name="connsiteY2" fmla="*/ 15479 h 15479"/>
              <a:gd name="connsiteX3" fmla="*/ 0 w 10000"/>
              <a:gd name="connsiteY3" fmla="*/ 15479 h 15479"/>
              <a:gd name="connsiteX4" fmla="*/ 0 w 10000"/>
              <a:gd name="connsiteY4" fmla="*/ 7479 h 15479"/>
              <a:gd name="connsiteX0" fmla="*/ 51 w 10000"/>
              <a:gd name="connsiteY0" fmla="*/ 7137 h 15479"/>
              <a:gd name="connsiteX1" fmla="*/ 9695 w 10000"/>
              <a:gd name="connsiteY1" fmla="*/ 0 h 15479"/>
              <a:gd name="connsiteX2" fmla="*/ 10000 w 10000"/>
              <a:gd name="connsiteY2" fmla="*/ 15479 h 15479"/>
              <a:gd name="connsiteX3" fmla="*/ 0 w 10000"/>
              <a:gd name="connsiteY3" fmla="*/ 15479 h 15479"/>
              <a:gd name="connsiteX4" fmla="*/ 51 w 10000"/>
              <a:gd name="connsiteY4" fmla="*/ 7137 h 15479"/>
              <a:gd name="connsiteX0" fmla="*/ 51 w 10000"/>
              <a:gd name="connsiteY0" fmla="*/ 6937 h 15279"/>
              <a:gd name="connsiteX1" fmla="*/ 9695 w 10000"/>
              <a:gd name="connsiteY1" fmla="*/ 0 h 15279"/>
              <a:gd name="connsiteX2" fmla="*/ 10000 w 10000"/>
              <a:gd name="connsiteY2" fmla="*/ 15279 h 15279"/>
              <a:gd name="connsiteX3" fmla="*/ 0 w 10000"/>
              <a:gd name="connsiteY3" fmla="*/ 15279 h 15279"/>
              <a:gd name="connsiteX4" fmla="*/ 51 w 10000"/>
              <a:gd name="connsiteY4" fmla="*/ 6937 h 15279"/>
              <a:gd name="connsiteX0" fmla="*/ 51 w 10000"/>
              <a:gd name="connsiteY0" fmla="*/ 6966 h 15308"/>
              <a:gd name="connsiteX1" fmla="*/ 9798 w 10000"/>
              <a:gd name="connsiteY1" fmla="*/ 0 h 15308"/>
              <a:gd name="connsiteX2" fmla="*/ 10000 w 10000"/>
              <a:gd name="connsiteY2" fmla="*/ 15308 h 15308"/>
              <a:gd name="connsiteX3" fmla="*/ 0 w 10000"/>
              <a:gd name="connsiteY3" fmla="*/ 15308 h 15308"/>
              <a:gd name="connsiteX4" fmla="*/ 51 w 10000"/>
              <a:gd name="connsiteY4" fmla="*/ 6966 h 15308"/>
              <a:gd name="connsiteX0" fmla="*/ 51 w 10000"/>
              <a:gd name="connsiteY0" fmla="*/ 6966 h 15308"/>
              <a:gd name="connsiteX1" fmla="*/ 9901 w 10000"/>
              <a:gd name="connsiteY1" fmla="*/ 0 h 15308"/>
              <a:gd name="connsiteX2" fmla="*/ 10000 w 10000"/>
              <a:gd name="connsiteY2" fmla="*/ 15308 h 15308"/>
              <a:gd name="connsiteX3" fmla="*/ 0 w 10000"/>
              <a:gd name="connsiteY3" fmla="*/ 15308 h 15308"/>
              <a:gd name="connsiteX4" fmla="*/ 51 w 10000"/>
              <a:gd name="connsiteY4" fmla="*/ 6966 h 15308"/>
              <a:gd name="connsiteX0" fmla="*/ 51 w 10020"/>
              <a:gd name="connsiteY0" fmla="*/ 2214 h 10556"/>
              <a:gd name="connsiteX1" fmla="*/ 9990 w 10020"/>
              <a:gd name="connsiteY1" fmla="*/ 0 h 10556"/>
              <a:gd name="connsiteX2" fmla="*/ 10000 w 10020"/>
              <a:gd name="connsiteY2" fmla="*/ 10556 h 10556"/>
              <a:gd name="connsiteX3" fmla="*/ 0 w 10020"/>
              <a:gd name="connsiteY3" fmla="*/ 10556 h 10556"/>
              <a:gd name="connsiteX4" fmla="*/ 51 w 10020"/>
              <a:gd name="connsiteY4" fmla="*/ 2214 h 10556"/>
              <a:gd name="connsiteX0" fmla="*/ 51 w 10001"/>
              <a:gd name="connsiteY0" fmla="*/ 2214 h 10556"/>
              <a:gd name="connsiteX1" fmla="*/ 9990 w 10001"/>
              <a:gd name="connsiteY1" fmla="*/ 0 h 10556"/>
              <a:gd name="connsiteX2" fmla="*/ 10000 w 10001"/>
              <a:gd name="connsiteY2" fmla="*/ 10556 h 10556"/>
              <a:gd name="connsiteX3" fmla="*/ 0 w 10001"/>
              <a:gd name="connsiteY3" fmla="*/ 10556 h 10556"/>
              <a:gd name="connsiteX4" fmla="*/ 51 w 10001"/>
              <a:gd name="connsiteY4" fmla="*/ 2214 h 10556"/>
              <a:gd name="connsiteX0" fmla="*/ 51 w 10023"/>
              <a:gd name="connsiteY0" fmla="*/ 2214 h 10556"/>
              <a:gd name="connsiteX1" fmla="*/ 9990 w 10023"/>
              <a:gd name="connsiteY1" fmla="*/ 0 h 10556"/>
              <a:gd name="connsiteX2" fmla="*/ 10000 w 10023"/>
              <a:gd name="connsiteY2" fmla="*/ 10556 h 10556"/>
              <a:gd name="connsiteX3" fmla="*/ 0 w 10023"/>
              <a:gd name="connsiteY3" fmla="*/ 10556 h 10556"/>
              <a:gd name="connsiteX4" fmla="*/ 51 w 10023"/>
              <a:gd name="connsiteY4" fmla="*/ 2214 h 10556"/>
              <a:gd name="connsiteX0" fmla="*/ 51 w 10023"/>
              <a:gd name="connsiteY0" fmla="*/ 2214 h 10556"/>
              <a:gd name="connsiteX1" fmla="*/ 7396 w 10023"/>
              <a:gd name="connsiteY1" fmla="*/ 562 h 10556"/>
              <a:gd name="connsiteX2" fmla="*/ 9990 w 10023"/>
              <a:gd name="connsiteY2" fmla="*/ 0 h 10556"/>
              <a:gd name="connsiteX3" fmla="*/ 10000 w 10023"/>
              <a:gd name="connsiteY3" fmla="*/ 10556 h 10556"/>
              <a:gd name="connsiteX4" fmla="*/ 0 w 10023"/>
              <a:gd name="connsiteY4" fmla="*/ 10556 h 10556"/>
              <a:gd name="connsiteX5" fmla="*/ 51 w 10023"/>
              <a:gd name="connsiteY5" fmla="*/ 2214 h 10556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  <a:gd name="connsiteX0" fmla="*/ 51 w 10023"/>
              <a:gd name="connsiteY0" fmla="*/ 7060 h 15402"/>
              <a:gd name="connsiteX1" fmla="*/ 5021 w 10023"/>
              <a:gd name="connsiteY1" fmla="*/ 0 h 15402"/>
              <a:gd name="connsiteX2" fmla="*/ 9990 w 10023"/>
              <a:gd name="connsiteY2" fmla="*/ 4846 h 15402"/>
              <a:gd name="connsiteX3" fmla="*/ 10000 w 10023"/>
              <a:gd name="connsiteY3" fmla="*/ 15402 h 15402"/>
              <a:gd name="connsiteX4" fmla="*/ 0 w 10023"/>
              <a:gd name="connsiteY4" fmla="*/ 15402 h 15402"/>
              <a:gd name="connsiteX5" fmla="*/ 51 w 10023"/>
              <a:gd name="connsiteY5" fmla="*/ 7060 h 15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23" h="15402">
                <a:moveTo>
                  <a:pt x="51" y="7060"/>
                </a:moveTo>
                <a:cubicBezTo>
                  <a:pt x="1350" y="4379"/>
                  <a:pt x="2803" y="556"/>
                  <a:pt x="5021" y="0"/>
                </a:cubicBezTo>
                <a:cubicBezTo>
                  <a:pt x="6881" y="630"/>
                  <a:pt x="8385" y="2960"/>
                  <a:pt x="9990" y="4846"/>
                </a:cubicBezTo>
                <a:cubicBezTo>
                  <a:pt x="10041" y="10092"/>
                  <a:pt x="10026" y="10242"/>
                  <a:pt x="10000" y="15402"/>
                </a:cubicBezTo>
                <a:lnTo>
                  <a:pt x="0" y="15402"/>
                </a:lnTo>
                <a:cubicBezTo>
                  <a:pt x="17" y="12621"/>
                  <a:pt x="34" y="9841"/>
                  <a:pt x="51" y="7060"/>
                </a:cubicBezTo>
                <a:close/>
              </a:path>
            </a:pathLst>
          </a:cu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lowchart: Manual Input 4">
            <a:extLst>
              <a:ext uri="{FF2B5EF4-FFF2-40B4-BE49-F238E27FC236}">
                <a16:creationId xmlns:a16="http://schemas.microsoft.com/office/drawing/2014/main" id="{B04F7B7D-83F0-B64B-9AEC-652B77E5CD7F}"/>
              </a:ext>
            </a:extLst>
          </p:cNvPr>
          <p:cNvSpPr/>
          <p:nvPr/>
        </p:nvSpPr>
        <p:spPr>
          <a:xfrm>
            <a:off x="4927495" y="3028317"/>
            <a:ext cx="2004339" cy="1854574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2334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334 h 10000"/>
              <a:gd name="connsiteX0" fmla="*/ 0 w 10051"/>
              <a:gd name="connsiteY0" fmla="*/ 0 h 7666"/>
              <a:gd name="connsiteX1" fmla="*/ 10051 w 10051"/>
              <a:gd name="connsiteY1" fmla="*/ 2551 h 7666"/>
              <a:gd name="connsiteX2" fmla="*/ 10000 w 10051"/>
              <a:gd name="connsiteY2" fmla="*/ 7666 h 7666"/>
              <a:gd name="connsiteX3" fmla="*/ 0 w 10051"/>
              <a:gd name="connsiteY3" fmla="*/ 7666 h 7666"/>
              <a:gd name="connsiteX4" fmla="*/ 0 w 10051"/>
              <a:gd name="connsiteY4" fmla="*/ 0 h 7666"/>
              <a:gd name="connsiteX0" fmla="*/ 0 w 10011"/>
              <a:gd name="connsiteY0" fmla="*/ 0 h 10000"/>
              <a:gd name="connsiteX1" fmla="*/ 10000 w 10011"/>
              <a:gd name="connsiteY1" fmla="*/ 3328 h 10000"/>
              <a:gd name="connsiteX2" fmla="*/ 10011 w 10011"/>
              <a:gd name="connsiteY2" fmla="*/ 3196 h 10000"/>
              <a:gd name="connsiteX3" fmla="*/ 9949 w 10011"/>
              <a:gd name="connsiteY3" fmla="*/ 10000 h 10000"/>
              <a:gd name="connsiteX4" fmla="*/ 0 w 10011"/>
              <a:gd name="connsiteY4" fmla="*/ 10000 h 10000"/>
              <a:gd name="connsiteX5" fmla="*/ 0 w 10011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3328 h 10000"/>
              <a:gd name="connsiteX2" fmla="*/ 9980 w 10000"/>
              <a:gd name="connsiteY2" fmla="*/ 3656 h 10000"/>
              <a:gd name="connsiteX3" fmla="*/ 9949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48"/>
              <a:gd name="connsiteY0" fmla="*/ 0 h 10000"/>
              <a:gd name="connsiteX1" fmla="*/ 10048 w 10048"/>
              <a:gd name="connsiteY1" fmla="*/ 1952 h 10000"/>
              <a:gd name="connsiteX2" fmla="*/ 9980 w 10048"/>
              <a:gd name="connsiteY2" fmla="*/ 3656 h 10000"/>
              <a:gd name="connsiteX3" fmla="*/ 9949 w 10048"/>
              <a:gd name="connsiteY3" fmla="*/ 10000 h 10000"/>
              <a:gd name="connsiteX4" fmla="*/ 0 w 10048"/>
              <a:gd name="connsiteY4" fmla="*/ 10000 h 10000"/>
              <a:gd name="connsiteX5" fmla="*/ 0 w 10048"/>
              <a:gd name="connsiteY5" fmla="*/ 0 h 10000"/>
              <a:gd name="connsiteX0" fmla="*/ 0 w 11249"/>
              <a:gd name="connsiteY0" fmla="*/ 0 h 10000"/>
              <a:gd name="connsiteX1" fmla="*/ 10048 w 11249"/>
              <a:gd name="connsiteY1" fmla="*/ 1952 h 10000"/>
              <a:gd name="connsiteX2" fmla="*/ 9949 w 11249"/>
              <a:gd name="connsiteY2" fmla="*/ 10000 h 10000"/>
              <a:gd name="connsiteX3" fmla="*/ 0 w 11249"/>
              <a:gd name="connsiteY3" fmla="*/ 10000 h 10000"/>
              <a:gd name="connsiteX4" fmla="*/ 0 w 11249"/>
              <a:gd name="connsiteY4" fmla="*/ 0 h 10000"/>
              <a:gd name="connsiteX0" fmla="*/ 0 w 10731"/>
              <a:gd name="connsiteY0" fmla="*/ 0 h 10000"/>
              <a:gd name="connsiteX1" fmla="*/ 10048 w 10731"/>
              <a:gd name="connsiteY1" fmla="*/ 1952 h 10000"/>
              <a:gd name="connsiteX2" fmla="*/ 9949 w 10731"/>
              <a:gd name="connsiteY2" fmla="*/ 10000 h 10000"/>
              <a:gd name="connsiteX3" fmla="*/ 0 w 10731"/>
              <a:gd name="connsiteY3" fmla="*/ 10000 h 10000"/>
              <a:gd name="connsiteX4" fmla="*/ 0 w 10731"/>
              <a:gd name="connsiteY4" fmla="*/ 0 h 10000"/>
              <a:gd name="connsiteX0" fmla="*/ 0 w 10801"/>
              <a:gd name="connsiteY0" fmla="*/ 0 h 10000"/>
              <a:gd name="connsiteX1" fmla="*/ 10048 w 10801"/>
              <a:gd name="connsiteY1" fmla="*/ 1952 h 10000"/>
              <a:gd name="connsiteX2" fmla="*/ 10045 w 10801"/>
              <a:gd name="connsiteY2" fmla="*/ 9979 h 10000"/>
              <a:gd name="connsiteX3" fmla="*/ 0 w 10801"/>
              <a:gd name="connsiteY3" fmla="*/ 10000 h 10000"/>
              <a:gd name="connsiteX4" fmla="*/ 0 w 10801"/>
              <a:gd name="connsiteY4" fmla="*/ 0 h 10000"/>
              <a:gd name="connsiteX0" fmla="*/ 0 w 10076"/>
              <a:gd name="connsiteY0" fmla="*/ 0 h 10000"/>
              <a:gd name="connsiteX1" fmla="*/ 10048 w 10076"/>
              <a:gd name="connsiteY1" fmla="*/ 1952 h 10000"/>
              <a:gd name="connsiteX2" fmla="*/ 10045 w 10076"/>
              <a:gd name="connsiteY2" fmla="*/ 9979 h 10000"/>
              <a:gd name="connsiteX3" fmla="*/ 0 w 10076"/>
              <a:gd name="connsiteY3" fmla="*/ 10000 h 10000"/>
              <a:gd name="connsiteX4" fmla="*/ 0 w 10076"/>
              <a:gd name="connsiteY4" fmla="*/ 0 h 10000"/>
              <a:gd name="connsiteX0" fmla="*/ 0 w 10076"/>
              <a:gd name="connsiteY0" fmla="*/ 0 h 10000"/>
              <a:gd name="connsiteX1" fmla="*/ 8728 w 10076"/>
              <a:gd name="connsiteY1" fmla="*/ 1688 h 10000"/>
              <a:gd name="connsiteX2" fmla="*/ 10048 w 10076"/>
              <a:gd name="connsiteY2" fmla="*/ 1952 h 10000"/>
              <a:gd name="connsiteX3" fmla="*/ 10045 w 10076"/>
              <a:gd name="connsiteY3" fmla="*/ 9979 h 10000"/>
              <a:gd name="connsiteX4" fmla="*/ 0 w 10076"/>
              <a:gd name="connsiteY4" fmla="*/ 10000 h 10000"/>
              <a:gd name="connsiteX5" fmla="*/ 0 w 10076"/>
              <a:gd name="connsiteY5" fmla="*/ 0 h 10000"/>
              <a:gd name="connsiteX0" fmla="*/ 0 w 10076"/>
              <a:gd name="connsiteY0" fmla="*/ 0 h 10000"/>
              <a:gd name="connsiteX1" fmla="*/ 5204 w 10076"/>
              <a:gd name="connsiteY1" fmla="*/ 3393 h 10000"/>
              <a:gd name="connsiteX2" fmla="*/ 10048 w 10076"/>
              <a:gd name="connsiteY2" fmla="*/ 1952 h 10000"/>
              <a:gd name="connsiteX3" fmla="*/ 10045 w 10076"/>
              <a:gd name="connsiteY3" fmla="*/ 9979 h 10000"/>
              <a:gd name="connsiteX4" fmla="*/ 0 w 10076"/>
              <a:gd name="connsiteY4" fmla="*/ 10000 h 10000"/>
              <a:gd name="connsiteX5" fmla="*/ 0 w 10076"/>
              <a:gd name="connsiteY5" fmla="*/ 0 h 10000"/>
              <a:gd name="connsiteX0" fmla="*/ 0 w 10076"/>
              <a:gd name="connsiteY0" fmla="*/ 0 h 10000"/>
              <a:gd name="connsiteX1" fmla="*/ 5204 w 10076"/>
              <a:gd name="connsiteY1" fmla="*/ 3393 h 10000"/>
              <a:gd name="connsiteX2" fmla="*/ 10048 w 10076"/>
              <a:gd name="connsiteY2" fmla="*/ 1952 h 10000"/>
              <a:gd name="connsiteX3" fmla="*/ 10045 w 10076"/>
              <a:gd name="connsiteY3" fmla="*/ 9979 h 10000"/>
              <a:gd name="connsiteX4" fmla="*/ 0 w 10076"/>
              <a:gd name="connsiteY4" fmla="*/ 10000 h 10000"/>
              <a:gd name="connsiteX5" fmla="*/ 0 w 10076"/>
              <a:gd name="connsiteY5" fmla="*/ 0 h 10000"/>
              <a:gd name="connsiteX0" fmla="*/ 0 w 10076"/>
              <a:gd name="connsiteY0" fmla="*/ 0 h 10000"/>
              <a:gd name="connsiteX1" fmla="*/ 5204 w 10076"/>
              <a:gd name="connsiteY1" fmla="*/ 3393 h 10000"/>
              <a:gd name="connsiteX2" fmla="*/ 10048 w 10076"/>
              <a:gd name="connsiteY2" fmla="*/ 1952 h 10000"/>
              <a:gd name="connsiteX3" fmla="*/ 10045 w 10076"/>
              <a:gd name="connsiteY3" fmla="*/ 9979 h 10000"/>
              <a:gd name="connsiteX4" fmla="*/ 0 w 10076"/>
              <a:gd name="connsiteY4" fmla="*/ 10000 h 10000"/>
              <a:gd name="connsiteX5" fmla="*/ 0 w 10076"/>
              <a:gd name="connsiteY5" fmla="*/ 0 h 10000"/>
              <a:gd name="connsiteX0" fmla="*/ 0 w 10076"/>
              <a:gd name="connsiteY0" fmla="*/ 0 h 10000"/>
              <a:gd name="connsiteX1" fmla="*/ 5204 w 10076"/>
              <a:gd name="connsiteY1" fmla="*/ 3393 h 10000"/>
              <a:gd name="connsiteX2" fmla="*/ 10048 w 10076"/>
              <a:gd name="connsiteY2" fmla="*/ 1952 h 10000"/>
              <a:gd name="connsiteX3" fmla="*/ 10045 w 10076"/>
              <a:gd name="connsiteY3" fmla="*/ 9979 h 10000"/>
              <a:gd name="connsiteX4" fmla="*/ 0 w 10076"/>
              <a:gd name="connsiteY4" fmla="*/ 10000 h 10000"/>
              <a:gd name="connsiteX5" fmla="*/ 0 w 10076"/>
              <a:gd name="connsiteY5" fmla="*/ 0 h 10000"/>
              <a:gd name="connsiteX0" fmla="*/ 0 w 10076"/>
              <a:gd name="connsiteY0" fmla="*/ 0 h 10000"/>
              <a:gd name="connsiteX1" fmla="*/ 5204 w 10076"/>
              <a:gd name="connsiteY1" fmla="*/ 3393 h 10000"/>
              <a:gd name="connsiteX2" fmla="*/ 10048 w 10076"/>
              <a:gd name="connsiteY2" fmla="*/ 1952 h 10000"/>
              <a:gd name="connsiteX3" fmla="*/ 10045 w 10076"/>
              <a:gd name="connsiteY3" fmla="*/ 9979 h 10000"/>
              <a:gd name="connsiteX4" fmla="*/ 0 w 10076"/>
              <a:gd name="connsiteY4" fmla="*/ 10000 h 10000"/>
              <a:gd name="connsiteX5" fmla="*/ 0 w 10076"/>
              <a:gd name="connsiteY5" fmla="*/ 0 h 10000"/>
              <a:gd name="connsiteX0" fmla="*/ 0 w 10076"/>
              <a:gd name="connsiteY0" fmla="*/ 0 h 10000"/>
              <a:gd name="connsiteX1" fmla="*/ 5204 w 10076"/>
              <a:gd name="connsiteY1" fmla="*/ 3393 h 10000"/>
              <a:gd name="connsiteX2" fmla="*/ 10048 w 10076"/>
              <a:gd name="connsiteY2" fmla="*/ 1952 h 10000"/>
              <a:gd name="connsiteX3" fmla="*/ 10045 w 10076"/>
              <a:gd name="connsiteY3" fmla="*/ 9979 h 10000"/>
              <a:gd name="connsiteX4" fmla="*/ 0 w 10076"/>
              <a:gd name="connsiteY4" fmla="*/ 10000 h 10000"/>
              <a:gd name="connsiteX5" fmla="*/ 0 w 10076"/>
              <a:gd name="connsiteY5" fmla="*/ 0 h 10000"/>
              <a:gd name="connsiteX0" fmla="*/ 0 w 10076"/>
              <a:gd name="connsiteY0" fmla="*/ 0 h 10000"/>
              <a:gd name="connsiteX1" fmla="*/ 5204 w 10076"/>
              <a:gd name="connsiteY1" fmla="*/ 3393 h 10000"/>
              <a:gd name="connsiteX2" fmla="*/ 10048 w 10076"/>
              <a:gd name="connsiteY2" fmla="*/ 1952 h 10000"/>
              <a:gd name="connsiteX3" fmla="*/ 10045 w 10076"/>
              <a:gd name="connsiteY3" fmla="*/ 9979 h 10000"/>
              <a:gd name="connsiteX4" fmla="*/ 0 w 10076"/>
              <a:gd name="connsiteY4" fmla="*/ 10000 h 10000"/>
              <a:gd name="connsiteX5" fmla="*/ 0 w 10076"/>
              <a:gd name="connsiteY5" fmla="*/ 0 h 10000"/>
              <a:gd name="connsiteX0" fmla="*/ 0 w 10076"/>
              <a:gd name="connsiteY0" fmla="*/ 0 h 10000"/>
              <a:gd name="connsiteX1" fmla="*/ 5204 w 10076"/>
              <a:gd name="connsiteY1" fmla="*/ 3393 h 10000"/>
              <a:gd name="connsiteX2" fmla="*/ 10048 w 10076"/>
              <a:gd name="connsiteY2" fmla="*/ 1952 h 10000"/>
              <a:gd name="connsiteX3" fmla="*/ 10045 w 10076"/>
              <a:gd name="connsiteY3" fmla="*/ 9979 h 10000"/>
              <a:gd name="connsiteX4" fmla="*/ 0 w 10076"/>
              <a:gd name="connsiteY4" fmla="*/ 10000 h 10000"/>
              <a:gd name="connsiteX5" fmla="*/ 0 w 10076"/>
              <a:gd name="connsiteY5" fmla="*/ 0 h 10000"/>
              <a:gd name="connsiteX0" fmla="*/ 0 w 10076"/>
              <a:gd name="connsiteY0" fmla="*/ 0 h 10000"/>
              <a:gd name="connsiteX1" fmla="*/ 5204 w 10076"/>
              <a:gd name="connsiteY1" fmla="*/ 3393 h 10000"/>
              <a:gd name="connsiteX2" fmla="*/ 10048 w 10076"/>
              <a:gd name="connsiteY2" fmla="*/ 1952 h 10000"/>
              <a:gd name="connsiteX3" fmla="*/ 10045 w 10076"/>
              <a:gd name="connsiteY3" fmla="*/ 9979 h 10000"/>
              <a:gd name="connsiteX4" fmla="*/ 0 w 10076"/>
              <a:gd name="connsiteY4" fmla="*/ 10000 h 10000"/>
              <a:gd name="connsiteX5" fmla="*/ 0 w 10076"/>
              <a:gd name="connsiteY5" fmla="*/ 0 h 10000"/>
              <a:gd name="connsiteX0" fmla="*/ 0 w 10076"/>
              <a:gd name="connsiteY0" fmla="*/ 0 h 10000"/>
              <a:gd name="connsiteX1" fmla="*/ 5204 w 10076"/>
              <a:gd name="connsiteY1" fmla="*/ 3393 h 10000"/>
              <a:gd name="connsiteX2" fmla="*/ 10048 w 10076"/>
              <a:gd name="connsiteY2" fmla="*/ 1952 h 10000"/>
              <a:gd name="connsiteX3" fmla="*/ 10045 w 10076"/>
              <a:gd name="connsiteY3" fmla="*/ 9979 h 10000"/>
              <a:gd name="connsiteX4" fmla="*/ 0 w 10076"/>
              <a:gd name="connsiteY4" fmla="*/ 10000 h 10000"/>
              <a:gd name="connsiteX5" fmla="*/ 0 w 10076"/>
              <a:gd name="connsiteY5" fmla="*/ 0 h 10000"/>
              <a:gd name="connsiteX0" fmla="*/ 0 w 10076"/>
              <a:gd name="connsiteY0" fmla="*/ 0 h 10000"/>
              <a:gd name="connsiteX1" fmla="*/ 5204 w 10076"/>
              <a:gd name="connsiteY1" fmla="*/ 3393 h 10000"/>
              <a:gd name="connsiteX2" fmla="*/ 10048 w 10076"/>
              <a:gd name="connsiteY2" fmla="*/ 1952 h 10000"/>
              <a:gd name="connsiteX3" fmla="*/ 10045 w 10076"/>
              <a:gd name="connsiteY3" fmla="*/ 9979 h 10000"/>
              <a:gd name="connsiteX4" fmla="*/ 0 w 10076"/>
              <a:gd name="connsiteY4" fmla="*/ 10000 h 10000"/>
              <a:gd name="connsiteX5" fmla="*/ 0 w 10076"/>
              <a:gd name="connsiteY5" fmla="*/ 0 h 10000"/>
              <a:gd name="connsiteX0" fmla="*/ 0 w 10076"/>
              <a:gd name="connsiteY0" fmla="*/ 0 h 10000"/>
              <a:gd name="connsiteX1" fmla="*/ 5204 w 10076"/>
              <a:gd name="connsiteY1" fmla="*/ 3393 h 10000"/>
              <a:gd name="connsiteX2" fmla="*/ 10048 w 10076"/>
              <a:gd name="connsiteY2" fmla="*/ 1952 h 10000"/>
              <a:gd name="connsiteX3" fmla="*/ 10045 w 10076"/>
              <a:gd name="connsiteY3" fmla="*/ 9979 h 10000"/>
              <a:gd name="connsiteX4" fmla="*/ 0 w 10076"/>
              <a:gd name="connsiteY4" fmla="*/ 10000 h 10000"/>
              <a:gd name="connsiteX5" fmla="*/ 0 w 10076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76" h="10000">
                <a:moveTo>
                  <a:pt x="0" y="0"/>
                </a:moveTo>
                <a:cubicBezTo>
                  <a:pt x="1671" y="1419"/>
                  <a:pt x="2429" y="2597"/>
                  <a:pt x="5204" y="3393"/>
                </a:cubicBezTo>
                <a:cubicBezTo>
                  <a:pt x="8102" y="3078"/>
                  <a:pt x="8395" y="2761"/>
                  <a:pt x="10048" y="1952"/>
                </a:cubicBezTo>
                <a:cubicBezTo>
                  <a:pt x="10097" y="4460"/>
                  <a:pt x="10073" y="7138"/>
                  <a:pt x="10045" y="9979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75E6C2B-C454-C13F-42D2-E5EA2FA30D4A}"/>
              </a:ext>
            </a:extLst>
          </p:cNvPr>
          <p:cNvCxnSpPr>
            <a:cxnSpLocks/>
          </p:cNvCxnSpPr>
          <p:nvPr/>
        </p:nvCxnSpPr>
        <p:spPr>
          <a:xfrm flipV="1">
            <a:off x="2164080" y="2011680"/>
            <a:ext cx="0" cy="2871216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56BCE54-ADCE-258C-2FE5-8CEDB87C197F}"/>
              </a:ext>
            </a:extLst>
          </p:cNvPr>
          <p:cNvCxnSpPr>
            <a:cxnSpLocks/>
          </p:cNvCxnSpPr>
          <p:nvPr/>
        </p:nvCxnSpPr>
        <p:spPr>
          <a:xfrm>
            <a:off x="2164080" y="4882896"/>
            <a:ext cx="567944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7A48E4C-C0DA-3D79-F7BB-998BA4C552B5}"/>
              </a:ext>
            </a:extLst>
          </p:cNvPr>
          <p:cNvCxnSpPr>
            <a:cxnSpLocks/>
          </p:cNvCxnSpPr>
          <p:nvPr/>
        </p:nvCxnSpPr>
        <p:spPr>
          <a:xfrm flipV="1">
            <a:off x="4931170" y="1792224"/>
            <a:ext cx="0" cy="1220853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5CA6742-F3BE-245E-6211-325CA7D85AC6}"/>
                  </a:ext>
                </a:extLst>
              </p:cNvPr>
              <p:cNvSpPr txBox="1"/>
              <p:nvPr/>
            </p:nvSpPr>
            <p:spPr>
              <a:xfrm>
                <a:off x="3775726" y="4829605"/>
                <a:ext cx="5495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5CA6742-F3BE-245E-6211-325CA7D85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726" y="4829605"/>
                <a:ext cx="549574" cy="461665"/>
              </a:xfrm>
              <a:prstGeom prst="rect">
                <a:avLst/>
              </a:prstGeom>
              <a:blipFill>
                <a:blip r:embed="rId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CD7F251-1F6B-C4D5-0475-B8EFE2D91C5A}"/>
                  </a:ext>
                </a:extLst>
              </p:cNvPr>
              <p:cNvSpPr txBox="1"/>
              <p:nvPr/>
            </p:nvSpPr>
            <p:spPr>
              <a:xfrm>
                <a:off x="4696070" y="4829604"/>
                <a:ext cx="5566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CD7F251-1F6B-C4D5-0475-B8EFE2D91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070" y="4829604"/>
                <a:ext cx="556691" cy="461665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B1010D6-2847-7CE3-91EE-80EF74EBDEA6}"/>
                  </a:ext>
                </a:extLst>
              </p:cNvPr>
              <p:cNvSpPr txBox="1"/>
              <p:nvPr/>
            </p:nvSpPr>
            <p:spPr>
              <a:xfrm>
                <a:off x="1303267" y="1671347"/>
                <a:ext cx="86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B1010D6-2847-7CE3-91EE-80EF74EBD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267" y="1671347"/>
                <a:ext cx="860813" cy="461665"/>
              </a:xfrm>
              <a:prstGeom prst="rect">
                <a:avLst/>
              </a:prstGeom>
              <a:blipFill>
                <a:blip r:embed="rId4"/>
                <a:stretch>
                  <a:fillRect l="-2128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5E8366E-3AD2-7DEF-E920-3B22B2A6506A}"/>
                  </a:ext>
                </a:extLst>
              </p:cNvPr>
              <p:cNvSpPr txBox="1"/>
              <p:nvPr/>
            </p:nvSpPr>
            <p:spPr>
              <a:xfrm>
                <a:off x="7698054" y="4829605"/>
                <a:ext cx="4263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5E8366E-3AD2-7DEF-E920-3B22B2A65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8054" y="4829605"/>
                <a:ext cx="42639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A06EC39-E960-DF69-62D6-0D85146B5786}"/>
              </a:ext>
            </a:extLst>
          </p:cNvPr>
          <p:cNvCxnSpPr>
            <a:cxnSpLocks/>
          </p:cNvCxnSpPr>
          <p:nvPr/>
        </p:nvCxnSpPr>
        <p:spPr>
          <a:xfrm>
            <a:off x="3962400" y="1869899"/>
            <a:ext cx="965095" cy="0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15CB042-C53A-EF8C-D825-DF761C42D36F}"/>
                  </a:ext>
                </a:extLst>
              </p:cNvPr>
              <p:cNvSpPr txBox="1"/>
              <p:nvPr/>
            </p:nvSpPr>
            <p:spPr>
              <a:xfrm>
                <a:off x="4170600" y="1408234"/>
                <a:ext cx="5241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15CB042-C53A-EF8C-D825-DF761C42D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600" y="1408234"/>
                <a:ext cx="524118" cy="461665"/>
              </a:xfrm>
              <a:prstGeom prst="rect">
                <a:avLst/>
              </a:prstGeom>
              <a:blipFill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ACC007E-AC69-BE6B-6C00-05D0FFB53021}"/>
              </a:ext>
            </a:extLst>
          </p:cNvPr>
          <p:cNvSpPr/>
          <p:nvPr/>
        </p:nvSpPr>
        <p:spPr>
          <a:xfrm>
            <a:off x="2773680" y="2151779"/>
            <a:ext cx="4413504" cy="1633835"/>
          </a:xfrm>
          <a:custGeom>
            <a:avLst/>
            <a:gdLst>
              <a:gd name="connsiteX0" fmla="*/ 0 w 4413504"/>
              <a:gd name="connsiteY0" fmla="*/ 1633761 h 1702908"/>
              <a:gd name="connsiteX1" fmla="*/ 1188720 w 4413504"/>
              <a:gd name="connsiteY1" fmla="*/ 33 h 1702908"/>
              <a:gd name="connsiteX2" fmla="*/ 3285744 w 4413504"/>
              <a:gd name="connsiteY2" fmla="*/ 1670337 h 1702908"/>
              <a:gd name="connsiteX3" fmla="*/ 4413504 w 4413504"/>
              <a:gd name="connsiteY3" fmla="*/ 944913 h 1702908"/>
              <a:gd name="connsiteX0" fmla="*/ 0 w 4413504"/>
              <a:gd name="connsiteY0" fmla="*/ 1633793 h 1633793"/>
              <a:gd name="connsiteX1" fmla="*/ 1188720 w 4413504"/>
              <a:gd name="connsiteY1" fmla="*/ 65 h 1633793"/>
              <a:gd name="connsiteX2" fmla="*/ 3005328 w 4413504"/>
              <a:gd name="connsiteY2" fmla="*/ 1566737 h 1633793"/>
              <a:gd name="connsiteX3" fmla="*/ 4413504 w 4413504"/>
              <a:gd name="connsiteY3" fmla="*/ 944945 h 1633793"/>
              <a:gd name="connsiteX0" fmla="*/ 0 w 4413504"/>
              <a:gd name="connsiteY0" fmla="*/ 1633798 h 1709871"/>
              <a:gd name="connsiteX1" fmla="*/ 1188720 w 4413504"/>
              <a:gd name="connsiteY1" fmla="*/ 70 h 1709871"/>
              <a:gd name="connsiteX2" fmla="*/ 3005328 w 4413504"/>
              <a:gd name="connsiteY2" fmla="*/ 1566742 h 1709871"/>
              <a:gd name="connsiteX3" fmla="*/ 3675888 w 4413504"/>
              <a:gd name="connsiteY3" fmla="*/ 1572839 h 1709871"/>
              <a:gd name="connsiteX4" fmla="*/ 4413504 w 4413504"/>
              <a:gd name="connsiteY4" fmla="*/ 944950 h 1709871"/>
              <a:gd name="connsiteX0" fmla="*/ 0 w 4413504"/>
              <a:gd name="connsiteY0" fmla="*/ 1633798 h 1704513"/>
              <a:gd name="connsiteX1" fmla="*/ 1188720 w 4413504"/>
              <a:gd name="connsiteY1" fmla="*/ 70 h 1704513"/>
              <a:gd name="connsiteX2" fmla="*/ 3005328 w 4413504"/>
              <a:gd name="connsiteY2" fmla="*/ 1566742 h 1704513"/>
              <a:gd name="connsiteX3" fmla="*/ 3675888 w 4413504"/>
              <a:gd name="connsiteY3" fmla="*/ 1572839 h 1704513"/>
              <a:gd name="connsiteX4" fmla="*/ 4413504 w 4413504"/>
              <a:gd name="connsiteY4" fmla="*/ 944950 h 1704513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75888 w 4413504"/>
              <a:gd name="connsiteY3" fmla="*/ 1573972 h 1634931"/>
              <a:gd name="connsiteX4" fmla="*/ 4413504 w 4413504"/>
              <a:gd name="connsiteY4" fmla="*/ 946083 h 1634931"/>
              <a:gd name="connsiteX0" fmla="*/ 0 w 4413504"/>
              <a:gd name="connsiteY0" fmla="*/ 1634931 h 1671346"/>
              <a:gd name="connsiteX1" fmla="*/ 1188720 w 4413504"/>
              <a:gd name="connsiteY1" fmla="*/ 1203 h 1671346"/>
              <a:gd name="connsiteX2" fmla="*/ 2743200 w 4413504"/>
              <a:gd name="connsiteY2" fmla="*/ 1372803 h 1671346"/>
              <a:gd name="connsiteX3" fmla="*/ 3383280 w 4413504"/>
              <a:gd name="connsiteY3" fmla="*/ 1641028 h 1671346"/>
              <a:gd name="connsiteX4" fmla="*/ 4413504 w 4413504"/>
              <a:gd name="connsiteY4" fmla="*/ 946083 h 1671346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94176 w 4413504"/>
              <a:gd name="connsiteY3" fmla="*/ 1580068 h 1634931"/>
              <a:gd name="connsiteX4" fmla="*/ 4413504 w 4413504"/>
              <a:gd name="connsiteY4" fmla="*/ 946083 h 1634931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63696 w 4413504"/>
              <a:gd name="connsiteY3" fmla="*/ 1592260 h 1634931"/>
              <a:gd name="connsiteX4" fmla="*/ 4413504 w 4413504"/>
              <a:gd name="connsiteY4" fmla="*/ 946083 h 1634931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76 h 1635276"/>
              <a:gd name="connsiteX1" fmla="*/ 1188720 w 4413504"/>
              <a:gd name="connsiteY1" fmla="*/ 1548 h 1635276"/>
              <a:gd name="connsiteX2" fmla="*/ 2758440 w 4413504"/>
              <a:gd name="connsiteY2" fmla="*/ 1342668 h 1635276"/>
              <a:gd name="connsiteX3" fmla="*/ 3663696 w 4413504"/>
              <a:gd name="connsiteY3" fmla="*/ 1592605 h 1635276"/>
              <a:gd name="connsiteX4" fmla="*/ 4413504 w 4413504"/>
              <a:gd name="connsiteY4" fmla="*/ 946428 h 1635276"/>
              <a:gd name="connsiteX0" fmla="*/ 0 w 4413504"/>
              <a:gd name="connsiteY0" fmla="*/ 1635286 h 1635286"/>
              <a:gd name="connsiteX1" fmla="*/ 1188720 w 4413504"/>
              <a:gd name="connsiteY1" fmla="*/ 1558 h 1635286"/>
              <a:gd name="connsiteX2" fmla="*/ 2758440 w 4413504"/>
              <a:gd name="connsiteY2" fmla="*/ 1342678 h 1635286"/>
              <a:gd name="connsiteX3" fmla="*/ 3663696 w 4413504"/>
              <a:gd name="connsiteY3" fmla="*/ 1592615 h 1635286"/>
              <a:gd name="connsiteX4" fmla="*/ 4413504 w 4413504"/>
              <a:gd name="connsiteY4" fmla="*/ 946438 h 1635286"/>
              <a:gd name="connsiteX0" fmla="*/ 0 w 4413504"/>
              <a:gd name="connsiteY0" fmla="*/ 1633755 h 1633755"/>
              <a:gd name="connsiteX1" fmla="*/ 1188720 w 4413504"/>
              <a:gd name="connsiteY1" fmla="*/ 27 h 1633755"/>
              <a:gd name="connsiteX2" fmla="*/ 3663696 w 4413504"/>
              <a:gd name="connsiteY2" fmla="*/ 1591084 h 1633755"/>
              <a:gd name="connsiteX3" fmla="*/ 4413504 w 4413504"/>
              <a:gd name="connsiteY3" fmla="*/ 944907 h 1633755"/>
              <a:gd name="connsiteX0" fmla="*/ 0 w 4413504"/>
              <a:gd name="connsiteY0" fmla="*/ 1633753 h 1633753"/>
              <a:gd name="connsiteX1" fmla="*/ 1188720 w 4413504"/>
              <a:gd name="connsiteY1" fmla="*/ 25 h 1633753"/>
              <a:gd name="connsiteX2" fmla="*/ 3663696 w 4413504"/>
              <a:gd name="connsiteY2" fmla="*/ 1591082 h 1633753"/>
              <a:gd name="connsiteX3" fmla="*/ 4413504 w 4413504"/>
              <a:gd name="connsiteY3" fmla="*/ 944905 h 1633753"/>
              <a:gd name="connsiteX0" fmla="*/ 0 w 4413504"/>
              <a:gd name="connsiteY0" fmla="*/ 1633753 h 1633753"/>
              <a:gd name="connsiteX1" fmla="*/ 1188720 w 4413504"/>
              <a:gd name="connsiteY1" fmla="*/ 25 h 1633753"/>
              <a:gd name="connsiteX2" fmla="*/ 3663696 w 4413504"/>
              <a:gd name="connsiteY2" fmla="*/ 1591082 h 1633753"/>
              <a:gd name="connsiteX3" fmla="*/ 4413504 w 4413504"/>
              <a:gd name="connsiteY3" fmla="*/ 944905 h 1633753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62 h 1633762"/>
              <a:gd name="connsiteX1" fmla="*/ 1188720 w 4413504"/>
              <a:gd name="connsiteY1" fmla="*/ 34 h 1633762"/>
              <a:gd name="connsiteX2" fmla="*/ 3518916 w 4413504"/>
              <a:gd name="connsiteY2" fmla="*/ 1583471 h 1633762"/>
              <a:gd name="connsiteX3" fmla="*/ 4413504 w 4413504"/>
              <a:gd name="connsiteY3" fmla="*/ 944914 h 1633762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13504" h="1633835">
                <a:moveTo>
                  <a:pt x="0" y="1633835"/>
                </a:moveTo>
                <a:cubicBezTo>
                  <a:pt x="320548" y="813923"/>
                  <a:pt x="620014" y="14839"/>
                  <a:pt x="1188720" y="107"/>
                </a:cubicBezTo>
                <a:cubicBezTo>
                  <a:pt x="1757426" y="-14625"/>
                  <a:pt x="2166112" y="1487024"/>
                  <a:pt x="3412236" y="1545444"/>
                </a:cubicBezTo>
                <a:cubicBezTo>
                  <a:pt x="4115562" y="1476102"/>
                  <a:pt x="4285488" y="1044555"/>
                  <a:pt x="4413504" y="944987"/>
                </a:cubicBezTo>
              </a:path>
            </a:pathLst>
          </a:cu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5DD9FD3-5BC1-DBE6-40B4-7368596716B5}"/>
              </a:ext>
            </a:extLst>
          </p:cNvPr>
          <p:cNvSpPr/>
          <p:nvPr/>
        </p:nvSpPr>
        <p:spPr>
          <a:xfrm>
            <a:off x="2627376" y="2150223"/>
            <a:ext cx="2828544" cy="1940193"/>
          </a:xfrm>
          <a:custGeom>
            <a:avLst/>
            <a:gdLst>
              <a:gd name="connsiteX0" fmla="*/ 0 w 2511552"/>
              <a:gd name="connsiteY0" fmla="*/ 1222985 h 1576553"/>
              <a:gd name="connsiteX1" fmla="*/ 950976 w 2511552"/>
              <a:gd name="connsiteY1" fmla="*/ 3785 h 1576553"/>
              <a:gd name="connsiteX2" fmla="*/ 2511552 w 2511552"/>
              <a:gd name="connsiteY2" fmla="*/ 1576553 h 1576553"/>
              <a:gd name="connsiteX3" fmla="*/ 2511552 w 2511552"/>
              <a:gd name="connsiteY3" fmla="*/ 1576553 h 1576553"/>
              <a:gd name="connsiteX0" fmla="*/ 0 w 2828544"/>
              <a:gd name="connsiteY0" fmla="*/ 1940193 h 1940193"/>
              <a:gd name="connsiteX1" fmla="*/ 1267968 w 2828544"/>
              <a:gd name="connsiteY1" fmla="*/ 1665 h 1940193"/>
              <a:gd name="connsiteX2" fmla="*/ 2828544 w 2828544"/>
              <a:gd name="connsiteY2" fmla="*/ 1574433 h 1940193"/>
              <a:gd name="connsiteX3" fmla="*/ 2828544 w 2828544"/>
              <a:gd name="connsiteY3" fmla="*/ 1574433 h 1940193"/>
              <a:gd name="connsiteX0" fmla="*/ 0 w 2828544"/>
              <a:gd name="connsiteY0" fmla="*/ 1940193 h 1940193"/>
              <a:gd name="connsiteX1" fmla="*/ 1267968 w 2828544"/>
              <a:gd name="connsiteY1" fmla="*/ 1665 h 1940193"/>
              <a:gd name="connsiteX2" fmla="*/ 2828544 w 2828544"/>
              <a:gd name="connsiteY2" fmla="*/ 1574433 h 1940193"/>
              <a:gd name="connsiteX3" fmla="*/ 2828544 w 2828544"/>
              <a:gd name="connsiteY3" fmla="*/ 1574433 h 194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8544" h="1940193">
                <a:moveTo>
                  <a:pt x="0" y="1940193"/>
                </a:moveTo>
                <a:cubicBezTo>
                  <a:pt x="302768" y="1276745"/>
                  <a:pt x="796544" y="62625"/>
                  <a:pt x="1267968" y="1665"/>
                </a:cubicBezTo>
                <a:cubicBezTo>
                  <a:pt x="1739392" y="-59295"/>
                  <a:pt x="2828544" y="1574433"/>
                  <a:pt x="2828544" y="1574433"/>
                </a:cubicBezTo>
                <a:lnTo>
                  <a:pt x="2828544" y="1574433"/>
                </a:lnTo>
              </a:path>
            </a:pathLst>
          </a:custGeom>
          <a:noFill/>
          <a:ln w="254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24B37E4-C236-B331-60D4-0FA26BA41A14}"/>
              </a:ext>
            </a:extLst>
          </p:cNvPr>
          <p:cNvSpPr/>
          <p:nvPr/>
        </p:nvSpPr>
        <p:spPr>
          <a:xfrm flipV="1">
            <a:off x="4631647" y="2705669"/>
            <a:ext cx="2838704" cy="952536"/>
          </a:xfrm>
          <a:custGeom>
            <a:avLst/>
            <a:gdLst>
              <a:gd name="connsiteX0" fmla="*/ 0 w 2511552"/>
              <a:gd name="connsiteY0" fmla="*/ 1222985 h 1576553"/>
              <a:gd name="connsiteX1" fmla="*/ 950976 w 2511552"/>
              <a:gd name="connsiteY1" fmla="*/ 3785 h 1576553"/>
              <a:gd name="connsiteX2" fmla="*/ 2511552 w 2511552"/>
              <a:gd name="connsiteY2" fmla="*/ 1576553 h 1576553"/>
              <a:gd name="connsiteX3" fmla="*/ 2511552 w 2511552"/>
              <a:gd name="connsiteY3" fmla="*/ 1576553 h 1576553"/>
              <a:gd name="connsiteX0" fmla="*/ 0 w 2828544"/>
              <a:gd name="connsiteY0" fmla="*/ 1940193 h 1940193"/>
              <a:gd name="connsiteX1" fmla="*/ 1267968 w 2828544"/>
              <a:gd name="connsiteY1" fmla="*/ 1665 h 1940193"/>
              <a:gd name="connsiteX2" fmla="*/ 2828544 w 2828544"/>
              <a:gd name="connsiteY2" fmla="*/ 1574433 h 1940193"/>
              <a:gd name="connsiteX3" fmla="*/ 2828544 w 2828544"/>
              <a:gd name="connsiteY3" fmla="*/ 1574433 h 1940193"/>
              <a:gd name="connsiteX0" fmla="*/ 0 w 2828544"/>
              <a:gd name="connsiteY0" fmla="*/ 1940193 h 1940193"/>
              <a:gd name="connsiteX1" fmla="*/ 1267968 w 2828544"/>
              <a:gd name="connsiteY1" fmla="*/ 1665 h 1940193"/>
              <a:gd name="connsiteX2" fmla="*/ 2828544 w 2828544"/>
              <a:gd name="connsiteY2" fmla="*/ 1574433 h 1940193"/>
              <a:gd name="connsiteX3" fmla="*/ 2828544 w 2828544"/>
              <a:gd name="connsiteY3" fmla="*/ 1574433 h 1940193"/>
              <a:gd name="connsiteX0" fmla="*/ 0 w 2828544"/>
              <a:gd name="connsiteY0" fmla="*/ 1940193 h 1940193"/>
              <a:gd name="connsiteX1" fmla="*/ 1267968 w 2828544"/>
              <a:gd name="connsiteY1" fmla="*/ 1665 h 1940193"/>
              <a:gd name="connsiteX2" fmla="*/ 2828544 w 2828544"/>
              <a:gd name="connsiteY2" fmla="*/ 1574433 h 1940193"/>
              <a:gd name="connsiteX3" fmla="*/ 2803144 w 2828544"/>
              <a:gd name="connsiteY3" fmla="*/ 1847475 h 1940193"/>
              <a:gd name="connsiteX0" fmla="*/ 0 w 2803144"/>
              <a:gd name="connsiteY0" fmla="*/ 1938648 h 1938648"/>
              <a:gd name="connsiteX1" fmla="*/ 1267968 w 2803144"/>
              <a:gd name="connsiteY1" fmla="*/ 120 h 1938648"/>
              <a:gd name="connsiteX2" fmla="*/ 2803144 w 2803144"/>
              <a:gd name="connsiteY2" fmla="*/ 1845930 h 1938648"/>
              <a:gd name="connsiteX0" fmla="*/ 0 w 2813304"/>
              <a:gd name="connsiteY0" fmla="*/ 1938978 h 1938978"/>
              <a:gd name="connsiteX1" fmla="*/ 1267968 w 2813304"/>
              <a:gd name="connsiteY1" fmla="*/ 450 h 1938978"/>
              <a:gd name="connsiteX2" fmla="*/ 2813304 w 2813304"/>
              <a:gd name="connsiteY2" fmla="*/ 1763160 h 1938978"/>
              <a:gd name="connsiteX0" fmla="*/ 0 w 2813304"/>
              <a:gd name="connsiteY0" fmla="*/ 1939069 h 1939069"/>
              <a:gd name="connsiteX1" fmla="*/ 1267968 w 2813304"/>
              <a:gd name="connsiteY1" fmla="*/ 541 h 1939069"/>
              <a:gd name="connsiteX2" fmla="*/ 2813304 w 2813304"/>
              <a:gd name="connsiteY2" fmla="*/ 1763251 h 1939069"/>
              <a:gd name="connsiteX0" fmla="*/ 0 w 2813304"/>
              <a:gd name="connsiteY0" fmla="*/ 1939169 h 1939169"/>
              <a:gd name="connsiteX1" fmla="*/ 1267968 w 2813304"/>
              <a:gd name="connsiteY1" fmla="*/ 641 h 1939169"/>
              <a:gd name="connsiteX2" fmla="*/ 2813304 w 2813304"/>
              <a:gd name="connsiteY2" fmla="*/ 1763351 h 1939169"/>
              <a:gd name="connsiteX0" fmla="*/ 0 w 2813304"/>
              <a:gd name="connsiteY0" fmla="*/ 1939169 h 1939169"/>
              <a:gd name="connsiteX1" fmla="*/ 1267968 w 2813304"/>
              <a:gd name="connsiteY1" fmla="*/ 641 h 1939169"/>
              <a:gd name="connsiteX2" fmla="*/ 2813304 w 2813304"/>
              <a:gd name="connsiteY2" fmla="*/ 1763351 h 1939169"/>
              <a:gd name="connsiteX0" fmla="*/ 0 w 2726944"/>
              <a:gd name="connsiteY0" fmla="*/ 1949176 h 1949176"/>
              <a:gd name="connsiteX1" fmla="*/ 1267968 w 2726944"/>
              <a:gd name="connsiteY1" fmla="*/ 10648 h 1949176"/>
              <a:gd name="connsiteX2" fmla="*/ 2726944 w 2726944"/>
              <a:gd name="connsiteY2" fmla="*/ 1345988 h 1949176"/>
              <a:gd name="connsiteX0" fmla="*/ 0 w 2711704"/>
              <a:gd name="connsiteY0" fmla="*/ 1946727 h 1946727"/>
              <a:gd name="connsiteX1" fmla="*/ 1267968 w 2711704"/>
              <a:gd name="connsiteY1" fmla="*/ 8199 h 1946727"/>
              <a:gd name="connsiteX2" fmla="*/ 2711704 w 2711704"/>
              <a:gd name="connsiteY2" fmla="*/ 1402896 h 1946727"/>
              <a:gd name="connsiteX0" fmla="*/ 0 w 2762504"/>
              <a:gd name="connsiteY0" fmla="*/ 2142334 h 2142334"/>
              <a:gd name="connsiteX1" fmla="*/ 1318768 w 2762504"/>
              <a:gd name="connsiteY1" fmla="*/ 13864 h 2142334"/>
              <a:gd name="connsiteX2" fmla="*/ 2762504 w 2762504"/>
              <a:gd name="connsiteY2" fmla="*/ 1408561 h 2142334"/>
              <a:gd name="connsiteX0" fmla="*/ 0 w 2808224"/>
              <a:gd name="connsiteY0" fmla="*/ 2144173 h 2144173"/>
              <a:gd name="connsiteX1" fmla="*/ 1318768 w 2808224"/>
              <a:gd name="connsiteY1" fmla="*/ 15703 h 2144173"/>
              <a:gd name="connsiteX2" fmla="*/ 2808224 w 2808224"/>
              <a:gd name="connsiteY2" fmla="*/ 1374786 h 2144173"/>
              <a:gd name="connsiteX0" fmla="*/ 0 w 2808224"/>
              <a:gd name="connsiteY0" fmla="*/ 2143530 h 2143530"/>
              <a:gd name="connsiteX1" fmla="*/ 1318768 w 2808224"/>
              <a:gd name="connsiteY1" fmla="*/ 15060 h 2143530"/>
              <a:gd name="connsiteX2" fmla="*/ 2808224 w 2808224"/>
              <a:gd name="connsiteY2" fmla="*/ 1374143 h 2143530"/>
              <a:gd name="connsiteX0" fmla="*/ 0 w 2808224"/>
              <a:gd name="connsiteY0" fmla="*/ 2143128 h 2143128"/>
              <a:gd name="connsiteX1" fmla="*/ 1318768 w 2808224"/>
              <a:gd name="connsiteY1" fmla="*/ 14658 h 2143128"/>
              <a:gd name="connsiteX2" fmla="*/ 2808224 w 2808224"/>
              <a:gd name="connsiteY2" fmla="*/ 1373741 h 2143128"/>
              <a:gd name="connsiteX0" fmla="*/ 0 w 2808224"/>
              <a:gd name="connsiteY0" fmla="*/ 2143128 h 2143128"/>
              <a:gd name="connsiteX1" fmla="*/ 1318768 w 2808224"/>
              <a:gd name="connsiteY1" fmla="*/ 14658 h 2143128"/>
              <a:gd name="connsiteX2" fmla="*/ 2808224 w 2808224"/>
              <a:gd name="connsiteY2" fmla="*/ 1373741 h 2143128"/>
              <a:gd name="connsiteX0" fmla="*/ 0 w 2808224"/>
              <a:gd name="connsiteY0" fmla="*/ 2142205 h 2142205"/>
              <a:gd name="connsiteX1" fmla="*/ 1318768 w 2808224"/>
              <a:gd name="connsiteY1" fmla="*/ 13735 h 2142205"/>
              <a:gd name="connsiteX2" fmla="*/ 2808224 w 2808224"/>
              <a:gd name="connsiteY2" fmla="*/ 1372818 h 2142205"/>
              <a:gd name="connsiteX0" fmla="*/ 0 w 2823464"/>
              <a:gd name="connsiteY0" fmla="*/ 2142205 h 2142205"/>
              <a:gd name="connsiteX1" fmla="*/ 1318768 w 2823464"/>
              <a:gd name="connsiteY1" fmla="*/ 13735 h 2142205"/>
              <a:gd name="connsiteX2" fmla="*/ 2823464 w 2823464"/>
              <a:gd name="connsiteY2" fmla="*/ 1372818 h 2142205"/>
              <a:gd name="connsiteX0" fmla="*/ 0 w 2823464"/>
              <a:gd name="connsiteY0" fmla="*/ 2141238 h 2141238"/>
              <a:gd name="connsiteX1" fmla="*/ 1318768 w 2823464"/>
              <a:gd name="connsiteY1" fmla="*/ 12768 h 2141238"/>
              <a:gd name="connsiteX2" fmla="*/ 2823464 w 2823464"/>
              <a:gd name="connsiteY2" fmla="*/ 1371851 h 2141238"/>
              <a:gd name="connsiteX0" fmla="*/ 0 w 2853944"/>
              <a:gd name="connsiteY0" fmla="*/ 2141238 h 2141238"/>
              <a:gd name="connsiteX1" fmla="*/ 1318768 w 2853944"/>
              <a:gd name="connsiteY1" fmla="*/ 12768 h 2141238"/>
              <a:gd name="connsiteX2" fmla="*/ 2853944 w 2853944"/>
              <a:gd name="connsiteY2" fmla="*/ 1371851 h 2141238"/>
              <a:gd name="connsiteX0" fmla="*/ 0 w 2853944"/>
              <a:gd name="connsiteY0" fmla="*/ 2141238 h 2141238"/>
              <a:gd name="connsiteX1" fmla="*/ 1318768 w 2853944"/>
              <a:gd name="connsiteY1" fmla="*/ 12768 h 2141238"/>
              <a:gd name="connsiteX2" fmla="*/ 2853944 w 2853944"/>
              <a:gd name="connsiteY2" fmla="*/ 1371851 h 2141238"/>
              <a:gd name="connsiteX0" fmla="*/ 0 w 2838704"/>
              <a:gd name="connsiteY0" fmla="*/ 2189335 h 2189335"/>
              <a:gd name="connsiteX1" fmla="*/ 1303528 w 2838704"/>
              <a:gd name="connsiteY1" fmla="*/ 14161 h 2189335"/>
              <a:gd name="connsiteX2" fmla="*/ 2838704 w 2838704"/>
              <a:gd name="connsiteY2" fmla="*/ 1373244 h 2189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38704" h="2189335">
                <a:moveTo>
                  <a:pt x="0" y="2189335"/>
                </a:moveTo>
                <a:cubicBezTo>
                  <a:pt x="302768" y="1525887"/>
                  <a:pt x="830411" y="150176"/>
                  <a:pt x="1303528" y="14161"/>
                </a:cubicBezTo>
                <a:cubicBezTo>
                  <a:pt x="1776645" y="-121854"/>
                  <a:pt x="2508716" y="751272"/>
                  <a:pt x="2838704" y="1373244"/>
                </a:cubicBezTo>
              </a:path>
            </a:pathLst>
          </a:custGeom>
          <a:noFill/>
          <a:ln w="254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1335D38-C1C3-ADA6-B3E8-12ED0828E6D9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5930694" y="3652044"/>
            <a:ext cx="4481" cy="1249140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4365B9-E3F4-2ECE-58A7-D38A5D52505C}"/>
                  </a:ext>
                </a:extLst>
              </p:cNvPr>
              <p:cNvSpPr txBox="1"/>
              <p:nvPr/>
            </p:nvSpPr>
            <p:spPr>
              <a:xfrm>
                <a:off x="5676023" y="4829604"/>
                <a:ext cx="5566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4365B9-E3F4-2ECE-58A7-D38A5D525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023" y="4829604"/>
                <a:ext cx="556691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32E8880-E5C5-6A2E-FF1E-247CB7C14554}"/>
                  </a:ext>
                </a:extLst>
              </p:cNvPr>
              <p:cNvSpPr txBox="1"/>
              <p:nvPr/>
            </p:nvSpPr>
            <p:spPr>
              <a:xfrm>
                <a:off x="6702415" y="4826961"/>
                <a:ext cx="5566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32E8880-E5C5-6A2E-FF1E-247CB7C14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2415" y="4826961"/>
                <a:ext cx="556691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FA88645-C419-50F1-EACD-B21B2A80AE33}"/>
                  </a:ext>
                </a:extLst>
              </p:cNvPr>
              <p:cNvSpPr txBox="1"/>
              <p:nvPr/>
            </p:nvSpPr>
            <p:spPr>
              <a:xfrm>
                <a:off x="2724137" y="4826961"/>
                <a:ext cx="5566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FA88645-C419-50F1-EACD-B21B2A80A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137" y="4826961"/>
                <a:ext cx="556691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7DBE80D-445C-C6D7-01EC-6E9DD0B7EB17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3927664" y="2151886"/>
            <a:ext cx="34736" cy="2732153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6691A5-EE59-8D4C-5564-C36C93DF0146}"/>
              </a:ext>
            </a:extLst>
          </p:cNvPr>
          <p:cNvCxnSpPr>
            <a:cxnSpLocks/>
          </p:cNvCxnSpPr>
          <p:nvPr/>
        </p:nvCxnSpPr>
        <p:spPr>
          <a:xfrm flipV="1">
            <a:off x="2938272" y="3385820"/>
            <a:ext cx="0" cy="1497076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5EA5612-779F-333D-587A-7E159020C8C8}"/>
              </a:ext>
            </a:extLst>
          </p:cNvPr>
          <p:cNvCxnSpPr>
            <a:cxnSpLocks/>
          </p:cNvCxnSpPr>
          <p:nvPr/>
        </p:nvCxnSpPr>
        <p:spPr>
          <a:xfrm flipV="1">
            <a:off x="4931170" y="3013077"/>
            <a:ext cx="0" cy="1874518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CBA612C-AF3E-C38A-4FFA-61379D0B2795}"/>
              </a:ext>
            </a:extLst>
          </p:cNvPr>
          <p:cNvCxnSpPr>
            <a:cxnSpLocks/>
          </p:cNvCxnSpPr>
          <p:nvPr/>
        </p:nvCxnSpPr>
        <p:spPr>
          <a:xfrm flipV="1">
            <a:off x="3962400" y="1792224"/>
            <a:ext cx="0" cy="388807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223D0F0-C1AE-3DD1-80F3-FBE05785F0D1}"/>
              </a:ext>
            </a:extLst>
          </p:cNvPr>
          <p:cNvCxnSpPr>
            <a:cxnSpLocks/>
          </p:cNvCxnSpPr>
          <p:nvPr/>
        </p:nvCxnSpPr>
        <p:spPr>
          <a:xfrm flipV="1">
            <a:off x="6934200" y="3385820"/>
            <a:ext cx="0" cy="151536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9566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lowchart: Manual Input 3">
            <a:extLst>
              <a:ext uri="{FF2B5EF4-FFF2-40B4-BE49-F238E27FC236}">
                <a16:creationId xmlns:a16="http://schemas.microsoft.com/office/drawing/2014/main" id="{D8690648-BBE0-4761-ADF3-47DFB4687BE5}"/>
              </a:ext>
            </a:extLst>
          </p:cNvPr>
          <p:cNvSpPr/>
          <p:nvPr/>
        </p:nvSpPr>
        <p:spPr>
          <a:xfrm flipH="1">
            <a:off x="3587453" y="2201225"/>
            <a:ext cx="348868" cy="2684719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51"/>
              <a:gd name="connsiteY0" fmla="*/ 0 h 11574"/>
              <a:gd name="connsiteX1" fmla="*/ 10051 w 10051"/>
              <a:gd name="connsiteY1" fmla="*/ 1574 h 11574"/>
              <a:gd name="connsiteX2" fmla="*/ 10051 w 10051"/>
              <a:gd name="connsiteY2" fmla="*/ 11574 h 11574"/>
              <a:gd name="connsiteX3" fmla="*/ 51 w 10051"/>
              <a:gd name="connsiteY3" fmla="*/ 11574 h 11574"/>
              <a:gd name="connsiteX4" fmla="*/ 0 w 10051"/>
              <a:gd name="connsiteY4" fmla="*/ 0 h 11574"/>
              <a:gd name="connsiteX0" fmla="*/ 0 w 10051"/>
              <a:gd name="connsiteY0" fmla="*/ 0 h 11574"/>
              <a:gd name="connsiteX1" fmla="*/ 8579 w 10051"/>
              <a:gd name="connsiteY1" fmla="*/ 4542 h 11574"/>
              <a:gd name="connsiteX2" fmla="*/ 10051 w 10051"/>
              <a:gd name="connsiteY2" fmla="*/ 11574 h 11574"/>
              <a:gd name="connsiteX3" fmla="*/ 51 w 10051"/>
              <a:gd name="connsiteY3" fmla="*/ 11574 h 11574"/>
              <a:gd name="connsiteX4" fmla="*/ 0 w 10051"/>
              <a:gd name="connsiteY4" fmla="*/ 0 h 11574"/>
              <a:gd name="connsiteX0" fmla="*/ 0 w 10102"/>
              <a:gd name="connsiteY0" fmla="*/ 0 h 11574"/>
              <a:gd name="connsiteX1" fmla="*/ 10102 w 10102"/>
              <a:gd name="connsiteY1" fmla="*/ 3675 h 11574"/>
              <a:gd name="connsiteX2" fmla="*/ 10051 w 10102"/>
              <a:gd name="connsiteY2" fmla="*/ 11574 h 11574"/>
              <a:gd name="connsiteX3" fmla="*/ 51 w 10102"/>
              <a:gd name="connsiteY3" fmla="*/ 11574 h 11574"/>
              <a:gd name="connsiteX4" fmla="*/ 0 w 10102"/>
              <a:gd name="connsiteY4" fmla="*/ 0 h 11574"/>
              <a:gd name="connsiteX0" fmla="*/ 0 w 10051"/>
              <a:gd name="connsiteY0" fmla="*/ 0 h 11574"/>
              <a:gd name="connsiteX1" fmla="*/ 10051 w 10051"/>
              <a:gd name="connsiteY1" fmla="*/ 3632 h 11574"/>
              <a:gd name="connsiteX2" fmla="*/ 10051 w 10051"/>
              <a:gd name="connsiteY2" fmla="*/ 11574 h 11574"/>
              <a:gd name="connsiteX3" fmla="*/ 51 w 10051"/>
              <a:gd name="connsiteY3" fmla="*/ 11574 h 11574"/>
              <a:gd name="connsiteX4" fmla="*/ 0 w 10051"/>
              <a:gd name="connsiteY4" fmla="*/ 0 h 11574"/>
              <a:gd name="connsiteX0" fmla="*/ 0 w 10051"/>
              <a:gd name="connsiteY0" fmla="*/ 0 h 11574"/>
              <a:gd name="connsiteX1" fmla="*/ 10051 w 10051"/>
              <a:gd name="connsiteY1" fmla="*/ 3567 h 11574"/>
              <a:gd name="connsiteX2" fmla="*/ 10051 w 10051"/>
              <a:gd name="connsiteY2" fmla="*/ 11574 h 11574"/>
              <a:gd name="connsiteX3" fmla="*/ 51 w 10051"/>
              <a:gd name="connsiteY3" fmla="*/ 11574 h 11574"/>
              <a:gd name="connsiteX4" fmla="*/ 0 w 10051"/>
              <a:gd name="connsiteY4" fmla="*/ 0 h 11574"/>
              <a:gd name="connsiteX0" fmla="*/ 0 w 10051"/>
              <a:gd name="connsiteY0" fmla="*/ 0 h 9616"/>
              <a:gd name="connsiteX1" fmla="*/ 10051 w 10051"/>
              <a:gd name="connsiteY1" fmla="*/ 1609 h 9616"/>
              <a:gd name="connsiteX2" fmla="*/ 10051 w 10051"/>
              <a:gd name="connsiteY2" fmla="*/ 9616 h 9616"/>
              <a:gd name="connsiteX3" fmla="*/ 51 w 10051"/>
              <a:gd name="connsiteY3" fmla="*/ 9616 h 9616"/>
              <a:gd name="connsiteX4" fmla="*/ 0 w 10051"/>
              <a:gd name="connsiteY4" fmla="*/ 0 h 9616"/>
              <a:gd name="connsiteX0" fmla="*/ 224 w 9950"/>
              <a:gd name="connsiteY0" fmla="*/ 0 h 9872"/>
              <a:gd name="connsiteX1" fmla="*/ 9950 w 9950"/>
              <a:gd name="connsiteY1" fmla="*/ 1545 h 9872"/>
              <a:gd name="connsiteX2" fmla="*/ 9950 w 9950"/>
              <a:gd name="connsiteY2" fmla="*/ 9872 h 9872"/>
              <a:gd name="connsiteX3" fmla="*/ 1 w 9950"/>
              <a:gd name="connsiteY3" fmla="*/ 9872 h 9872"/>
              <a:gd name="connsiteX4" fmla="*/ 224 w 9950"/>
              <a:gd name="connsiteY4" fmla="*/ 0 h 9872"/>
              <a:gd name="connsiteX0" fmla="*/ 225 w 10069"/>
              <a:gd name="connsiteY0" fmla="*/ 0 h 10000"/>
              <a:gd name="connsiteX1" fmla="*/ 10069 w 10069"/>
              <a:gd name="connsiteY1" fmla="*/ 47 h 10000"/>
              <a:gd name="connsiteX2" fmla="*/ 10000 w 10069"/>
              <a:gd name="connsiteY2" fmla="*/ 10000 h 10000"/>
              <a:gd name="connsiteX3" fmla="*/ 1 w 10069"/>
              <a:gd name="connsiteY3" fmla="*/ 10000 h 10000"/>
              <a:gd name="connsiteX4" fmla="*/ 225 w 10069"/>
              <a:gd name="connsiteY4" fmla="*/ 0 h 10000"/>
              <a:gd name="connsiteX0" fmla="*/ 225 w 10069"/>
              <a:gd name="connsiteY0" fmla="*/ 1330 h 9953"/>
              <a:gd name="connsiteX1" fmla="*/ 10069 w 10069"/>
              <a:gd name="connsiteY1" fmla="*/ 0 h 9953"/>
              <a:gd name="connsiteX2" fmla="*/ 10000 w 10069"/>
              <a:gd name="connsiteY2" fmla="*/ 9953 h 9953"/>
              <a:gd name="connsiteX3" fmla="*/ 1 w 10069"/>
              <a:gd name="connsiteY3" fmla="*/ 9953 h 9953"/>
              <a:gd name="connsiteX4" fmla="*/ 225 w 10069"/>
              <a:gd name="connsiteY4" fmla="*/ 1330 h 9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9" h="9953">
                <a:moveTo>
                  <a:pt x="225" y="1330"/>
                </a:moveTo>
                <a:lnTo>
                  <a:pt x="10069" y="0"/>
                </a:lnTo>
                <a:cubicBezTo>
                  <a:pt x="10046" y="3318"/>
                  <a:pt x="10023" y="6635"/>
                  <a:pt x="10000" y="9953"/>
                </a:cubicBezTo>
                <a:lnTo>
                  <a:pt x="1" y="9953"/>
                </a:lnTo>
                <a:cubicBezTo>
                  <a:pt x="-16" y="6577"/>
                  <a:pt x="242" y="4706"/>
                  <a:pt x="225" y="1330"/>
                </a:cubicBezTo>
                <a:close/>
              </a:path>
            </a:pathLst>
          </a:cu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lowchart: Manual Input 3">
            <a:extLst>
              <a:ext uri="{FF2B5EF4-FFF2-40B4-BE49-F238E27FC236}">
                <a16:creationId xmlns:a16="http://schemas.microsoft.com/office/drawing/2014/main" id="{AB747D40-AA52-491E-B8CB-8C14F663E6EB}"/>
              </a:ext>
            </a:extLst>
          </p:cNvPr>
          <p:cNvSpPr/>
          <p:nvPr/>
        </p:nvSpPr>
        <p:spPr>
          <a:xfrm flipH="1">
            <a:off x="3936975" y="2601165"/>
            <a:ext cx="346546" cy="2275254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51"/>
              <a:gd name="connsiteY0" fmla="*/ 0 h 11574"/>
              <a:gd name="connsiteX1" fmla="*/ 10051 w 10051"/>
              <a:gd name="connsiteY1" fmla="*/ 1574 h 11574"/>
              <a:gd name="connsiteX2" fmla="*/ 10051 w 10051"/>
              <a:gd name="connsiteY2" fmla="*/ 11574 h 11574"/>
              <a:gd name="connsiteX3" fmla="*/ 51 w 10051"/>
              <a:gd name="connsiteY3" fmla="*/ 11574 h 11574"/>
              <a:gd name="connsiteX4" fmla="*/ 0 w 10051"/>
              <a:gd name="connsiteY4" fmla="*/ 0 h 11574"/>
              <a:gd name="connsiteX0" fmla="*/ 0 w 10051"/>
              <a:gd name="connsiteY0" fmla="*/ 0 h 11574"/>
              <a:gd name="connsiteX1" fmla="*/ 8579 w 10051"/>
              <a:gd name="connsiteY1" fmla="*/ 4542 h 11574"/>
              <a:gd name="connsiteX2" fmla="*/ 10051 w 10051"/>
              <a:gd name="connsiteY2" fmla="*/ 11574 h 11574"/>
              <a:gd name="connsiteX3" fmla="*/ 51 w 10051"/>
              <a:gd name="connsiteY3" fmla="*/ 11574 h 11574"/>
              <a:gd name="connsiteX4" fmla="*/ 0 w 10051"/>
              <a:gd name="connsiteY4" fmla="*/ 0 h 11574"/>
              <a:gd name="connsiteX0" fmla="*/ 0 w 10102"/>
              <a:gd name="connsiteY0" fmla="*/ 0 h 11574"/>
              <a:gd name="connsiteX1" fmla="*/ 10102 w 10102"/>
              <a:gd name="connsiteY1" fmla="*/ 3675 h 11574"/>
              <a:gd name="connsiteX2" fmla="*/ 10051 w 10102"/>
              <a:gd name="connsiteY2" fmla="*/ 11574 h 11574"/>
              <a:gd name="connsiteX3" fmla="*/ 51 w 10102"/>
              <a:gd name="connsiteY3" fmla="*/ 11574 h 11574"/>
              <a:gd name="connsiteX4" fmla="*/ 0 w 10102"/>
              <a:gd name="connsiteY4" fmla="*/ 0 h 11574"/>
              <a:gd name="connsiteX0" fmla="*/ 0 w 10051"/>
              <a:gd name="connsiteY0" fmla="*/ 0 h 11574"/>
              <a:gd name="connsiteX1" fmla="*/ 10051 w 10051"/>
              <a:gd name="connsiteY1" fmla="*/ 3632 h 11574"/>
              <a:gd name="connsiteX2" fmla="*/ 10051 w 10051"/>
              <a:gd name="connsiteY2" fmla="*/ 11574 h 11574"/>
              <a:gd name="connsiteX3" fmla="*/ 51 w 10051"/>
              <a:gd name="connsiteY3" fmla="*/ 11574 h 11574"/>
              <a:gd name="connsiteX4" fmla="*/ 0 w 10051"/>
              <a:gd name="connsiteY4" fmla="*/ 0 h 11574"/>
              <a:gd name="connsiteX0" fmla="*/ 0 w 10051"/>
              <a:gd name="connsiteY0" fmla="*/ 0 h 11574"/>
              <a:gd name="connsiteX1" fmla="*/ 10051 w 10051"/>
              <a:gd name="connsiteY1" fmla="*/ 3567 h 11574"/>
              <a:gd name="connsiteX2" fmla="*/ 10051 w 10051"/>
              <a:gd name="connsiteY2" fmla="*/ 11574 h 11574"/>
              <a:gd name="connsiteX3" fmla="*/ 51 w 10051"/>
              <a:gd name="connsiteY3" fmla="*/ 11574 h 11574"/>
              <a:gd name="connsiteX4" fmla="*/ 0 w 10051"/>
              <a:gd name="connsiteY4" fmla="*/ 0 h 11574"/>
              <a:gd name="connsiteX0" fmla="*/ 0 w 10051"/>
              <a:gd name="connsiteY0" fmla="*/ 0 h 9616"/>
              <a:gd name="connsiteX1" fmla="*/ 10051 w 10051"/>
              <a:gd name="connsiteY1" fmla="*/ 1609 h 9616"/>
              <a:gd name="connsiteX2" fmla="*/ 10051 w 10051"/>
              <a:gd name="connsiteY2" fmla="*/ 9616 h 9616"/>
              <a:gd name="connsiteX3" fmla="*/ 51 w 10051"/>
              <a:gd name="connsiteY3" fmla="*/ 9616 h 9616"/>
              <a:gd name="connsiteX4" fmla="*/ 0 w 10051"/>
              <a:gd name="connsiteY4" fmla="*/ 0 h 9616"/>
              <a:gd name="connsiteX0" fmla="*/ 224 w 9950"/>
              <a:gd name="connsiteY0" fmla="*/ 0 h 9872"/>
              <a:gd name="connsiteX1" fmla="*/ 9950 w 9950"/>
              <a:gd name="connsiteY1" fmla="*/ 1545 h 9872"/>
              <a:gd name="connsiteX2" fmla="*/ 9950 w 9950"/>
              <a:gd name="connsiteY2" fmla="*/ 9872 h 9872"/>
              <a:gd name="connsiteX3" fmla="*/ 1 w 9950"/>
              <a:gd name="connsiteY3" fmla="*/ 9872 h 9872"/>
              <a:gd name="connsiteX4" fmla="*/ 224 w 9950"/>
              <a:gd name="connsiteY4" fmla="*/ 0 h 9872"/>
              <a:gd name="connsiteX0" fmla="*/ 21 w 10002"/>
              <a:gd name="connsiteY0" fmla="*/ 2408 h 8435"/>
              <a:gd name="connsiteX1" fmla="*/ 10002 w 10002"/>
              <a:gd name="connsiteY1" fmla="*/ 0 h 8435"/>
              <a:gd name="connsiteX2" fmla="*/ 10002 w 10002"/>
              <a:gd name="connsiteY2" fmla="*/ 8435 h 8435"/>
              <a:gd name="connsiteX3" fmla="*/ 3 w 10002"/>
              <a:gd name="connsiteY3" fmla="*/ 8435 h 8435"/>
              <a:gd name="connsiteX4" fmla="*/ 21 w 10002"/>
              <a:gd name="connsiteY4" fmla="*/ 2408 h 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2" h="8435">
                <a:moveTo>
                  <a:pt x="21" y="2408"/>
                </a:moveTo>
                <a:lnTo>
                  <a:pt x="10002" y="0"/>
                </a:lnTo>
                <a:lnTo>
                  <a:pt x="10002" y="8435"/>
                </a:lnTo>
                <a:lnTo>
                  <a:pt x="3" y="8435"/>
                </a:lnTo>
                <a:cubicBezTo>
                  <a:pt x="-14" y="5059"/>
                  <a:pt x="38" y="5784"/>
                  <a:pt x="21" y="2408"/>
                </a:cubicBezTo>
                <a:close/>
              </a:path>
            </a:pathLst>
          </a:cu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lowchart: Manual Input 3">
            <a:extLst>
              <a:ext uri="{FF2B5EF4-FFF2-40B4-BE49-F238E27FC236}">
                <a16:creationId xmlns:a16="http://schemas.microsoft.com/office/drawing/2014/main" id="{E89087AF-BAA0-4E3C-9038-A67D43B7820D}"/>
              </a:ext>
            </a:extLst>
          </p:cNvPr>
          <p:cNvSpPr/>
          <p:nvPr/>
        </p:nvSpPr>
        <p:spPr>
          <a:xfrm flipH="1">
            <a:off x="3242988" y="2188547"/>
            <a:ext cx="346477" cy="2697397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51"/>
              <a:gd name="connsiteY0" fmla="*/ 0 h 11574"/>
              <a:gd name="connsiteX1" fmla="*/ 10051 w 10051"/>
              <a:gd name="connsiteY1" fmla="*/ 1574 h 11574"/>
              <a:gd name="connsiteX2" fmla="*/ 10051 w 10051"/>
              <a:gd name="connsiteY2" fmla="*/ 11574 h 11574"/>
              <a:gd name="connsiteX3" fmla="*/ 51 w 10051"/>
              <a:gd name="connsiteY3" fmla="*/ 11574 h 11574"/>
              <a:gd name="connsiteX4" fmla="*/ 0 w 10051"/>
              <a:gd name="connsiteY4" fmla="*/ 0 h 11574"/>
              <a:gd name="connsiteX0" fmla="*/ 0 w 10051"/>
              <a:gd name="connsiteY0" fmla="*/ 0 h 11574"/>
              <a:gd name="connsiteX1" fmla="*/ 8579 w 10051"/>
              <a:gd name="connsiteY1" fmla="*/ 4542 h 11574"/>
              <a:gd name="connsiteX2" fmla="*/ 10051 w 10051"/>
              <a:gd name="connsiteY2" fmla="*/ 11574 h 11574"/>
              <a:gd name="connsiteX3" fmla="*/ 51 w 10051"/>
              <a:gd name="connsiteY3" fmla="*/ 11574 h 11574"/>
              <a:gd name="connsiteX4" fmla="*/ 0 w 10051"/>
              <a:gd name="connsiteY4" fmla="*/ 0 h 11574"/>
              <a:gd name="connsiteX0" fmla="*/ 0 w 10102"/>
              <a:gd name="connsiteY0" fmla="*/ 0 h 11574"/>
              <a:gd name="connsiteX1" fmla="*/ 10102 w 10102"/>
              <a:gd name="connsiteY1" fmla="*/ 3675 h 11574"/>
              <a:gd name="connsiteX2" fmla="*/ 10051 w 10102"/>
              <a:gd name="connsiteY2" fmla="*/ 11574 h 11574"/>
              <a:gd name="connsiteX3" fmla="*/ 51 w 10102"/>
              <a:gd name="connsiteY3" fmla="*/ 11574 h 11574"/>
              <a:gd name="connsiteX4" fmla="*/ 0 w 10102"/>
              <a:gd name="connsiteY4" fmla="*/ 0 h 11574"/>
              <a:gd name="connsiteX0" fmla="*/ 0 w 10051"/>
              <a:gd name="connsiteY0" fmla="*/ 0 h 11574"/>
              <a:gd name="connsiteX1" fmla="*/ 10051 w 10051"/>
              <a:gd name="connsiteY1" fmla="*/ 3632 h 11574"/>
              <a:gd name="connsiteX2" fmla="*/ 10051 w 10051"/>
              <a:gd name="connsiteY2" fmla="*/ 11574 h 11574"/>
              <a:gd name="connsiteX3" fmla="*/ 51 w 10051"/>
              <a:gd name="connsiteY3" fmla="*/ 11574 h 11574"/>
              <a:gd name="connsiteX4" fmla="*/ 0 w 10051"/>
              <a:gd name="connsiteY4" fmla="*/ 0 h 11574"/>
              <a:gd name="connsiteX0" fmla="*/ 0 w 10051"/>
              <a:gd name="connsiteY0" fmla="*/ 0 h 11574"/>
              <a:gd name="connsiteX1" fmla="*/ 10051 w 10051"/>
              <a:gd name="connsiteY1" fmla="*/ 3567 h 11574"/>
              <a:gd name="connsiteX2" fmla="*/ 10051 w 10051"/>
              <a:gd name="connsiteY2" fmla="*/ 11574 h 11574"/>
              <a:gd name="connsiteX3" fmla="*/ 51 w 10051"/>
              <a:gd name="connsiteY3" fmla="*/ 11574 h 11574"/>
              <a:gd name="connsiteX4" fmla="*/ 0 w 10051"/>
              <a:gd name="connsiteY4" fmla="*/ 0 h 11574"/>
              <a:gd name="connsiteX0" fmla="*/ 0 w 10051"/>
              <a:gd name="connsiteY0" fmla="*/ 0 h 9616"/>
              <a:gd name="connsiteX1" fmla="*/ 10051 w 10051"/>
              <a:gd name="connsiteY1" fmla="*/ 1609 h 9616"/>
              <a:gd name="connsiteX2" fmla="*/ 10051 w 10051"/>
              <a:gd name="connsiteY2" fmla="*/ 9616 h 9616"/>
              <a:gd name="connsiteX3" fmla="*/ 51 w 10051"/>
              <a:gd name="connsiteY3" fmla="*/ 9616 h 9616"/>
              <a:gd name="connsiteX4" fmla="*/ 0 w 10051"/>
              <a:gd name="connsiteY4" fmla="*/ 0 h 9616"/>
              <a:gd name="connsiteX0" fmla="*/ 224 w 9950"/>
              <a:gd name="connsiteY0" fmla="*/ 0 h 9872"/>
              <a:gd name="connsiteX1" fmla="*/ 9950 w 9950"/>
              <a:gd name="connsiteY1" fmla="*/ 1545 h 9872"/>
              <a:gd name="connsiteX2" fmla="*/ 9950 w 9950"/>
              <a:gd name="connsiteY2" fmla="*/ 9872 h 9872"/>
              <a:gd name="connsiteX3" fmla="*/ 1 w 9950"/>
              <a:gd name="connsiteY3" fmla="*/ 9872 h 9872"/>
              <a:gd name="connsiteX4" fmla="*/ 224 w 9950"/>
              <a:gd name="connsiteY4" fmla="*/ 0 h 9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50" h="9872">
                <a:moveTo>
                  <a:pt x="224" y="0"/>
                </a:moveTo>
                <a:lnTo>
                  <a:pt x="9950" y="1545"/>
                </a:lnTo>
                <a:lnTo>
                  <a:pt x="9950" y="9872"/>
                </a:lnTo>
                <a:lnTo>
                  <a:pt x="1" y="9872"/>
                </a:lnTo>
                <a:cubicBezTo>
                  <a:pt x="-16" y="6539"/>
                  <a:pt x="241" y="3333"/>
                  <a:pt x="224" y="0"/>
                </a:cubicBezTo>
                <a:close/>
              </a:path>
            </a:pathLst>
          </a:cu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Manual Input 5">
            <a:extLst>
              <a:ext uri="{FF2B5EF4-FFF2-40B4-BE49-F238E27FC236}">
                <a16:creationId xmlns:a16="http://schemas.microsoft.com/office/drawing/2014/main" id="{3DF48355-18F6-D9D6-7AD4-EE142CDDA40C}"/>
              </a:ext>
            </a:extLst>
          </p:cNvPr>
          <p:cNvSpPr/>
          <p:nvPr/>
        </p:nvSpPr>
        <p:spPr>
          <a:xfrm>
            <a:off x="5909518" y="3251552"/>
            <a:ext cx="1015156" cy="1631339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1705 h 9705"/>
              <a:gd name="connsiteX1" fmla="*/ 10000 w 10000"/>
              <a:gd name="connsiteY1" fmla="*/ 0 h 9705"/>
              <a:gd name="connsiteX2" fmla="*/ 10000 w 10000"/>
              <a:gd name="connsiteY2" fmla="*/ 9705 h 9705"/>
              <a:gd name="connsiteX3" fmla="*/ 0 w 10000"/>
              <a:gd name="connsiteY3" fmla="*/ 9705 h 9705"/>
              <a:gd name="connsiteX4" fmla="*/ 0 w 10000"/>
              <a:gd name="connsiteY4" fmla="*/ 1705 h 9705"/>
              <a:gd name="connsiteX0" fmla="*/ 0 w 10000"/>
              <a:gd name="connsiteY0" fmla="*/ 2613 h 10856"/>
              <a:gd name="connsiteX1" fmla="*/ 10000 w 10000"/>
              <a:gd name="connsiteY1" fmla="*/ 0 h 10856"/>
              <a:gd name="connsiteX2" fmla="*/ 10000 w 10000"/>
              <a:gd name="connsiteY2" fmla="*/ 10856 h 10856"/>
              <a:gd name="connsiteX3" fmla="*/ 0 w 10000"/>
              <a:gd name="connsiteY3" fmla="*/ 10856 h 10856"/>
              <a:gd name="connsiteX4" fmla="*/ 0 w 10000"/>
              <a:gd name="connsiteY4" fmla="*/ 2613 h 10856"/>
              <a:gd name="connsiteX0" fmla="*/ 0 w 10143"/>
              <a:gd name="connsiteY0" fmla="*/ 2359 h 10856"/>
              <a:gd name="connsiteX1" fmla="*/ 10143 w 10143"/>
              <a:gd name="connsiteY1" fmla="*/ 0 h 10856"/>
              <a:gd name="connsiteX2" fmla="*/ 10143 w 10143"/>
              <a:gd name="connsiteY2" fmla="*/ 10856 h 10856"/>
              <a:gd name="connsiteX3" fmla="*/ 143 w 10143"/>
              <a:gd name="connsiteY3" fmla="*/ 10856 h 10856"/>
              <a:gd name="connsiteX4" fmla="*/ 0 w 10143"/>
              <a:gd name="connsiteY4" fmla="*/ 2359 h 10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43" h="10856">
                <a:moveTo>
                  <a:pt x="0" y="2359"/>
                </a:moveTo>
                <a:lnTo>
                  <a:pt x="10143" y="0"/>
                </a:lnTo>
                <a:lnTo>
                  <a:pt x="10143" y="10856"/>
                </a:lnTo>
                <a:lnTo>
                  <a:pt x="143" y="10856"/>
                </a:lnTo>
                <a:cubicBezTo>
                  <a:pt x="95" y="8024"/>
                  <a:pt x="48" y="5191"/>
                  <a:pt x="0" y="2359"/>
                </a:cubicBezTo>
                <a:close/>
              </a:path>
            </a:pathLst>
          </a:cu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Manual Input 4">
            <a:extLst>
              <a:ext uri="{FF2B5EF4-FFF2-40B4-BE49-F238E27FC236}">
                <a16:creationId xmlns:a16="http://schemas.microsoft.com/office/drawing/2014/main" id="{B04F7B7D-83F0-B64B-9AEC-652B77E5CD7F}"/>
              </a:ext>
            </a:extLst>
          </p:cNvPr>
          <p:cNvSpPr/>
          <p:nvPr/>
        </p:nvSpPr>
        <p:spPr>
          <a:xfrm>
            <a:off x="5122456" y="3606183"/>
            <a:ext cx="794727" cy="1273118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2334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334 h 10000"/>
              <a:gd name="connsiteX0" fmla="*/ 0 w 10051"/>
              <a:gd name="connsiteY0" fmla="*/ 0 h 7666"/>
              <a:gd name="connsiteX1" fmla="*/ 10051 w 10051"/>
              <a:gd name="connsiteY1" fmla="*/ 2551 h 7666"/>
              <a:gd name="connsiteX2" fmla="*/ 10000 w 10051"/>
              <a:gd name="connsiteY2" fmla="*/ 7666 h 7666"/>
              <a:gd name="connsiteX3" fmla="*/ 0 w 10051"/>
              <a:gd name="connsiteY3" fmla="*/ 7666 h 7666"/>
              <a:gd name="connsiteX4" fmla="*/ 0 w 10051"/>
              <a:gd name="connsiteY4" fmla="*/ 0 h 7666"/>
              <a:gd name="connsiteX0" fmla="*/ 0 w 9949"/>
              <a:gd name="connsiteY0" fmla="*/ 0 h 10000"/>
              <a:gd name="connsiteX1" fmla="*/ 9881 w 9949"/>
              <a:gd name="connsiteY1" fmla="*/ 218 h 10000"/>
              <a:gd name="connsiteX2" fmla="*/ 9949 w 9949"/>
              <a:gd name="connsiteY2" fmla="*/ 10000 h 10000"/>
              <a:gd name="connsiteX3" fmla="*/ 0 w 9949"/>
              <a:gd name="connsiteY3" fmla="*/ 10000 h 10000"/>
              <a:gd name="connsiteX4" fmla="*/ 0 w 9949"/>
              <a:gd name="connsiteY4" fmla="*/ 0 h 10000"/>
              <a:gd name="connsiteX0" fmla="*/ 0 w 10000"/>
              <a:gd name="connsiteY0" fmla="*/ 185 h 9782"/>
              <a:gd name="connsiteX1" fmla="*/ 9932 w 10000"/>
              <a:gd name="connsiteY1" fmla="*/ 0 h 9782"/>
              <a:gd name="connsiteX2" fmla="*/ 10000 w 10000"/>
              <a:gd name="connsiteY2" fmla="*/ 9782 h 9782"/>
              <a:gd name="connsiteX3" fmla="*/ 0 w 10000"/>
              <a:gd name="connsiteY3" fmla="*/ 9782 h 9782"/>
              <a:gd name="connsiteX4" fmla="*/ 0 w 10000"/>
              <a:gd name="connsiteY4" fmla="*/ 185 h 9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782">
                <a:moveTo>
                  <a:pt x="0" y="185"/>
                </a:moveTo>
                <a:lnTo>
                  <a:pt x="9932" y="0"/>
                </a:lnTo>
                <a:cubicBezTo>
                  <a:pt x="9955" y="3261"/>
                  <a:pt x="9977" y="6521"/>
                  <a:pt x="10000" y="9782"/>
                </a:cubicBezTo>
                <a:lnTo>
                  <a:pt x="0" y="9782"/>
                </a:lnTo>
                <a:lnTo>
                  <a:pt x="0" y="185"/>
                </a:lnTo>
                <a:close/>
              </a:path>
            </a:pathLst>
          </a:cu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Manual Input 2">
            <a:extLst>
              <a:ext uri="{FF2B5EF4-FFF2-40B4-BE49-F238E27FC236}">
                <a16:creationId xmlns:a16="http://schemas.microsoft.com/office/drawing/2014/main" id="{7F7F5661-B094-2C35-0832-BF6432ABB7BD}"/>
              </a:ext>
            </a:extLst>
          </p:cNvPr>
          <p:cNvSpPr/>
          <p:nvPr/>
        </p:nvSpPr>
        <p:spPr>
          <a:xfrm>
            <a:off x="2936612" y="2573381"/>
            <a:ext cx="308757" cy="2309511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7479 h 15479"/>
              <a:gd name="connsiteX1" fmla="*/ 9695 w 10000"/>
              <a:gd name="connsiteY1" fmla="*/ 0 h 15479"/>
              <a:gd name="connsiteX2" fmla="*/ 10000 w 10000"/>
              <a:gd name="connsiteY2" fmla="*/ 15479 h 15479"/>
              <a:gd name="connsiteX3" fmla="*/ 0 w 10000"/>
              <a:gd name="connsiteY3" fmla="*/ 15479 h 15479"/>
              <a:gd name="connsiteX4" fmla="*/ 0 w 10000"/>
              <a:gd name="connsiteY4" fmla="*/ 7479 h 15479"/>
              <a:gd name="connsiteX0" fmla="*/ 51 w 10000"/>
              <a:gd name="connsiteY0" fmla="*/ 7137 h 15479"/>
              <a:gd name="connsiteX1" fmla="*/ 9695 w 10000"/>
              <a:gd name="connsiteY1" fmla="*/ 0 h 15479"/>
              <a:gd name="connsiteX2" fmla="*/ 10000 w 10000"/>
              <a:gd name="connsiteY2" fmla="*/ 15479 h 15479"/>
              <a:gd name="connsiteX3" fmla="*/ 0 w 10000"/>
              <a:gd name="connsiteY3" fmla="*/ 15479 h 15479"/>
              <a:gd name="connsiteX4" fmla="*/ 51 w 10000"/>
              <a:gd name="connsiteY4" fmla="*/ 7137 h 15479"/>
              <a:gd name="connsiteX0" fmla="*/ 51 w 10000"/>
              <a:gd name="connsiteY0" fmla="*/ 6937 h 15279"/>
              <a:gd name="connsiteX1" fmla="*/ 9695 w 10000"/>
              <a:gd name="connsiteY1" fmla="*/ 0 h 15279"/>
              <a:gd name="connsiteX2" fmla="*/ 10000 w 10000"/>
              <a:gd name="connsiteY2" fmla="*/ 15279 h 15279"/>
              <a:gd name="connsiteX3" fmla="*/ 0 w 10000"/>
              <a:gd name="connsiteY3" fmla="*/ 15279 h 15279"/>
              <a:gd name="connsiteX4" fmla="*/ 51 w 10000"/>
              <a:gd name="connsiteY4" fmla="*/ 6937 h 15279"/>
              <a:gd name="connsiteX0" fmla="*/ 51 w 10000"/>
              <a:gd name="connsiteY0" fmla="*/ 6966 h 15308"/>
              <a:gd name="connsiteX1" fmla="*/ 9798 w 10000"/>
              <a:gd name="connsiteY1" fmla="*/ 0 h 15308"/>
              <a:gd name="connsiteX2" fmla="*/ 10000 w 10000"/>
              <a:gd name="connsiteY2" fmla="*/ 15308 h 15308"/>
              <a:gd name="connsiteX3" fmla="*/ 0 w 10000"/>
              <a:gd name="connsiteY3" fmla="*/ 15308 h 15308"/>
              <a:gd name="connsiteX4" fmla="*/ 51 w 10000"/>
              <a:gd name="connsiteY4" fmla="*/ 6966 h 15308"/>
              <a:gd name="connsiteX0" fmla="*/ 51 w 10000"/>
              <a:gd name="connsiteY0" fmla="*/ 6966 h 15308"/>
              <a:gd name="connsiteX1" fmla="*/ 9901 w 10000"/>
              <a:gd name="connsiteY1" fmla="*/ 0 h 15308"/>
              <a:gd name="connsiteX2" fmla="*/ 10000 w 10000"/>
              <a:gd name="connsiteY2" fmla="*/ 15308 h 15308"/>
              <a:gd name="connsiteX3" fmla="*/ 0 w 10000"/>
              <a:gd name="connsiteY3" fmla="*/ 15308 h 15308"/>
              <a:gd name="connsiteX4" fmla="*/ 51 w 10000"/>
              <a:gd name="connsiteY4" fmla="*/ 6966 h 15308"/>
              <a:gd name="connsiteX0" fmla="*/ 2 w 10054"/>
              <a:gd name="connsiteY0" fmla="*/ 5325 h 15308"/>
              <a:gd name="connsiteX1" fmla="*/ 9955 w 10054"/>
              <a:gd name="connsiteY1" fmla="*/ 0 h 15308"/>
              <a:gd name="connsiteX2" fmla="*/ 10054 w 10054"/>
              <a:gd name="connsiteY2" fmla="*/ 15308 h 15308"/>
              <a:gd name="connsiteX3" fmla="*/ 54 w 10054"/>
              <a:gd name="connsiteY3" fmla="*/ 15308 h 15308"/>
              <a:gd name="connsiteX4" fmla="*/ 2 w 10054"/>
              <a:gd name="connsiteY4" fmla="*/ 5325 h 15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4" h="15308">
                <a:moveTo>
                  <a:pt x="2" y="5325"/>
                </a:moveTo>
                <a:cubicBezTo>
                  <a:pt x="3285" y="3003"/>
                  <a:pt x="6672" y="2322"/>
                  <a:pt x="9955" y="0"/>
                </a:cubicBezTo>
                <a:cubicBezTo>
                  <a:pt x="10057" y="5160"/>
                  <a:pt x="9952" y="10148"/>
                  <a:pt x="10054" y="15308"/>
                </a:cubicBezTo>
                <a:lnTo>
                  <a:pt x="54" y="15308"/>
                </a:lnTo>
                <a:cubicBezTo>
                  <a:pt x="71" y="12527"/>
                  <a:pt x="-15" y="8106"/>
                  <a:pt x="2" y="5325"/>
                </a:cubicBezTo>
                <a:close/>
              </a:path>
            </a:pathLst>
          </a:cu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Manual Input 4">
            <a:extLst>
              <a:ext uri="{FF2B5EF4-FFF2-40B4-BE49-F238E27FC236}">
                <a16:creationId xmlns:a16="http://schemas.microsoft.com/office/drawing/2014/main" id="{90DAAF10-5AB7-4CDB-B9E1-AF94B5244429}"/>
              </a:ext>
            </a:extLst>
          </p:cNvPr>
          <p:cNvSpPr/>
          <p:nvPr/>
        </p:nvSpPr>
        <p:spPr>
          <a:xfrm>
            <a:off x="4284424" y="3290888"/>
            <a:ext cx="314325" cy="1590557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2334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334 h 10000"/>
              <a:gd name="connsiteX0" fmla="*/ 0 w 10051"/>
              <a:gd name="connsiteY0" fmla="*/ 0 h 7666"/>
              <a:gd name="connsiteX1" fmla="*/ 10051 w 10051"/>
              <a:gd name="connsiteY1" fmla="*/ 2551 h 7666"/>
              <a:gd name="connsiteX2" fmla="*/ 10000 w 10051"/>
              <a:gd name="connsiteY2" fmla="*/ 7666 h 7666"/>
              <a:gd name="connsiteX3" fmla="*/ 0 w 10051"/>
              <a:gd name="connsiteY3" fmla="*/ 7666 h 7666"/>
              <a:gd name="connsiteX4" fmla="*/ 0 w 10051"/>
              <a:gd name="connsiteY4" fmla="*/ 0 h 7666"/>
              <a:gd name="connsiteX0" fmla="*/ 0 w 10313"/>
              <a:gd name="connsiteY0" fmla="*/ 0 h 10000"/>
              <a:gd name="connsiteX1" fmla="*/ 10313 w 10313"/>
              <a:gd name="connsiteY1" fmla="*/ 1472 h 10000"/>
              <a:gd name="connsiteX2" fmla="*/ 9949 w 10313"/>
              <a:gd name="connsiteY2" fmla="*/ 10000 h 10000"/>
              <a:gd name="connsiteX3" fmla="*/ 0 w 10313"/>
              <a:gd name="connsiteY3" fmla="*/ 10000 h 10000"/>
              <a:gd name="connsiteX4" fmla="*/ 0 w 10313"/>
              <a:gd name="connsiteY4" fmla="*/ 0 h 10000"/>
              <a:gd name="connsiteX0" fmla="*/ 0 w 10313"/>
              <a:gd name="connsiteY0" fmla="*/ 0 h 10000"/>
              <a:gd name="connsiteX1" fmla="*/ 10313 w 10313"/>
              <a:gd name="connsiteY1" fmla="*/ 1472 h 10000"/>
              <a:gd name="connsiteX2" fmla="*/ 9949 w 10313"/>
              <a:gd name="connsiteY2" fmla="*/ 10000 h 10000"/>
              <a:gd name="connsiteX3" fmla="*/ 0 w 10313"/>
              <a:gd name="connsiteY3" fmla="*/ 10000 h 10000"/>
              <a:gd name="connsiteX4" fmla="*/ 0 w 1031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13" h="10000">
                <a:moveTo>
                  <a:pt x="0" y="0"/>
                </a:moveTo>
                <a:lnTo>
                  <a:pt x="10313" y="1472"/>
                </a:lnTo>
                <a:cubicBezTo>
                  <a:pt x="10192" y="4315"/>
                  <a:pt x="10070" y="7157"/>
                  <a:pt x="9949" y="10000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lowchart: Manual Input 4">
            <a:extLst>
              <a:ext uri="{FF2B5EF4-FFF2-40B4-BE49-F238E27FC236}">
                <a16:creationId xmlns:a16="http://schemas.microsoft.com/office/drawing/2014/main" id="{A2863129-2E6C-4B32-AEEA-38A3E1FF0BF2}"/>
              </a:ext>
            </a:extLst>
          </p:cNvPr>
          <p:cNvSpPr/>
          <p:nvPr/>
        </p:nvSpPr>
        <p:spPr>
          <a:xfrm>
            <a:off x="4593987" y="3521195"/>
            <a:ext cx="533854" cy="1356403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2334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334 h 10000"/>
              <a:gd name="connsiteX0" fmla="*/ 0 w 10051"/>
              <a:gd name="connsiteY0" fmla="*/ 0 h 7666"/>
              <a:gd name="connsiteX1" fmla="*/ 10051 w 10051"/>
              <a:gd name="connsiteY1" fmla="*/ 2551 h 7666"/>
              <a:gd name="connsiteX2" fmla="*/ 10000 w 10051"/>
              <a:gd name="connsiteY2" fmla="*/ 7666 h 7666"/>
              <a:gd name="connsiteX3" fmla="*/ 0 w 10051"/>
              <a:gd name="connsiteY3" fmla="*/ 7666 h 7666"/>
              <a:gd name="connsiteX4" fmla="*/ 0 w 10051"/>
              <a:gd name="connsiteY4" fmla="*/ 0 h 7666"/>
              <a:gd name="connsiteX0" fmla="*/ 134 w 10000"/>
              <a:gd name="connsiteY0" fmla="*/ 0 h 8841"/>
              <a:gd name="connsiteX1" fmla="*/ 10000 w 10000"/>
              <a:gd name="connsiteY1" fmla="*/ 2169 h 8841"/>
              <a:gd name="connsiteX2" fmla="*/ 9949 w 10000"/>
              <a:gd name="connsiteY2" fmla="*/ 8841 h 8841"/>
              <a:gd name="connsiteX3" fmla="*/ 0 w 10000"/>
              <a:gd name="connsiteY3" fmla="*/ 8841 h 8841"/>
              <a:gd name="connsiteX4" fmla="*/ 134 w 10000"/>
              <a:gd name="connsiteY4" fmla="*/ 0 h 8841"/>
              <a:gd name="connsiteX0" fmla="*/ 134 w 10120"/>
              <a:gd name="connsiteY0" fmla="*/ 0 h 10000"/>
              <a:gd name="connsiteX1" fmla="*/ 10120 w 10120"/>
              <a:gd name="connsiteY1" fmla="*/ 814 h 10000"/>
              <a:gd name="connsiteX2" fmla="*/ 9949 w 10120"/>
              <a:gd name="connsiteY2" fmla="*/ 10000 h 10000"/>
              <a:gd name="connsiteX3" fmla="*/ 0 w 10120"/>
              <a:gd name="connsiteY3" fmla="*/ 10000 h 10000"/>
              <a:gd name="connsiteX4" fmla="*/ 134 w 1012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20" h="10000">
                <a:moveTo>
                  <a:pt x="134" y="0"/>
                </a:moveTo>
                <a:lnTo>
                  <a:pt x="10120" y="814"/>
                </a:lnTo>
                <a:lnTo>
                  <a:pt x="9949" y="10000"/>
                </a:lnTo>
                <a:lnTo>
                  <a:pt x="0" y="10000"/>
                </a:lnTo>
                <a:cubicBezTo>
                  <a:pt x="45" y="6667"/>
                  <a:pt x="89" y="3333"/>
                  <a:pt x="134" y="0"/>
                </a:cubicBezTo>
                <a:close/>
              </a:path>
            </a:pathLst>
          </a:cu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75E6C2B-C454-C13F-42D2-E5EA2FA30D4A}"/>
              </a:ext>
            </a:extLst>
          </p:cNvPr>
          <p:cNvCxnSpPr>
            <a:cxnSpLocks/>
          </p:cNvCxnSpPr>
          <p:nvPr/>
        </p:nvCxnSpPr>
        <p:spPr>
          <a:xfrm flipV="1">
            <a:off x="2164080" y="2011680"/>
            <a:ext cx="0" cy="2871216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56BCE54-ADCE-258C-2FE5-8CEDB87C197F}"/>
              </a:ext>
            </a:extLst>
          </p:cNvPr>
          <p:cNvCxnSpPr>
            <a:cxnSpLocks/>
          </p:cNvCxnSpPr>
          <p:nvPr/>
        </p:nvCxnSpPr>
        <p:spPr>
          <a:xfrm>
            <a:off x="2164080" y="4882896"/>
            <a:ext cx="567944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6691A5-EE59-8D4C-5564-C36C93DF0146}"/>
              </a:ext>
            </a:extLst>
          </p:cNvPr>
          <p:cNvCxnSpPr>
            <a:cxnSpLocks/>
          </p:cNvCxnSpPr>
          <p:nvPr/>
        </p:nvCxnSpPr>
        <p:spPr>
          <a:xfrm flipV="1">
            <a:off x="2938272" y="3429000"/>
            <a:ext cx="0" cy="1453896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223D0F0-C1AE-3DD1-80F3-FBE05785F0D1}"/>
              </a:ext>
            </a:extLst>
          </p:cNvPr>
          <p:cNvCxnSpPr>
            <a:cxnSpLocks/>
          </p:cNvCxnSpPr>
          <p:nvPr/>
        </p:nvCxnSpPr>
        <p:spPr>
          <a:xfrm flipV="1">
            <a:off x="6934200" y="3352800"/>
            <a:ext cx="0" cy="1548384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7DBE80D-445C-C6D7-01EC-6E9DD0B7EB17}"/>
              </a:ext>
            </a:extLst>
          </p:cNvPr>
          <p:cNvCxnSpPr>
            <a:cxnSpLocks/>
          </p:cNvCxnSpPr>
          <p:nvPr/>
        </p:nvCxnSpPr>
        <p:spPr>
          <a:xfrm flipV="1">
            <a:off x="4590269" y="2009343"/>
            <a:ext cx="0" cy="287278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7A48E4C-C0DA-3D79-F7BB-998BA4C552B5}"/>
              </a:ext>
            </a:extLst>
          </p:cNvPr>
          <p:cNvCxnSpPr>
            <a:cxnSpLocks/>
          </p:cNvCxnSpPr>
          <p:nvPr/>
        </p:nvCxnSpPr>
        <p:spPr>
          <a:xfrm flipV="1">
            <a:off x="5121175" y="2011680"/>
            <a:ext cx="0" cy="28712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5CA6742-F3BE-245E-6211-325CA7D85AC6}"/>
                  </a:ext>
                </a:extLst>
              </p:cNvPr>
              <p:cNvSpPr txBox="1"/>
              <p:nvPr/>
            </p:nvSpPr>
            <p:spPr>
              <a:xfrm>
                <a:off x="4375079" y="4793136"/>
                <a:ext cx="5130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5CA6742-F3BE-245E-6211-325CA7D85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079" y="4793136"/>
                <a:ext cx="513089" cy="461665"/>
              </a:xfrm>
              <a:prstGeom prst="rect">
                <a:avLst/>
              </a:prstGeom>
              <a:blipFill>
                <a:blip r:embed="rId2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CD7F251-1F6B-C4D5-0475-B8EFE2D91C5A}"/>
                  </a:ext>
                </a:extLst>
              </p:cNvPr>
              <p:cNvSpPr txBox="1"/>
              <p:nvPr/>
            </p:nvSpPr>
            <p:spPr>
              <a:xfrm>
                <a:off x="4947600" y="4781807"/>
                <a:ext cx="80643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CD7F251-1F6B-C4D5-0475-B8EFE2D91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600" y="4781807"/>
                <a:ext cx="806439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5E8366E-3AD2-7DEF-E920-3B22B2A6506A}"/>
                  </a:ext>
                </a:extLst>
              </p:cNvPr>
              <p:cNvSpPr txBox="1"/>
              <p:nvPr/>
            </p:nvSpPr>
            <p:spPr>
              <a:xfrm>
                <a:off x="7698054" y="4829605"/>
                <a:ext cx="4263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5E8366E-3AD2-7DEF-E920-3B22B2A65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8054" y="4829605"/>
                <a:ext cx="42639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A06EC39-E960-DF69-62D6-0D85146B5786}"/>
              </a:ext>
            </a:extLst>
          </p:cNvPr>
          <p:cNvCxnSpPr>
            <a:cxnSpLocks/>
          </p:cNvCxnSpPr>
          <p:nvPr/>
        </p:nvCxnSpPr>
        <p:spPr>
          <a:xfrm>
            <a:off x="4601056" y="2058875"/>
            <a:ext cx="520119" cy="0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15CB042-C53A-EF8C-D825-DF761C42D36F}"/>
                  </a:ext>
                </a:extLst>
              </p:cNvPr>
              <p:cNvSpPr txBox="1"/>
              <p:nvPr/>
            </p:nvSpPr>
            <p:spPr>
              <a:xfrm>
                <a:off x="4597056" y="1635448"/>
                <a:ext cx="5241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15CB042-C53A-EF8C-D825-DF761C42D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056" y="1635448"/>
                <a:ext cx="524118" cy="461665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678CB01-A9D8-D62A-032A-7C1D340271C7}"/>
                  </a:ext>
                </a:extLst>
              </p:cNvPr>
              <p:cNvSpPr txBox="1"/>
              <p:nvPr/>
            </p:nvSpPr>
            <p:spPr>
              <a:xfrm>
                <a:off x="1379467" y="1671347"/>
                <a:ext cx="86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678CB01-A9D8-D62A-032A-7C1D34027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467" y="1671347"/>
                <a:ext cx="860813" cy="461665"/>
              </a:xfrm>
              <a:prstGeom prst="rect">
                <a:avLst/>
              </a:prstGeom>
              <a:blipFill>
                <a:blip r:embed="rId6"/>
                <a:stretch>
                  <a:fillRect l="-1408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ACC007E-AC69-BE6B-6C00-05D0FFB53021}"/>
              </a:ext>
            </a:extLst>
          </p:cNvPr>
          <p:cNvSpPr/>
          <p:nvPr/>
        </p:nvSpPr>
        <p:spPr>
          <a:xfrm>
            <a:off x="2631176" y="2188624"/>
            <a:ext cx="4556008" cy="2309510"/>
          </a:xfrm>
          <a:custGeom>
            <a:avLst/>
            <a:gdLst>
              <a:gd name="connsiteX0" fmla="*/ 0 w 4413504"/>
              <a:gd name="connsiteY0" fmla="*/ 1633761 h 1702908"/>
              <a:gd name="connsiteX1" fmla="*/ 1188720 w 4413504"/>
              <a:gd name="connsiteY1" fmla="*/ 33 h 1702908"/>
              <a:gd name="connsiteX2" fmla="*/ 3285744 w 4413504"/>
              <a:gd name="connsiteY2" fmla="*/ 1670337 h 1702908"/>
              <a:gd name="connsiteX3" fmla="*/ 4413504 w 4413504"/>
              <a:gd name="connsiteY3" fmla="*/ 944913 h 1702908"/>
              <a:gd name="connsiteX0" fmla="*/ 0 w 4413504"/>
              <a:gd name="connsiteY0" fmla="*/ 1633793 h 1633793"/>
              <a:gd name="connsiteX1" fmla="*/ 1188720 w 4413504"/>
              <a:gd name="connsiteY1" fmla="*/ 65 h 1633793"/>
              <a:gd name="connsiteX2" fmla="*/ 3005328 w 4413504"/>
              <a:gd name="connsiteY2" fmla="*/ 1566737 h 1633793"/>
              <a:gd name="connsiteX3" fmla="*/ 4413504 w 4413504"/>
              <a:gd name="connsiteY3" fmla="*/ 944945 h 1633793"/>
              <a:gd name="connsiteX0" fmla="*/ 0 w 4413504"/>
              <a:gd name="connsiteY0" fmla="*/ 1633798 h 1709871"/>
              <a:gd name="connsiteX1" fmla="*/ 1188720 w 4413504"/>
              <a:gd name="connsiteY1" fmla="*/ 70 h 1709871"/>
              <a:gd name="connsiteX2" fmla="*/ 3005328 w 4413504"/>
              <a:gd name="connsiteY2" fmla="*/ 1566742 h 1709871"/>
              <a:gd name="connsiteX3" fmla="*/ 3675888 w 4413504"/>
              <a:gd name="connsiteY3" fmla="*/ 1572839 h 1709871"/>
              <a:gd name="connsiteX4" fmla="*/ 4413504 w 4413504"/>
              <a:gd name="connsiteY4" fmla="*/ 944950 h 1709871"/>
              <a:gd name="connsiteX0" fmla="*/ 0 w 4413504"/>
              <a:gd name="connsiteY0" fmla="*/ 1633798 h 1704513"/>
              <a:gd name="connsiteX1" fmla="*/ 1188720 w 4413504"/>
              <a:gd name="connsiteY1" fmla="*/ 70 h 1704513"/>
              <a:gd name="connsiteX2" fmla="*/ 3005328 w 4413504"/>
              <a:gd name="connsiteY2" fmla="*/ 1566742 h 1704513"/>
              <a:gd name="connsiteX3" fmla="*/ 3675888 w 4413504"/>
              <a:gd name="connsiteY3" fmla="*/ 1572839 h 1704513"/>
              <a:gd name="connsiteX4" fmla="*/ 4413504 w 4413504"/>
              <a:gd name="connsiteY4" fmla="*/ 944950 h 1704513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75888 w 4413504"/>
              <a:gd name="connsiteY3" fmla="*/ 1573972 h 1634931"/>
              <a:gd name="connsiteX4" fmla="*/ 4413504 w 4413504"/>
              <a:gd name="connsiteY4" fmla="*/ 946083 h 1634931"/>
              <a:gd name="connsiteX0" fmla="*/ 0 w 4413504"/>
              <a:gd name="connsiteY0" fmla="*/ 1634931 h 1671346"/>
              <a:gd name="connsiteX1" fmla="*/ 1188720 w 4413504"/>
              <a:gd name="connsiteY1" fmla="*/ 1203 h 1671346"/>
              <a:gd name="connsiteX2" fmla="*/ 2743200 w 4413504"/>
              <a:gd name="connsiteY2" fmla="*/ 1372803 h 1671346"/>
              <a:gd name="connsiteX3" fmla="*/ 3383280 w 4413504"/>
              <a:gd name="connsiteY3" fmla="*/ 1641028 h 1671346"/>
              <a:gd name="connsiteX4" fmla="*/ 4413504 w 4413504"/>
              <a:gd name="connsiteY4" fmla="*/ 946083 h 1671346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94176 w 4413504"/>
              <a:gd name="connsiteY3" fmla="*/ 1580068 h 1634931"/>
              <a:gd name="connsiteX4" fmla="*/ 4413504 w 4413504"/>
              <a:gd name="connsiteY4" fmla="*/ 946083 h 1634931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63696 w 4413504"/>
              <a:gd name="connsiteY3" fmla="*/ 1592260 h 1634931"/>
              <a:gd name="connsiteX4" fmla="*/ 4413504 w 4413504"/>
              <a:gd name="connsiteY4" fmla="*/ 946083 h 1634931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76 h 1635276"/>
              <a:gd name="connsiteX1" fmla="*/ 1188720 w 4413504"/>
              <a:gd name="connsiteY1" fmla="*/ 1548 h 1635276"/>
              <a:gd name="connsiteX2" fmla="*/ 2758440 w 4413504"/>
              <a:gd name="connsiteY2" fmla="*/ 1342668 h 1635276"/>
              <a:gd name="connsiteX3" fmla="*/ 3663696 w 4413504"/>
              <a:gd name="connsiteY3" fmla="*/ 1592605 h 1635276"/>
              <a:gd name="connsiteX4" fmla="*/ 4413504 w 4413504"/>
              <a:gd name="connsiteY4" fmla="*/ 946428 h 1635276"/>
              <a:gd name="connsiteX0" fmla="*/ 0 w 4413504"/>
              <a:gd name="connsiteY0" fmla="*/ 1635286 h 1635286"/>
              <a:gd name="connsiteX1" fmla="*/ 1188720 w 4413504"/>
              <a:gd name="connsiteY1" fmla="*/ 1558 h 1635286"/>
              <a:gd name="connsiteX2" fmla="*/ 2758440 w 4413504"/>
              <a:gd name="connsiteY2" fmla="*/ 1342678 h 1635286"/>
              <a:gd name="connsiteX3" fmla="*/ 3663696 w 4413504"/>
              <a:gd name="connsiteY3" fmla="*/ 1592615 h 1635286"/>
              <a:gd name="connsiteX4" fmla="*/ 4413504 w 4413504"/>
              <a:gd name="connsiteY4" fmla="*/ 946438 h 1635286"/>
              <a:gd name="connsiteX0" fmla="*/ 0 w 4413504"/>
              <a:gd name="connsiteY0" fmla="*/ 1633755 h 1633755"/>
              <a:gd name="connsiteX1" fmla="*/ 1188720 w 4413504"/>
              <a:gd name="connsiteY1" fmla="*/ 27 h 1633755"/>
              <a:gd name="connsiteX2" fmla="*/ 3663696 w 4413504"/>
              <a:gd name="connsiteY2" fmla="*/ 1591084 h 1633755"/>
              <a:gd name="connsiteX3" fmla="*/ 4413504 w 4413504"/>
              <a:gd name="connsiteY3" fmla="*/ 944907 h 1633755"/>
              <a:gd name="connsiteX0" fmla="*/ 0 w 4413504"/>
              <a:gd name="connsiteY0" fmla="*/ 1633753 h 1633753"/>
              <a:gd name="connsiteX1" fmla="*/ 1188720 w 4413504"/>
              <a:gd name="connsiteY1" fmla="*/ 25 h 1633753"/>
              <a:gd name="connsiteX2" fmla="*/ 3663696 w 4413504"/>
              <a:gd name="connsiteY2" fmla="*/ 1591082 h 1633753"/>
              <a:gd name="connsiteX3" fmla="*/ 4413504 w 4413504"/>
              <a:gd name="connsiteY3" fmla="*/ 944905 h 1633753"/>
              <a:gd name="connsiteX0" fmla="*/ 0 w 4413504"/>
              <a:gd name="connsiteY0" fmla="*/ 1633753 h 1633753"/>
              <a:gd name="connsiteX1" fmla="*/ 1188720 w 4413504"/>
              <a:gd name="connsiteY1" fmla="*/ 25 h 1633753"/>
              <a:gd name="connsiteX2" fmla="*/ 3663696 w 4413504"/>
              <a:gd name="connsiteY2" fmla="*/ 1591082 h 1633753"/>
              <a:gd name="connsiteX3" fmla="*/ 4413504 w 4413504"/>
              <a:gd name="connsiteY3" fmla="*/ 944905 h 1633753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62 h 1633762"/>
              <a:gd name="connsiteX1" fmla="*/ 1188720 w 4413504"/>
              <a:gd name="connsiteY1" fmla="*/ 34 h 1633762"/>
              <a:gd name="connsiteX2" fmla="*/ 3518916 w 4413504"/>
              <a:gd name="connsiteY2" fmla="*/ 1583471 h 1633762"/>
              <a:gd name="connsiteX3" fmla="*/ 4413504 w 4413504"/>
              <a:gd name="connsiteY3" fmla="*/ 944914 h 1633762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56624 h 1656624"/>
              <a:gd name="connsiteX1" fmla="*/ 1188720 w 4413504"/>
              <a:gd name="connsiteY1" fmla="*/ 22896 h 1656624"/>
              <a:gd name="connsiteX2" fmla="*/ 1738943 w 4413504"/>
              <a:gd name="connsiteY2" fmla="*/ 756714 h 1656624"/>
              <a:gd name="connsiteX3" fmla="*/ 3412236 w 4413504"/>
              <a:gd name="connsiteY3" fmla="*/ 1568233 h 1656624"/>
              <a:gd name="connsiteX4" fmla="*/ 4413504 w 4413504"/>
              <a:gd name="connsiteY4" fmla="*/ 967776 h 1656624"/>
              <a:gd name="connsiteX0" fmla="*/ 0 w 4413504"/>
              <a:gd name="connsiteY0" fmla="*/ 1662314 h 1662314"/>
              <a:gd name="connsiteX1" fmla="*/ 1188720 w 4413504"/>
              <a:gd name="connsiteY1" fmla="*/ 28586 h 1662314"/>
              <a:gd name="connsiteX2" fmla="*/ 1774569 w 4413504"/>
              <a:gd name="connsiteY2" fmla="*/ 691152 h 1662314"/>
              <a:gd name="connsiteX3" fmla="*/ 3412236 w 4413504"/>
              <a:gd name="connsiteY3" fmla="*/ 1573923 h 1662314"/>
              <a:gd name="connsiteX4" fmla="*/ 4413504 w 4413504"/>
              <a:gd name="connsiteY4" fmla="*/ 973466 h 1662314"/>
              <a:gd name="connsiteX0" fmla="*/ 0 w 4413504"/>
              <a:gd name="connsiteY0" fmla="*/ 1643394 h 1643394"/>
              <a:gd name="connsiteX1" fmla="*/ 1188720 w 4413504"/>
              <a:gd name="connsiteY1" fmla="*/ 9666 h 1643394"/>
              <a:gd name="connsiteX2" fmla="*/ 1869571 w 4413504"/>
              <a:gd name="connsiteY2" fmla="*/ 992866 h 1643394"/>
              <a:gd name="connsiteX3" fmla="*/ 3412236 w 4413504"/>
              <a:gd name="connsiteY3" fmla="*/ 1555003 h 1643394"/>
              <a:gd name="connsiteX4" fmla="*/ 4413504 w 4413504"/>
              <a:gd name="connsiteY4" fmla="*/ 954546 h 1643394"/>
              <a:gd name="connsiteX0" fmla="*/ 0 w 4413504"/>
              <a:gd name="connsiteY0" fmla="*/ 1643394 h 1643394"/>
              <a:gd name="connsiteX1" fmla="*/ 1188720 w 4413504"/>
              <a:gd name="connsiteY1" fmla="*/ 9666 h 1643394"/>
              <a:gd name="connsiteX2" fmla="*/ 1869571 w 4413504"/>
              <a:gd name="connsiteY2" fmla="*/ 992866 h 1643394"/>
              <a:gd name="connsiteX3" fmla="*/ 3020350 w 4413504"/>
              <a:gd name="connsiteY3" fmla="*/ 1448125 h 1643394"/>
              <a:gd name="connsiteX4" fmla="*/ 4413504 w 4413504"/>
              <a:gd name="connsiteY4" fmla="*/ 954546 h 1643394"/>
              <a:gd name="connsiteX0" fmla="*/ 0 w 4413504"/>
              <a:gd name="connsiteY0" fmla="*/ 1643394 h 1643394"/>
              <a:gd name="connsiteX1" fmla="*/ 1188720 w 4413504"/>
              <a:gd name="connsiteY1" fmla="*/ 9666 h 1643394"/>
              <a:gd name="connsiteX2" fmla="*/ 1869571 w 4413504"/>
              <a:gd name="connsiteY2" fmla="*/ 992866 h 1643394"/>
              <a:gd name="connsiteX3" fmla="*/ 3020350 w 4413504"/>
              <a:gd name="connsiteY3" fmla="*/ 1448125 h 1643394"/>
              <a:gd name="connsiteX4" fmla="*/ 4413504 w 4413504"/>
              <a:gd name="connsiteY4" fmla="*/ 954546 h 1643394"/>
              <a:gd name="connsiteX0" fmla="*/ 0 w 4413504"/>
              <a:gd name="connsiteY0" fmla="*/ 1526074 h 1526074"/>
              <a:gd name="connsiteX1" fmla="*/ 879962 w 4413504"/>
              <a:gd name="connsiteY1" fmla="*/ 11100 h 1526074"/>
              <a:gd name="connsiteX2" fmla="*/ 1869571 w 4413504"/>
              <a:gd name="connsiteY2" fmla="*/ 875546 h 1526074"/>
              <a:gd name="connsiteX3" fmla="*/ 3020350 w 4413504"/>
              <a:gd name="connsiteY3" fmla="*/ 1330805 h 1526074"/>
              <a:gd name="connsiteX4" fmla="*/ 4413504 w 4413504"/>
              <a:gd name="connsiteY4" fmla="*/ 837226 h 1526074"/>
              <a:gd name="connsiteX0" fmla="*/ 0 w 4413504"/>
              <a:gd name="connsiteY0" fmla="*/ 1584684 h 1584684"/>
              <a:gd name="connsiteX1" fmla="*/ 773084 w 4413504"/>
              <a:gd name="connsiteY1" fmla="*/ 10333 h 1584684"/>
              <a:gd name="connsiteX2" fmla="*/ 1869571 w 4413504"/>
              <a:gd name="connsiteY2" fmla="*/ 934156 h 1584684"/>
              <a:gd name="connsiteX3" fmla="*/ 3020350 w 4413504"/>
              <a:gd name="connsiteY3" fmla="*/ 1389415 h 1584684"/>
              <a:gd name="connsiteX4" fmla="*/ 4413504 w 4413504"/>
              <a:gd name="connsiteY4" fmla="*/ 895836 h 1584684"/>
              <a:gd name="connsiteX0" fmla="*/ 0 w 4556008"/>
              <a:gd name="connsiteY0" fmla="*/ 2323499 h 2323499"/>
              <a:gd name="connsiteX1" fmla="*/ 915588 w 4556008"/>
              <a:gd name="connsiteY1" fmla="*/ 36629 h 2323499"/>
              <a:gd name="connsiteX2" fmla="*/ 2012075 w 4556008"/>
              <a:gd name="connsiteY2" fmla="*/ 960452 h 2323499"/>
              <a:gd name="connsiteX3" fmla="*/ 3162854 w 4556008"/>
              <a:gd name="connsiteY3" fmla="*/ 1415711 h 2323499"/>
              <a:gd name="connsiteX4" fmla="*/ 4556008 w 4556008"/>
              <a:gd name="connsiteY4" fmla="*/ 922132 h 2323499"/>
              <a:gd name="connsiteX0" fmla="*/ 0 w 4556008"/>
              <a:gd name="connsiteY0" fmla="*/ 2323499 h 2323499"/>
              <a:gd name="connsiteX1" fmla="*/ 915588 w 4556008"/>
              <a:gd name="connsiteY1" fmla="*/ 36629 h 2323499"/>
              <a:gd name="connsiteX2" fmla="*/ 2012075 w 4556008"/>
              <a:gd name="connsiteY2" fmla="*/ 960452 h 2323499"/>
              <a:gd name="connsiteX3" fmla="*/ 3162854 w 4556008"/>
              <a:gd name="connsiteY3" fmla="*/ 1415711 h 2323499"/>
              <a:gd name="connsiteX4" fmla="*/ 4556008 w 4556008"/>
              <a:gd name="connsiteY4" fmla="*/ 922132 h 2323499"/>
              <a:gd name="connsiteX0" fmla="*/ 0 w 4556008"/>
              <a:gd name="connsiteY0" fmla="*/ 2323499 h 2323499"/>
              <a:gd name="connsiteX1" fmla="*/ 915588 w 4556008"/>
              <a:gd name="connsiteY1" fmla="*/ 36629 h 2323499"/>
              <a:gd name="connsiteX2" fmla="*/ 2012075 w 4556008"/>
              <a:gd name="connsiteY2" fmla="*/ 960452 h 2323499"/>
              <a:gd name="connsiteX3" fmla="*/ 3162854 w 4556008"/>
              <a:gd name="connsiteY3" fmla="*/ 1415711 h 2323499"/>
              <a:gd name="connsiteX4" fmla="*/ 4556008 w 4556008"/>
              <a:gd name="connsiteY4" fmla="*/ 922132 h 2323499"/>
              <a:gd name="connsiteX0" fmla="*/ 0 w 4556008"/>
              <a:gd name="connsiteY0" fmla="*/ 2307830 h 2307830"/>
              <a:gd name="connsiteX1" fmla="*/ 915588 w 4556008"/>
              <a:gd name="connsiteY1" fmla="*/ 20960 h 2307830"/>
              <a:gd name="connsiteX2" fmla="*/ 1738943 w 4556008"/>
              <a:gd name="connsiteY2" fmla="*/ 1194165 h 2307830"/>
              <a:gd name="connsiteX3" fmla="*/ 3162854 w 4556008"/>
              <a:gd name="connsiteY3" fmla="*/ 1400042 h 2307830"/>
              <a:gd name="connsiteX4" fmla="*/ 4556008 w 4556008"/>
              <a:gd name="connsiteY4" fmla="*/ 906463 h 2307830"/>
              <a:gd name="connsiteX0" fmla="*/ 0 w 4556008"/>
              <a:gd name="connsiteY0" fmla="*/ 2307830 h 2307830"/>
              <a:gd name="connsiteX1" fmla="*/ 915588 w 4556008"/>
              <a:gd name="connsiteY1" fmla="*/ 20960 h 2307830"/>
              <a:gd name="connsiteX2" fmla="*/ 1738943 w 4556008"/>
              <a:gd name="connsiteY2" fmla="*/ 1194165 h 2307830"/>
              <a:gd name="connsiteX3" fmla="*/ 2996600 w 4556008"/>
              <a:gd name="connsiteY3" fmla="*/ 1447543 h 2307830"/>
              <a:gd name="connsiteX4" fmla="*/ 4556008 w 4556008"/>
              <a:gd name="connsiteY4" fmla="*/ 906463 h 2307830"/>
              <a:gd name="connsiteX0" fmla="*/ 0 w 4556008"/>
              <a:gd name="connsiteY0" fmla="*/ 2309510 h 2309510"/>
              <a:gd name="connsiteX1" fmla="*/ 915588 w 4556008"/>
              <a:gd name="connsiteY1" fmla="*/ 22640 h 2309510"/>
              <a:gd name="connsiteX2" fmla="*/ 1738943 w 4556008"/>
              <a:gd name="connsiteY2" fmla="*/ 1195845 h 2309510"/>
              <a:gd name="connsiteX3" fmla="*/ 2996600 w 4556008"/>
              <a:gd name="connsiteY3" fmla="*/ 1449223 h 2309510"/>
              <a:gd name="connsiteX4" fmla="*/ 4556008 w 4556008"/>
              <a:gd name="connsiteY4" fmla="*/ 908143 h 2309510"/>
              <a:gd name="connsiteX0" fmla="*/ 0 w 4556008"/>
              <a:gd name="connsiteY0" fmla="*/ 2309510 h 2309510"/>
              <a:gd name="connsiteX1" fmla="*/ 915588 w 4556008"/>
              <a:gd name="connsiteY1" fmla="*/ 22640 h 2309510"/>
              <a:gd name="connsiteX2" fmla="*/ 1738943 w 4556008"/>
              <a:gd name="connsiteY2" fmla="*/ 1195845 h 2309510"/>
              <a:gd name="connsiteX3" fmla="*/ 2996600 w 4556008"/>
              <a:gd name="connsiteY3" fmla="*/ 1449223 h 2309510"/>
              <a:gd name="connsiteX4" fmla="*/ 4556008 w 4556008"/>
              <a:gd name="connsiteY4" fmla="*/ 908143 h 2309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6008" h="2309510">
                <a:moveTo>
                  <a:pt x="0" y="2309510"/>
                </a:moveTo>
                <a:cubicBezTo>
                  <a:pt x="106792" y="1513348"/>
                  <a:pt x="625764" y="208251"/>
                  <a:pt x="915588" y="22640"/>
                </a:cubicBezTo>
                <a:cubicBezTo>
                  <a:pt x="1205412" y="-162971"/>
                  <a:pt x="1427734" y="843286"/>
                  <a:pt x="1738943" y="1195845"/>
                </a:cubicBezTo>
                <a:cubicBezTo>
                  <a:pt x="2085779" y="1512778"/>
                  <a:pt x="2612196" y="1431859"/>
                  <a:pt x="2996600" y="1449223"/>
                </a:cubicBezTo>
                <a:cubicBezTo>
                  <a:pt x="3557422" y="1415507"/>
                  <a:pt x="4427992" y="1007711"/>
                  <a:pt x="4556008" y="908143"/>
                </a:cubicBezTo>
              </a:path>
            </a:pathLst>
          </a:cu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072DAE3-092E-BD4A-2439-890DBBFD0FEF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2938270" y="2573381"/>
            <a:ext cx="304059" cy="806804"/>
          </a:xfrm>
          <a:prstGeom prst="straightConnector1">
            <a:avLst/>
          </a:prstGeom>
          <a:ln w="25400">
            <a:solidFill>
              <a:schemeClr val="tx1"/>
            </a:solidFill>
            <a:prstDash val="lgDash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31784F3-8079-2CC2-AE5D-75758306F4F8}"/>
              </a:ext>
            </a:extLst>
          </p:cNvPr>
          <p:cNvCxnSpPr>
            <a:cxnSpLocks/>
            <a:stCxn id="3" idx="1"/>
          </p:cNvCxnSpPr>
          <p:nvPr/>
        </p:nvCxnSpPr>
        <p:spPr>
          <a:xfrm flipV="1">
            <a:off x="3242329" y="2185071"/>
            <a:ext cx="340156" cy="388310"/>
          </a:xfrm>
          <a:prstGeom prst="straightConnector1">
            <a:avLst/>
          </a:prstGeom>
          <a:ln w="25400">
            <a:solidFill>
              <a:schemeClr val="tx1"/>
            </a:solidFill>
            <a:prstDash val="lgDash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63FBB6A-9EDE-8DBC-5580-4BBDF9F3562B}"/>
              </a:ext>
            </a:extLst>
          </p:cNvPr>
          <p:cNvCxnSpPr>
            <a:cxnSpLocks/>
            <a:stCxn id="33" idx="1"/>
            <a:endCxn id="6" idx="0"/>
          </p:cNvCxnSpPr>
          <p:nvPr/>
        </p:nvCxnSpPr>
        <p:spPr>
          <a:xfrm flipV="1">
            <a:off x="5127841" y="3606041"/>
            <a:ext cx="781677" cy="25565"/>
          </a:xfrm>
          <a:prstGeom prst="straightConnector1">
            <a:avLst/>
          </a:prstGeom>
          <a:ln w="25400">
            <a:solidFill>
              <a:schemeClr val="tx1"/>
            </a:solidFill>
            <a:prstDash val="lgDash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47266C-8A22-B07F-E675-B7687ED9DAB5}"/>
              </a:ext>
            </a:extLst>
          </p:cNvPr>
          <p:cNvCxnSpPr>
            <a:cxnSpLocks/>
            <a:stCxn id="6" idx="0"/>
            <a:endCxn id="6" idx="1"/>
          </p:cNvCxnSpPr>
          <p:nvPr/>
        </p:nvCxnSpPr>
        <p:spPr>
          <a:xfrm flipV="1">
            <a:off x="5909518" y="3251552"/>
            <a:ext cx="1015156" cy="354489"/>
          </a:xfrm>
          <a:prstGeom prst="straightConnector1">
            <a:avLst/>
          </a:prstGeom>
          <a:ln w="25400">
            <a:solidFill>
              <a:schemeClr val="tx1"/>
            </a:solidFill>
            <a:prstDash val="lgDash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84EED5E-555A-49AA-9787-060B2739DCD4}"/>
              </a:ext>
            </a:extLst>
          </p:cNvPr>
          <p:cNvCxnSpPr>
            <a:cxnSpLocks/>
            <a:stCxn id="33" idx="1"/>
            <a:endCxn id="33" idx="0"/>
          </p:cNvCxnSpPr>
          <p:nvPr/>
        </p:nvCxnSpPr>
        <p:spPr>
          <a:xfrm flipH="1" flipV="1">
            <a:off x="4601056" y="3521195"/>
            <a:ext cx="526785" cy="110411"/>
          </a:xfrm>
          <a:prstGeom prst="straightConnector1">
            <a:avLst/>
          </a:prstGeom>
          <a:ln w="25400">
            <a:solidFill>
              <a:schemeClr val="tx1"/>
            </a:solidFill>
            <a:prstDash val="lgDash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04924C7-29D8-43F9-ADD9-A7C5D83EF6F9}"/>
              </a:ext>
            </a:extLst>
          </p:cNvPr>
          <p:cNvCxnSpPr>
            <a:cxnSpLocks/>
            <a:stCxn id="33" idx="0"/>
            <a:endCxn id="32" idx="0"/>
          </p:cNvCxnSpPr>
          <p:nvPr/>
        </p:nvCxnSpPr>
        <p:spPr>
          <a:xfrm flipH="1" flipV="1">
            <a:off x="4284424" y="3290888"/>
            <a:ext cx="316632" cy="230307"/>
          </a:xfrm>
          <a:prstGeom prst="straightConnector1">
            <a:avLst/>
          </a:prstGeom>
          <a:ln w="25400">
            <a:solidFill>
              <a:schemeClr val="tx1"/>
            </a:solidFill>
            <a:prstDash val="lgDash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D788299-E9C7-4FCE-9CD5-34F326E313E2}"/>
              </a:ext>
            </a:extLst>
          </p:cNvPr>
          <p:cNvCxnSpPr>
            <a:cxnSpLocks/>
            <a:stCxn id="30" idx="0"/>
            <a:endCxn id="32" idx="0"/>
          </p:cNvCxnSpPr>
          <p:nvPr/>
        </p:nvCxnSpPr>
        <p:spPr>
          <a:xfrm>
            <a:off x="3928525" y="2559979"/>
            <a:ext cx="355899" cy="730909"/>
          </a:xfrm>
          <a:prstGeom prst="straightConnector1">
            <a:avLst/>
          </a:prstGeom>
          <a:ln w="25400">
            <a:solidFill>
              <a:schemeClr val="tx1"/>
            </a:solidFill>
            <a:prstDash val="lgDash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716D30B-CE2E-4473-ACDA-E81E43C519DE}"/>
              </a:ext>
            </a:extLst>
          </p:cNvPr>
          <p:cNvCxnSpPr>
            <a:cxnSpLocks/>
            <a:stCxn id="29" idx="0"/>
          </p:cNvCxnSpPr>
          <p:nvPr/>
        </p:nvCxnSpPr>
        <p:spPr>
          <a:xfrm>
            <a:off x="3581665" y="2188547"/>
            <a:ext cx="346860" cy="366547"/>
          </a:xfrm>
          <a:prstGeom prst="straightConnector1">
            <a:avLst/>
          </a:prstGeom>
          <a:ln w="25400">
            <a:solidFill>
              <a:schemeClr val="tx1"/>
            </a:solidFill>
            <a:prstDash val="lgDash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C3E6477-F6A8-42F2-9420-86721738ECAE}"/>
              </a:ext>
            </a:extLst>
          </p:cNvPr>
          <p:cNvSpPr txBox="1"/>
          <p:nvPr/>
        </p:nvSpPr>
        <p:spPr>
          <a:xfrm>
            <a:off x="2247066" y="1554654"/>
            <a:ext cx="18705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19C3FF"/>
                </a:solidFill>
              </a:rPr>
              <a:t>Cambio </a:t>
            </a:r>
            <a:r>
              <a:rPr lang="en-US" sz="2000" dirty="0" err="1">
                <a:solidFill>
                  <a:srgbClr val="19C3FF"/>
                </a:solidFill>
              </a:rPr>
              <a:t>abrupto</a:t>
            </a:r>
            <a:endParaRPr lang="en-US" sz="2000" dirty="0">
              <a:solidFill>
                <a:srgbClr val="19C3FF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E7DBD07-F547-4631-A753-86408CEE9B34}"/>
              </a:ext>
            </a:extLst>
          </p:cNvPr>
          <p:cNvSpPr txBox="1"/>
          <p:nvPr/>
        </p:nvSpPr>
        <p:spPr>
          <a:xfrm>
            <a:off x="5586865" y="2441288"/>
            <a:ext cx="15504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dirty="0">
                <a:solidFill>
                  <a:srgbClr val="19C3FF"/>
                </a:solidFill>
              </a:rPr>
              <a:t>Región suave</a:t>
            </a:r>
            <a:endParaRPr lang="en-US" sz="2000" dirty="0">
              <a:solidFill>
                <a:srgbClr val="19C3FF"/>
              </a:solidFill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907EEDE-68C0-4E79-9569-A13F861E6061}"/>
              </a:ext>
            </a:extLst>
          </p:cNvPr>
          <p:cNvCxnSpPr>
            <a:cxnSpLocks/>
          </p:cNvCxnSpPr>
          <p:nvPr/>
        </p:nvCxnSpPr>
        <p:spPr>
          <a:xfrm flipH="1">
            <a:off x="6286311" y="2925433"/>
            <a:ext cx="281092" cy="778785"/>
          </a:xfrm>
          <a:prstGeom prst="line">
            <a:avLst/>
          </a:prstGeom>
          <a:ln>
            <a:solidFill>
              <a:srgbClr val="19C3FF"/>
            </a:solidFill>
            <a:prstDash val="dash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E5AAB48-7954-4460-93EF-2E3130DB24A7}"/>
              </a:ext>
            </a:extLst>
          </p:cNvPr>
          <p:cNvCxnSpPr>
            <a:cxnSpLocks/>
          </p:cNvCxnSpPr>
          <p:nvPr/>
        </p:nvCxnSpPr>
        <p:spPr>
          <a:xfrm>
            <a:off x="3024893" y="2020550"/>
            <a:ext cx="355333" cy="767578"/>
          </a:xfrm>
          <a:prstGeom prst="line">
            <a:avLst/>
          </a:prstGeom>
          <a:ln>
            <a:solidFill>
              <a:srgbClr val="19C3FF"/>
            </a:solidFill>
            <a:prstDash val="dash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2900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A246DF-2DDE-E0A4-A88B-6B7254B8D0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D4EFFD"/>
              </a:clrFrom>
              <a:clrTo>
                <a:srgbClr val="D4EFFD">
                  <a:alpha val="0"/>
                </a:srgbClr>
              </a:clrTo>
            </a:clrChange>
          </a:blip>
          <a:srcRect l="8755" b="56032"/>
          <a:stretch/>
        </p:blipFill>
        <p:spPr>
          <a:xfrm>
            <a:off x="2079172" y="1426027"/>
            <a:ext cx="4238462" cy="30153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9B44E5-9A64-325C-B511-465A0C6D04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D4EFFD"/>
              </a:clrFrom>
              <a:clrTo>
                <a:srgbClr val="D4EFFD">
                  <a:alpha val="0"/>
                </a:srgbClr>
              </a:clrTo>
            </a:clrChange>
          </a:blip>
          <a:srcRect l="8755" t="54127"/>
          <a:stretch/>
        </p:blipFill>
        <p:spPr>
          <a:xfrm>
            <a:off x="6931153" y="1426027"/>
            <a:ext cx="4238462" cy="31459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ACF1DB-861B-C3C3-2F7D-DB89510A9877}"/>
                  </a:ext>
                </a:extLst>
              </p:cNvPr>
              <p:cNvSpPr txBox="1"/>
              <p:nvPr/>
            </p:nvSpPr>
            <p:spPr>
              <a:xfrm>
                <a:off x="1325039" y="1195194"/>
                <a:ext cx="86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ACF1DB-861B-C3C3-2F7D-DB89510A9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039" y="1195194"/>
                <a:ext cx="860813" cy="461665"/>
              </a:xfrm>
              <a:prstGeom prst="rect">
                <a:avLst/>
              </a:prstGeom>
              <a:blipFill>
                <a:blip r:embed="rId3"/>
                <a:stretch>
                  <a:fillRect l="-1408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C56881-FF15-6574-0D63-CCF0313AF3F4}"/>
                  </a:ext>
                </a:extLst>
              </p:cNvPr>
              <p:cNvSpPr txBox="1"/>
              <p:nvPr/>
            </p:nvSpPr>
            <p:spPr>
              <a:xfrm>
                <a:off x="6180067" y="1195194"/>
                <a:ext cx="8608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C56881-FF15-6574-0D63-CCF0313AF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067" y="1195194"/>
                <a:ext cx="860813" cy="461665"/>
              </a:xfrm>
              <a:prstGeom prst="rect">
                <a:avLst/>
              </a:prstGeom>
              <a:blipFill>
                <a:blip r:embed="rId4"/>
                <a:stretch>
                  <a:fillRect l="-2128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FBAA068E-26B8-F57D-D75C-3D26AB4D562D}"/>
              </a:ext>
            </a:extLst>
          </p:cNvPr>
          <p:cNvSpPr/>
          <p:nvPr/>
        </p:nvSpPr>
        <p:spPr>
          <a:xfrm>
            <a:off x="5280472" y="4152899"/>
            <a:ext cx="1037162" cy="2884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A00A61-CAAF-9838-5583-30287DC02510}"/>
              </a:ext>
            </a:extLst>
          </p:cNvPr>
          <p:cNvSpPr/>
          <p:nvPr/>
        </p:nvSpPr>
        <p:spPr>
          <a:xfrm>
            <a:off x="10353214" y="4152899"/>
            <a:ext cx="1037162" cy="2884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4C8E68-B479-B9D9-1BC6-D4CFA31FA221}"/>
                  </a:ext>
                </a:extLst>
              </p:cNvPr>
              <p:cNvSpPr txBox="1"/>
              <p:nvPr/>
            </p:nvSpPr>
            <p:spPr>
              <a:xfrm>
                <a:off x="5889726" y="4066301"/>
                <a:ext cx="4263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4C8E68-B479-B9D9-1BC6-D4CFA31FA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726" y="4066301"/>
                <a:ext cx="42639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15518AA-E395-C20C-83AC-FDC14932C2DD}"/>
                  </a:ext>
                </a:extLst>
              </p:cNvPr>
              <p:cNvSpPr txBox="1"/>
              <p:nvPr/>
            </p:nvSpPr>
            <p:spPr>
              <a:xfrm>
                <a:off x="10743216" y="4066301"/>
                <a:ext cx="4263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15518AA-E395-C20C-83AC-FDC14932C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3216" y="4066301"/>
                <a:ext cx="426399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0309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FFF6A5-0216-5448-F477-792DDA54A9DB}"/>
              </a:ext>
            </a:extLst>
          </p:cNvPr>
          <p:cNvSpPr/>
          <p:nvPr/>
        </p:nvSpPr>
        <p:spPr>
          <a:xfrm>
            <a:off x="881307" y="771990"/>
            <a:ext cx="9819203" cy="38153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46B5CA-146F-CAC6-D895-A113C27C78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698" b="51041"/>
          <a:stretch/>
        </p:blipFill>
        <p:spPr>
          <a:xfrm>
            <a:off x="881307" y="1229680"/>
            <a:ext cx="9060856" cy="33576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9A11E2-9F05-B4EC-E12C-177CEE39111E}"/>
              </a:ext>
            </a:extLst>
          </p:cNvPr>
          <p:cNvSpPr txBox="1"/>
          <p:nvPr/>
        </p:nvSpPr>
        <p:spPr>
          <a:xfrm>
            <a:off x="944164" y="771991"/>
            <a:ext cx="6898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600" b="1" i="0" dirty="0">
                <a:solidFill>
                  <a:schemeClr val="tx1"/>
                </a:solidFill>
                <a:latin typeface="+mj-lt"/>
              </a:rPr>
              <a:t>Orden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B0C0A7-1D24-7757-9C47-5FB0A0B9FE1A}"/>
              </a:ext>
            </a:extLst>
          </p:cNvPr>
          <p:cNvSpPr txBox="1"/>
          <p:nvPr/>
        </p:nvSpPr>
        <p:spPr>
          <a:xfrm>
            <a:off x="2307333" y="771991"/>
            <a:ext cx="2211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b="1" i="0" dirty="0">
                <a:solidFill>
                  <a:schemeClr val="tx1"/>
                </a:solidFill>
                <a:latin typeface="+mj-lt"/>
              </a:rPr>
              <a:t>Pesos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F05C1E-03B0-B46E-4491-BFB4386B626B}"/>
              </a:ext>
            </a:extLst>
          </p:cNvPr>
          <p:cNvSpPr txBox="1"/>
          <p:nvPr/>
        </p:nvSpPr>
        <p:spPr>
          <a:xfrm>
            <a:off x="5932715" y="771991"/>
            <a:ext cx="2898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b="1" i="0" dirty="0">
                <a:solidFill>
                  <a:schemeClr val="tx1"/>
                </a:solidFill>
                <a:latin typeface="+mj-lt"/>
              </a:rPr>
              <a:t>Puntos de evaluación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A93405-F642-728C-FB9C-1A9BC0954DC3}"/>
              </a:ext>
            </a:extLst>
          </p:cNvPr>
          <p:cNvSpPr txBox="1"/>
          <p:nvPr/>
        </p:nvSpPr>
        <p:spPr>
          <a:xfrm>
            <a:off x="9738359" y="771991"/>
            <a:ext cx="962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b="1" i="0" dirty="0">
                <a:solidFill>
                  <a:schemeClr val="tx1"/>
                </a:solidFill>
                <a:latin typeface="+mj-lt"/>
              </a:rPr>
              <a:t>Error</a:t>
            </a:r>
            <a:endParaRPr lang="en-US" sz="16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3D66A0-A042-681B-73B0-63852F2FE17D}"/>
                  </a:ext>
                </a:extLst>
              </p:cNvPr>
              <p:cNvSpPr txBox="1"/>
              <p:nvPr/>
            </p:nvSpPr>
            <p:spPr>
              <a:xfrm>
                <a:off x="9942163" y="1276174"/>
                <a:ext cx="75834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3D66A0-A042-681B-73B0-63852F2FE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2163" y="1276174"/>
                <a:ext cx="758348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EF042C-9BFB-E092-C524-86A79C4DDA9A}"/>
                  </a:ext>
                </a:extLst>
              </p:cNvPr>
              <p:cNvSpPr txBox="1"/>
              <p:nvPr/>
            </p:nvSpPr>
            <p:spPr>
              <a:xfrm>
                <a:off x="9942163" y="1639800"/>
                <a:ext cx="75834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EF042C-9BFB-E092-C524-86A79C4DD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2163" y="1639800"/>
                <a:ext cx="758348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11FE5B-D11A-D562-0BE9-50B16A36A5F5}"/>
                  </a:ext>
                </a:extLst>
              </p:cNvPr>
              <p:cNvSpPr txBox="1"/>
              <p:nvPr/>
            </p:nvSpPr>
            <p:spPr>
              <a:xfrm>
                <a:off x="9942163" y="2291800"/>
                <a:ext cx="75834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11FE5B-D11A-D562-0BE9-50B16A36A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2163" y="2291800"/>
                <a:ext cx="758348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297962-4F1F-DA69-B518-C741191E404A}"/>
                  </a:ext>
                </a:extLst>
              </p:cNvPr>
              <p:cNvSpPr txBox="1"/>
              <p:nvPr/>
            </p:nvSpPr>
            <p:spPr>
              <a:xfrm>
                <a:off x="9942163" y="3195867"/>
                <a:ext cx="75834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297962-4F1F-DA69-B518-C741191E4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2163" y="3195867"/>
                <a:ext cx="758349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21152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066D11D-63EA-4A10-B38D-57CD06A89E84}"/>
              </a:ext>
            </a:extLst>
          </p:cNvPr>
          <p:cNvSpPr/>
          <p:nvPr/>
        </p:nvSpPr>
        <p:spPr>
          <a:xfrm>
            <a:off x="2299230" y="4043083"/>
            <a:ext cx="1180730" cy="5550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79612-1069-4FEA-9F49-0FBA65E62181}"/>
              </a:ext>
            </a:extLst>
          </p:cNvPr>
          <p:cNvCxnSpPr>
            <a:cxnSpLocks/>
          </p:cNvCxnSpPr>
          <p:nvPr/>
        </p:nvCxnSpPr>
        <p:spPr>
          <a:xfrm>
            <a:off x="2299230" y="4598503"/>
            <a:ext cx="118073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D0997E4-E750-4002-8441-5F6F26B415E4}"/>
              </a:ext>
            </a:extLst>
          </p:cNvPr>
          <p:cNvCxnSpPr>
            <a:cxnSpLocks/>
          </p:cNvCxnSpPr>
          <p:nvPr/>
        </p:nvCxnSpPr>
        <p:spPr>
          <a:xfrm>
            <a:off x="3479960" y="3944471"/>
            <a:ext cx="0" cy="6536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BA607E1-60BB-4A2D-AD40-9E7B4A591FF8}"/>
              </a:ext>
            </a:extLst>
          </p:cNvPr>
          <p:cNvCxnSpPr>
            <a:cxnSpLocks/>
          </p:cNvCxnSpPr>
          <p:nvPr/>
        </p:nvCxnSpPr>
        <p:spPr>
          <a:xfrm>
            <a:off x="2299230" y="3944471"/>
            <a:ext cx="0" cy="6536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B48492B-DDCD-462D-82E1-67CCA84E3EDD}"/>
              </a:ext>
            </a:extLst>
          </p:cNvPr>
          <p:cNvSpPr/>
          <p:nvPr/>
        </p:nvSpPr>
        <p:spPr>
          <a:xfrm>
            <a:off x="6167053" y="2614892"/>
            <a:ext cx="1180730" cy="5550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79CD3E7-CB1C-409E-A975-F1812C95B6ED}"/>
              </a:ext>
            </a:extLst>
          </p:cNvPr>
          <p:cNvCxnSpPr>
            <a:cxnSpLocks/>
          </p:cNvCxnSpPr>
          <p:nvPr/>
        </p:nvCxnSpPr>
        <p:spPr>
          <a:xfrm>
            <a:off x="6167053" y="3170312"/>
            <a:ext cx="118073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C247298-BEAA-4828-BE3B-D615B173BC14}"/>
              </a:ext>
            </a:extLst>
          </p:cNvPr>
          <p:cNvCxnSpPr>
            <a:cxnSpLocks/>
          </p:cNvCxnSpPr>
          <p:nvPr/>
        </p:nvCxnSpPr>
        <p:spPr>
          <a:xfrm>
            <a:off x="7347783" y="2516280"/>
            <a:ext cx="0" cy="6536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F4776D-1A2C-4D81-AFC3-75214812921E}"/>
              </a:ext>
            </a:extLst>
          </p:cNvPr>
          <p:cNvCxnSpPr>
            <a:cxnSpLocks/>
          </p:cNvCxnSpPr>
          <p:nvPr/>
        </p:nvCxnSpPr>
        <p:spPr>
          <a:xfrm>
            <a:off x="6167053" y="2516280"/>
            <a:ext cx="0" cy="6536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rapezoid 25">
            <a:extLst>
              <a:ext uri="{FF2B5EF4-FFF2-40B4-BE49-F238E27FC236}">
                <a16:creationId xmlns:a16="http://schemas.microsoft.com/office/drawing/2014/main" id="{28BD524D-C584-42B3-BFD3-754542310A70}"/>
              </a:ext>
            </a:extLst>
          </p:cNvPr>
          <p:cNvSpPr/>
          <p:nvPr/>
        </p:nvSpPr>
        <p:spPr>
          <a:xfrm>
            <a:off x="4165760" y="3729445"/>
            <a:ext cx="358590" cy="188646"/>
          </a:xfrm>
          <a:prstGeom prst="trapezoid">
            <a:avLst>
              <a:gd name="adj" fmla="val 4519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5C56A3F-31F6-4DA7-895C-FAA1A271F7CE}"/>
              </a:ext>
            </a:extLst>
          </p:cNvPr>
          <p:cNvSpPr>
            <a:spLocks noChangeAspect="1"/>
          </p:cNvSpPr>
          <p:nvPr/>
        </p:nvSpPr>
        <p:spPr>
          <a:xfrm>
            <a:off x="4165761" y="3488039"/>
            <a:ext cx="358589" cy="35858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57FB813-DAA8-45FC-A3B5-5A8EF3B2A4BE}"/>
              </a:ext>
            </a:extLst>
          </p:cNvPr>
          <p:cNvCxnSpPr>
            <a:cxnSpLocks/>
          </p:cNvCxnSpPr>
          <p:nvPr/>
        </p:nvCxnSpPr>
        <p:spPr>
          <a:xfrm>
            <a:off x="3275174" y="3711407"/>
            <a:ext cx="0" cy="4300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E367157-7C43-4B89-888C-B720BD25B4A8}"/>
              </a:ext>
            </a:extLst>
          </p:cNvPr>
          <p:cNvCxnSpPr>
            <a:cxnSpLocks/>
          </p:cNvCxnSpPr>
          <p:nvPr/>
        </p:nvCxnSpPr>
        <p:spPr>
          <a:xfrm flipH="1">
            <a:off x="3264220" y="3716646"/>
            <a:ext cx="9015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58E8308-01E5-40DB-AD45-9FED13400499}"/>
              </a:ext>
            </a:extLst>
          </p:cNvPr>
          <p:cNvCxnSpPr>
            <a:cxnSpLocks/>
            <a:endCxn id="25" idx="7"/>
          </p:cNvCxnSpPr>
          <p:nvPr/>
        </p:nvCxnSpPr>
        <p:spPr>
          <a:xfrm flipH="1">
            <a:off x="4471836" y="3540553"/>
            <a:ext cx="12203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BF17583-07DF-4B6F-8A06-A8FF294155DC}"/>
              </a:ext>
            </a:extLst>
          </p:cNvPr>
          <p:cNvCxnSpPr>
            <a:cxnSpLocks/>
          </p:cNvCxnSpPr>
          <p:nvPr/>
        </p:nvCxnSpPr>
        <p:spPr>
          <a:xfrm flipV="1">
            <a:off x="5692140" y="2996566"/>
            <a:ext cx="0" cy="5535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AE29C10-4343-4AC9-854C-AC7B3FBC1085}"/>
              </a:ext>
            </a:extLst>
          </p:cNvPr>
          <p:cNvCxnSpPr>
            <a:cxnSpLocks/>
          </p:cNvCxnSpPr>
          <p:nvPr/>
        </p:nvCxnSpPr>
        <p:spPr>
          <a:xfrm flipH="1">
            <a:off x="5692140" y="3010855"/>
            <a:ext cx="47491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516076A-66D3-4C1F-B30F-18CF8EF3F8CD}"/>
              </a:ext>
            </a:extLst>
          </p:cNvPr>
          <p:cNvCxnSpPr>
            <a:cxnSpLocks/>
          </p:cNvCxnSpPr>
          <p:nvPr/>
        </p:nvCxnSpPr>
        <p:spPr>
          <a:xfrm>
            <a:off x="7726680" y="2624673"/>
            <a:ext cx="0" cy="1418017"/>
          </a:xfrm>
          <a:prstGeom prst="straightConnector1">
            <a:avLst/>
          </a:prstGeom>
          <a:ln w="63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122D7B2-8EEB-4644-955B-CBF6F4916699}"/>
              </a:ext>
            </a:extLst>
          </p:cNvPr>
          <p:cNvCxnSpPr>
            <a:cxnSpLocks/>
          </p:cNvCxnSpPr>
          <p:nvPr/>
        </p:nvCxnSpPr>
        <p:spPr>
          <a:xfrm>
            <a:off x="3479960" y="4043083"/>
            <a:ext cx="4300060" cy="0"/>
          </a:xfrm>
          <a:prstGeom prst="straightConnector1">
            <a:avLst/>
          </a:prstGeom>
          <a:ln w="6350">
            <a:solidFill>
              <a:srgbClr val="FF0000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0BB76FA-A792-4D10-A031-A9C4188380C2}"/>
              </a:ext>
            </a:extLst>
          </p:cNvPr>
          <p:cNvCxnSpPr>
            <a:cxnSpLocks/>
          </p:cNvCxnSpPr>
          <p:nvPr/>
        </p:nvCxnSpPr>
        <p:spPr>
          <a:xfrm>
            <a:off x="7347783" y="2624673"/>
            <a:ext cx="432237" cy="0"/>
          </a:xfrm>
          <a:prstGeom prst="straightConnector1">
            <a:avLst/>
          </a:prstGeom>
          <a:ln w="6350">
            <a:solidFill>
              <a:srgbClr val="FF0000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3412C48-20C1-457C-957D-87327B940420}"/>
              </a:ext>
            </a:extLst>
          </p:cNvPr>
          <p:cNvCxnSpPr>
            <a:cxnSpLocks/>
          </p:cNvCxnSpPr>
          <p:nvPr/>
        </p:nvCxnSpPr>
        <p:spPr>
          <a:xfrm>
            <a:off x="5064843" y="3468989"/>
            <a:ext cx="0" cy="160317"/>
          </a:xfrm>
          <a:prstGeom prst="straightConnector1">
            <a:avLst/>
          </a:prstGeom>
          <a:ln w="635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C7270FB-E99D-41A2-B620-C093772AF415}"/>
                  </a:ext>
                </a:extLst>
              </p:cNvPr>
              <p:cNvSpPr txBox="1"/>
              <p:nvPr/>
            </p:nvSpPr>
            <p:spPr>
              <a:xfrm>
                <a:off x="4898097" y="3602593"/>
                <a:ext cx="13806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=120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C7270FB-E99D-41A2-B620-C093772AF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8097" y="3602593"/>
                <a:ext cx="1380634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4511DAC-67BD-4A9D-8A6D-A11DB691BB23}"/>
                  </a:ext>
                </a:extLst>
              </p:cNvPr>
              <p:cNvSpPr txBox="1"/>
              <p:nvPr/>
            </p:nvSpPr>
            <p:spPr>
              <a:xfrm>
                <a:off x="7669154" y="3178639"/>
                <a:ext cx="122366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=65 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4511DAC-67BD-4A9D-8A6D-A11DB691B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154" y="3178639"/>
                <a:ext cx="1223668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E5846DBD-5E06-407E-85CC-5DA00FF50E49}"/>
              </a:ext>
            </a:extLst>
          </p:cNvPr>
          <p:cNvSpPr txBox="1"/>
          <p:nvPr/>
        </p:nvSpPr>
        <p:spPr>
          <a:xfrm>
            <a:off x="3997545" y="3148170"/>
            <a:ext cx="7681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0" dirty="0" err="1">
                <a:solidFill>
                  <a:srgbClr val="FF0000"/>
                </a:solidFill>
                <a:latin typeface="+mj-lt"/>
              </a:rPr>
              <a:t>Bomba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5254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7C7F6C3-2FA8-4415-B0CB-CC5C8D25DC8D}"/>
              </a:ext>
            </a:extLst>
          </p:cNvPr>
          <p:cNvCxnSpPr>
            <a:cxnSpLocks/>
          </p:cNvCxnSpPr>
          <p:nvPr/>
        </p:nvCxnSpPr>
        <p:spPr>
          <a:xfrm flipH="1" flipV="1">
            <a:off x="2066926" y="3521125"/>
            <a:ext cx="2793844" cy="1"/>
          </a:xfrm>
          <a:prstGeom prst="straightConnector1">
            <a:avLst/>
          </a:prstGeom>
          <a:ln w="12700">
            <a:solidFill>
              <a:srgbClr val="FF0000"/>
            </a:solidFill>
            <a:prstDash val="lgDash"/>
            <a:headEnd type="non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0ECF6EB-5C49-43D8-838E-EB19FD8DB940}"/>
              </a:ext>
            </a:extLst>
          </p:cNvPr>
          <p:cNvCxnSpPr>
            <a:cxnSpLocks/>
          </p:cNvCxnSpPr>
          <p:nvPr/>
        </p:nvCxnSpPr>
        <p:spPr>
          <a:xfrm>
            <a:off x="4860770" y="3535888"/>
            <a:ext cx="0" cy="1664762"/>
          </a:xfrm>
          <a:prstGeom prst="straightConnector1">
            <a:avLst/>
          </a:prstGeom>
          <a:ln w="12700">
            <a:solidFill>
              <a:srgbClr val="FF0000"/>
            </a:solidFill>
            <a:prstDash val="lgDash"/>
            <a:headEnd type="non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ED9FD5C-9764-4737-A104-964A73A7C2D7}"/>
                  </a:ext>
                </a:extLst>
              </p:cNvPr>
              <p:cNvSpPr txBox="1"/>
              <p:nvPr/>
            </p:nvSpPr>
            <p:spPr>
              <a:xfrm>
                <a:off x="5248853" y="2340637"/>
                <a:ext cx="1017010" cy="3948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CL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sys</m:t>
                          </m:r>
                        </m:sub>
                      </m:sSub>
                      <m:d>
                        <m:d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ED9FD5C-9764-4737-A104-964A73A7C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853" y="2340637"/>
                <a:ext cx="1017010" cy="394852"/>
              </a:xfrm>
              <a:prstGeom prst="rect">
                <a:avLst/>
              </a:prstGeom>
              <a:blipFill>
                <a:blip r:embed="rId2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E6F7216-707D-435E-BA09-8BC1E2802EC6}"/>
                  </a:ext>
                </a:extLst>
              </p:cNvPr>
              <p:cNvSpPr txBox="1"/>
              <p:nvPr/>
            </p:nvSpPr>
            <p:spPr>
              <a:xfrm>
                <a:off x="2401829" y="2419991"/>
                <a:ext cx="10570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CL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bba</m:t>
                          </m:r>
                        </m:sub>
                      </m:sSub>
                      <m:d>
                        <m:dPr>
                          <m:ctrlPr>
                            <a:rPr lang="es-CL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E6F7216-707D-435E-BA09-8BC1E2802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829" y="2419991"/>
                <a:ext cx="1057084" cy="369332"/>
              </a:xfrm>
              <a:prstGeom prst="rect">
                <a:avLst/>
              </a:prstGeom>
              <a:blipFill>
                <a:blip r:embed="rId3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7EFCD4E-6DC6-4755-8AB0-202CDDF9C945}"/>
                  </a:ext>
                </a:extLst>
              </p:cNvPr>
              <p:cNvSpPr txBox="1"/>
              <p:nvPr/>
            </p:nvSpPr>
            <p:spPr>
              <a:xfrm>
                <a:off x="5790191" y="5200650"/>
                <a:ext cx="39978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7EFCD4E-6DC6-4755-8AB0-202CDDF9C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191" y="5200650"/>
                <a:ext cx="399789" cy="369332"/>
              </a:xfrm>
              <a:prstGeom prst="rect">
                <a:avLst/>
              </a:prstGeom>
              <a:blipFill>
                <a:blip r:embed="rId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B338482-2F68-452C-A4E4-016586BC30E6}"/>
              </a:ext>
            </a:extLst>
          </p:cNvPr>
          <p:cNvSpPr/>
          <p:nvPr/>
        </p:nvSpPr>
        <p:spPr>
          <a:xfrm>
            <a:off x="2047875" y="2200275"/>
            <a:ext cx="3676650" cy="3000375"/>
          </a:xfrm>
          <a:custGeom>
            <a:avLst/>
            <a:gdLst>
              <a:gd name="connsiteX0" fmla="*/ 0 w 3676650"/>
              <a:gd name="connsiteY0" fmla="*/ 0 h 3000375"/>
              <a:gd name="connsiteX1" fmla="*/ 1895475 w 3676650"/>
              <a:gd name="connsiteY1" fmla="*/ 361950 h 3000375"/>
              <a:gd name="connsiteX2" fmla="*/ 2809875 w 3676650"/>
              <a:gd name="connsiteY2" fmla="*/ 1333500 h 3000375"/>
              <a:gd name="connsiteX3" fmla="*/ 3676650 w 3676650"/>
              <a:gd name="connsiteY3" fmla="*/ 3000375 h 3000375"/>
              <a:gd name="connsiteX0" fmla="*/ 0 w 3676650"/>
              <a:gd name="connsiteY0" fmla="*/ 0 h 3000375"/>
              <a:gd name="connsiteX1" fmla="*/ 1895475 w 3676650"/>
              <a:gd name="connsiteY1" fmla="*/ 361950 h 3000375"/>
              <a:gd name="connsiteX2" fmla="*/ 2809875 w 3676650"/>
              <a:gd name="connsiteY2" fmla="*/ 1333500 h 3000375"/>
              <a:gd name="connsiteX3" fmla="*/ 3676650 w 3676650"/>
              <a:gd name="connsiteY3" fmla="*/ 3000375 h 3000375"/>
              <a:gd name="connsiteX0" fmla="*/ 0 w 3676650"/>
              <a:gd name="connsiteY0" fmla="*/ 0 h 3000375"/>
              <a:gd name="connsiteX1" fmla="*/ 1895475 w 3676650"/>
              <a:gd name="connsiteY1" fmla="*/ 361950 h 3000375"/>
              <a:gd name="connsiteX2" fmla="*/ 2809875 w 3676650"/>
              <a:gd name="connsiteY2" fmla="*/ 1333500 h 3000375"/>
              <a:gd name="connsiteX3" fmla="*/ 3676650 w 3676650"/>
              <a:gd name="connsiteY3" fmla="*/ 3000375 h 3000375"/>
              <a:gd name="connsiteX0" fmla="*/ 0 w 3676650"/>
              <a:gd name="connsiteY0" fmla="*/ 0 h 3000375"/>
              <a:gd name="connsiteX1" fmla="*/ 1895475 w 3676650"/>
              <a:gd name="connsiteY1" fmla="*/ 361950 h 3000375"/>
              <a:gd name="connsiteX2" fmla="*/ 2814638 w 3676650"/>
              <a:gd name="connsiteY2" fmla="*/ 1314450 h 3000375"/>
              <a:gd name="connsiteX3" fmla="*/ 3676650 w 3676650"/>
              <a:gd name="connsiteY3" fmla="*/ 3000375 h 3000375"/>
              <a:gd name="connsiteX0" fmla="*/ 0 w 3676650"/>
              <a:gd name="connsiteY0" fmla="*/ 0 h 3000375"/>
              <a:gd name="connsiteX1" fmla="*/ 1895475 w 3676650"/>
              <a:gd name="connsiteY1" fmla="*/ 361950 h 3000375"/>
              <a:gd name="connsiteX2" fmla="*/ 2814638 w 3676650"/>
              <a:gd name="connsiteY2" fmla="*/ 1314450 h 3000375"/>
              <a:gd name="connsiteX3" fmla="*/ 3676650 w 3676650"/>
              <a:gd name="connsiteY3" fmla="*/ 3000375 h 3000375"/>
              <a:gd name="connsiteX0" fmla="*/ 0 w 3676650"/>
              <a:gd name="connsiteY0" fmla="*/ 0 h 3000375"/>
              <a:gd name="connsiteX1" fmla="*/ 1895475 w 3676650"/>
              <a:gd name="connsiteY1" fmla="*/ 361950 h 3000375"/>
              <a:gd name="connsiteX2" fmla="*/ 2814638 w 3676650"/>
              <a:gd name="connsiteY2" fmla="*/ 1314450 h 3000375"/>
              <a:gd name="connsiteX3" fmla="*/ 3676650 w 3676650"/>
              <a:gd name="connsiteY3" fmla="*/ 3000375 h 3000375"/>
              <a:gd name="connsiteX0" fmla="*/ 0 w 3676650"/>
              <a:gd name="connsiteY0" fmla="*/ 0 h 3000375"/>
              <a:gd name="connsiteX1" fmla="*/ 1895475 w 3676650"/>
              <a:gd name="connsiteY1" fmla="*/ 361950 h 3000375"/>
              <a:gd name="connsiteX2" fmla="*/ 2814638 w 3676650"/>
              <a:gd name="connsiteY2" fmla="*/ 1314450 h 3000375"/>
              <a:gd name="connsiteX3" fmla="*/ 3676650 w 3676650"/>
              <a:gd name="connsiteY3" fmla="*/ 3000375 h 3000375"/>
              <a:gd name="connsiteX0" fmla="*/ 0 w 3676650"/>
              <a:gd name="connsiteY0" fmla="*/ 0 h 3000375"/>
              <a:gd name="connsiteX1" fmla="*/ 1895475 w 3676650"/>
              <a:gd name="connsiteY1" fmla="*/ 361950 h 3000375"/>
              <a:gd name="connsiteX2" fmla="*/ 2814638 w 3676650"/>
              <a:gd name="connsiteY2" fmla="*/ 1314450 h 3000375"/>
              <a:gd name="connsiteX3" fmla="*/ 3676650 w 3676650"/>
              <a:gd name="connsiteY3" fmla="*/ 3000375 h 3000375"/>
              <a:gd name="connsiteX0" fmla="*/ 0 w 3676650"/>
              <a:gd name="connsiteY0" fmla="*/ 0 h 3000375"/>
              <a:gd name="connsiteX1" fmla="*/ 1895475 w 3676650"/>
              <a:gd name="connsiteY1" fmla="*/ 361950 h 3000375"/>
              <a:gd name="connsiteX2" fmla="*/ 2814638 w 3676650"/>
              <a:gd name="connsiteY2" fmla="*/ 1314450 h 3000375"/>
              <a:gd name="connsiteX3" fmla="*/ 3676650 w 3676650"/>
              <a:gd name="connsiteY3" fmla="*/ 3000375 h 3000375"/>
              <a:gd name="connsiteX0" fmla="*/ 0 w 3676650"/>
              <a:gd name="connsiteY0" fmla="*/ 0 h 3000375"/>
              <a:gd name="connsiteX1" fmla="*/ 1881188 w 3676650"/>
              <a:gd name="connsiteY1" fmla="*/ 366713 h 3000375"/>
              <a:gd name="connsiteX2" fmla="*/ 2814638 w 3676650"/>
              <a:gd name="connsiteY2" fmla="*/ 1314450 h 3000375"/>
              <a:gd name="connsiteX3" fmla="*/ 3676650 w 3676650"/>
              <a:gd name="connsiteY3" fmla="*/ 3000375 h 300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6650" h="3000375">
                <a:moveTo>
                  <a:pt x="0" y="0"/>
                </a:moveTo>
                <a:cubicBezTo>
                  <a:pt x="713581" y="69850"/>
                  <a:pt x="1421607" y="128588"/>
                  <a:pt x="1881188" y="366713"/>
                </a:cubicBezTo>
                <a:cubicBezTo>
                  <a:pt x="2340769" y="604838"/>
                  <a:pt x="2515394" y="875506"/>
                  <a:pt x="2814638" y="1314450"/>
                </a:cubicBezTo>
                <a:cubicBezTo>
                  <a:pt x="3113882" y="1753394"/>
                  <a:pt x="3391693" y="2386806"/>
                  <a:pt x="3676650" y="3000375"/>
                </a:cubicBezTo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11ED467-44B2-4FA8-B177-FF7ED69DC74F}"/>
              </a:ext>
            </a:extLst>
          </p:cNvPr>
          <p:cNvSpPr/>
          <p:nvPr/>
        </p:nvSpPr>
        <p:spPr>
          <a:xfrm>
            <a:off x="2057400" y="2762250"/>
            <a:ext cx="3416300" cy="1758950"/>
          </a:xfrm>
          <a:custGeom>
            <a:avLst/>
            <a:gdLst>
              <a:gd name="connsiteX0" fmla="*/ 0 w 3416300"/>
              <a:gd name="connsiteY0" fmla="*/ 1758950 h 1758950"/>
              <a:gd name="connsiteX1" fmla="*/ 1631950 w 3416300"/>
              <a:gd name="connsiteY1" fmla="*/ 1454150 h 1758950"/>
              <a:gd name="connsiteX2" fmla="*/ 2794000 w 3416300"/>
              <a:gd name="connsiteY2" fmla="*/ 774700 h 1758950"/>
              <a:gd name="connsiteX3" fmla="*/ 3416300 w 3416300"/>
              <a:gd name="connsiteY3" fmla="*/ 0 h 1758950"/>
              <a:gd name="connsiteX0" fmla="*/ 0 w 3416300"/>
              <a:gd name="connsiteY0" fmla="*/ 1758950 h 1758950"/>
              <a:gd name="connsiteX1" fmla="*/ 1631950 w 3416300"/>
              <a:gd name="connsiteY1" fmla="*/ 1454150 h 1758950"/>
              <a:gd name="connsiteX2" fmla="*/ 2508250 w 3416300"/>
              <a:gd name="connsiteY2" fmla="*/ 1054100 h 1758950"/>
              <a:gd name="connsiteX3" fmla="*/ 3416300 w 3416300"/>
              <a:gd name="connsiteY3" fmla="*/ 0 h 1758950"/>
              <a:gd name="connsiteX0" fmla="*/ 0 w 3416300"/>
              <a:gd name="connsiteY0" fmla="*/ 1758950 h 1758950"/>
              <a:gd name="connsiteX1" fmla="*/ 1631950 w 3416300"/>
              <a:gd name="connsiteY1" fmla="*/ 1454150 h 1758950"/>
              <a:gd name="connsiteX2" fmla="*/ 2527300 w 3416300"/>
              <a:gd name="connsiteY2" fmla="*/ 1028700 h 1758950"/>
              <a:gd name="connsiteX3" fmla="*/ 3416300 w 3416300"/>
              <a:gd name="connsiteY3" fmla="*/ 0 h 1758950"/>
              <a:gd name="connsiteX0" fmla="*/ 0 w 3416300"/>
              <a:gd name="connsiteY0" fmla="*/ 1758950 h 1758950"/>
              <a:gd name="connsiteX1" fmla="*/ 1485900 w 3416300"/>
              <a:gd name="connsiteY1" fmla="*/ 1479550 h 1758950"/>
              <a:gd name="connsiteX2" fmla="*/ 2527300 w 3416300"/>
              <a:gd name="connsiteY2" fmla="*/ 1028700 h 1758950"/>
              <a:gd name="connsiteX3" fmla="*/ 3416300 w 3416300"/>
              <a:gd name="connsiteY3" fmla="*/ 0 h 1758950"/>
              <a:gd name="connsiteX0" fmla="*/ 0 w 3416300"/>
              <a:gd name="connsiteY0" fmla="*/ 1758950 h 1758950"/>
              <a:gd name="connsiteX1" fmla="*/ 1473200 w 3416300"/>
              <a:gd name="connsiteY1" fmla="*/ 1504950 h 1758950"/>
              <a:gd name="connsiteX2" fmla="*/ 2527300 w 3416300"/>
              <a:gd name="connsiteY2" fmla="*/ 1028700 h 1758950"/>
              <a:gd name="connsiteX3" fmla="*/ 3416300 w 3416300"/>
              <a:gd name="connsiteY3" fmla="*/ 0 h 175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6300" h="1758950">
                <a:moveTo>
                  <a:pt x="0" y="1758950"/>
                </a:moveTo>
                <a:cubicBezTo>
                  <a:pt x="583141" y="1688571"/>
                  <a:pt x="1051983" y="1626658"/>
                  <a:pt x="1473200" y="1504950"/>
                </a:cubicBezTo>
                <a:cubicBezTo>
                  <a:pt x="1894417" y="1383242"/>
                  <a:pt x="2203450" y="1279525"/>
                  <a:pt x="2527300" y="1028700"/>
                </a:cubicBezTo>
                <a:cubicBezTo>
                  <a:pt x="2851150" y="777875"/>
                  <a:pt x="3253846" y="266171"/>
                  <a:pt x="3416300" y="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F5513B6-1119-4AE5-B09A-47A9B9370F49}"/>
              </a:ext>
            </a:extLst>
          </p:cNvPr>
          <p:cNvCxnSpPr>
            <a:cxnSpLocks/>
          </p:cNvCxnSpPr>
          <p:nvPr/>
        </p:nvCxnSpPr>
        <p:spPr>
          <a:xfrm>
            <a:off x="1882140" y="5200650"/>
            <a:ext cx="4307840" cy="0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67842A3-0B8C-4E8B-B825-21F42332098F}"/>
              </a:ext>
            </a:extLst>
          </p:cNvPr>
          <p:cNvCxnSpPr>
            <a:cxnSpLocks/>
          </p:cNvCxnSpPr>
          <p:nvPr/>
        </p:nvCxnSpPr>
        <p:spPr>
          <a:xfrm flipV="1">
            <a:off x="2057400" y="1859280"/>
            <a:ext cx="0" cy="3493770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4BE9999-1592-4B0B-8554-39B527774C10}"/>
              </a:ext>
            </a:extLst>
          </p:cNvPr>
          <p:cNvSpPr txBox="1"/>
          <p:nvPr/>
        </p:nvSpPr>
        <p:spPr>
          <a:xfrm>
            <a:off x="2651467" y="1574314"/>
            <a:ext cx="3444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rgbClr val="00B0F0"/>
                </a:solidFill>
              </a:rPr>
              <a:t>Curva de rendimiento de la bomba</a:t>
            </a:r>
            <a:endParaRPr lang="en-US" dirty="0">
              <a:solidFill>
                <a:srgbClr val="00B0F0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DA90B95-51DD-4798-AC8B-BD0F24108AC5}"/>
              </a:ext>
            </a:extLst>
          </p:cNvPr>
          <p:cNvCxnSpPr>
            <a:cxnSpLocks/>
          </p:cNvCxnSpPr>
          <p:nvPr/>
        </p:nvCxnSpPr>
        <p:spPr>
          <a:xfrm flipH="1">
            <a:off x="2859796" y="1904897"/>
            <a:ext cx="401295" cy="403964"/>
          </a:xfrm>
          <a:prstGeom prst="straightConnector1">
            <a:avLst/>
          </a:prstGeom>
          <a:ln w="12700">
            <a:solidFill>
              <a:srgbClr val="00B0F0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BA7ACAA-58F8-4CB9-8FD7-3C15C751375A}"/>
              </a:ext>
            </a:extLst>
          </p:cNvPr>
          <p:cNvCxnSpPr>
            <a:cxnSpLocks/>
            <a:stCxn id="47" idx="1"/>
          </p:cNvCxnSpPr>
          <p:nvPr/>
        </p:nvCxnSpPr>
        <p:spPr>
          <a:xfrm flipH="1" flipV="1">
            <a:off x="2401830" y="4478873"/>
            <a:ext cx="369162" cy="298956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D0C5432-79D7-4288-BCA0-B3A63A43C216}"/>
              </a:ext>
            </a:extLst>
          </p:cNvPr>
          <p:cNvSpPr txBox="1"/>
          <p:nvPr/>
        </p:nvSpPr>
        <p:spPr>
          <a:xfrm>
            <a:off x="2770992" y="4454663"/>
            <a:ext cx="1939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Curva de demanda del sistema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B0D9F7-FE70-48DA-8B4E-EB7495D8016F}"/>
              </a:ext>
            </a:extLst>
          </p:cNvPr>
          <p:cNvSpPr txBox="1"/>
          <p:nvPr/>
        </p:nvSpPr>
        <p:spPr>
          <a:xfrm>
            <a:off x="5525620" y="2897072"/>
            <a:ext cx="1191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Punto de operación</a:t>
            </a:r>
            <a:endParaRPr lang="en-US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018CBE0-8EE1-42AC-8D0B-892826958620}"/>
              </a:ext>
            </a:extLst>
          </p:cNvPr>
          <p:cNvCxnSpPr>
            <a:cxnSpLocks/>
            <a:stCxn id="48" idx="1"/>
            <a:endCxn id="4" idx="2"/>
          </p:cNvCxnSpPr>
          <p:nvPr/>
        </p:nvCxnSpPr>
        <p:spPr>
          <a:xfrm flipH="1">
            <a:off x="4862513" y="3220238"/>
            <a:ext cx="663107" cy="294487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8141A03-07C4-4404-90E6-1048696FDF83}"/>
                  </a:ext>
                </a:extLst>
              </p:cNvPr>
              <p:cNvSpPr txBox="1"/>
              <p:nvPr/>
            </p:nvSpPr>
            <p:spPr>
              <a:xfrm>
                <a:off x="1669452" y="1625114"/>
                <a:ext cx="412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8141A03-07C4-4404-90E6-1048696FD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452" y="1625114"/>
                <a:ext cx="41261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E7C6CC6-4FD1-494C-A386-6D5BA800EF0E}"/>
                  </a:ext>
                </a:extLst>
              </p:cNvPr>
              <p:cNvSpPr txBox="1"/>
              <p:nvPr/>
            </p:nvSpPr>
            <p:spPr>
              <a:xfrm>
                <a:off x="4559502" y="5179234"/>
                <a:ext cx="602536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CL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op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E7C6CC6-4FD1-494C-A386-6D5BA800E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502" y="5179234"/>
                <a:ext cx="602536" cy="390748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3DE8C37-3DEE-43FD-B384-5BB9D7E83296}"/>
                  </a:ext>
                </a:extLst>
              </p:cNvPr>
              <p:cNvSpPr txBox="1"/>
              <p:nvPr/>
            </p:nvSpPr>
            <p:spPr>
              <a:xfrm>
                <a:off x="1516062" y="3286352"/>
                <a:ext cx="608693" cy="3940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CL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op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3DE8C37-3DEE-43FD-B384-5BB9D7E83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062" y="3286352"/>
                <a:ext cx="608693" cy="394019"/>
              </a:xfrm>
              <a:prstGeom prst="rect">
                <a:avLst/>
              </a:prstGeom>
              <a:blipFill>
                <a:blip r:embed="rId7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33370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8">
                <a:extLst>
                  <a:ext uri="{FF2B5EF4-FFF2-40B4-BE49-F238E27FC236}">
                    <a16:creationId xmlns:a16="http://schemas.microsoft.com/office/drawing/2014/main" id="{2FFC4A1E-B353-6EE5-F8D1-AA0152969F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745508"/>
                  </p:ext>
                </p:extLst>
              </p:nvPr>
            </p:nvGraphicFramePr>
            <p:xfrm>
              <a:off x="1329545" y="1882705"/>
              <a:ext cx="9875520" cy="38404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3835356158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2820512111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2894796570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960379677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2223094184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4242236950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b="1" dirty="0"/>
                            <a:t>Nombre</a:t>
                          </a:r>
                          <a:endParaRPr lang="en-US" sz="1600" b="1" dirty="0"/>
                        </a:p>
                      </a:txBody>
                      <a:tcPr anchor="ctr">
                        <a:lnT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b="1" dirty="0"/>
                            <a:t>Ecuación</a:t>
                          </a:r>
                          <a:endParaRPr lang="en-US" sz="1600" b="1" dirty="0"/>
                        </a:p>
                      </a:txBody>
                      <a:tcPr anchor="ctr">
                        <a:lnT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b="1" dirty="0"/>
                            <a:t>Campo de estudio</a:t>
                          </a:r>
                          <a:endParaRPr lang="en-US" sz="1600" b="1" dirty="0"/>
                        </a:p>
                      </a:txBody>
                      <a:tcPr anchor="ctr">
                        <a:lnT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b="1" dirty="0"/>
                            <a:t>Parámetro descrito</a:t>
                          </a:r>
                          <a:endParaRPr lang="en-US" sz="1600" b="1" dirty="0"/>
                        </a:p>
                      </a:txBody>
                      <a:tcPr anchor="ctr">
                        <a:lnT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b="1" dirty="0"/>
                            <a:t>Variable dependiente</a:t>
                          </a:r>
                          <a:endParaRPr lang="en-US" sz="1600" b="1" dirty="0"/>
                        </a:p>
                      </a:txBody>
                      <a:tcPr anchor="ctr">
                        <a:lnT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b="1" dirty="0"/>
                            <a:t>Constante de proporcionalidad</a:t>
                          </a:r>
                          <a:endParaRPr lang="en-US" sz="1600" b="1" dirty="0"/>
                        </a:p>
                      </a:txBody>
                      <a:tcPr anchor="ctr">
                        <a:lnT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1465516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Ley de Fourier</a:t>
                          </a:r>
                          <a:endParaRPr lang="en-US" sz="16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CL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CL" sz="1600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s-CL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f>
                                  <m:fPr>
                                    <m:ctrlP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  <m:t>𝑑𝑇</m:t>
                                    </m:r>
                                  </m:num>
                                  <m:den>
                                    <m: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  <m:t>𝑑𝑥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0" i="1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Conducción de calor</a:t>
                          </a:r>
                          <a:endParaRPr lang="en-US" sz="16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Flujo de calor</a:t>
                          </a:r>
                          <a:endParaRPr lang="en-US" sz="16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Temperatura</a:t>
                          </a:r>
                          <a:endParaRPr lang="en-US" sz="16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Conductividad térmica</a:t>
                          </a:r>
                          <a:endParaRPr lang="en-US" sz="16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8065648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Ley de Fick</a:t>
                          </a:r>
                          <a:endParaRPr lang="en-US" sz="1600" dirty="0"/>
                        </a:p>
                      </a:txBody>
                      <a:tcPr anchor="ctr">
                        <a:lnT>
                          <a:noFill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s-CL" sz="1600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s-CL" sz="16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f>
                                  <m:fPr>
                                    <m:ctrlP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  <m:t>𝑑𝑐</m:t>
                                    </m:r>
                                  </m:num>
                                  <m:den>
                                    <m: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  <m:t>𝑑𝑥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0" i="1" dirty="0"/>
                        </a:p>
                      </a:txBody>
                      <a:tcPr anchor="ctr">
                        <a:lnT>
                          <a:noFill/>
                        </a:lnT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Difusión de masa</a:t>
                          </a:r>
                          <a:endParaRPr lang="en-US" sz="1600" dirty="0"/>
                        </a:p>
                      </a:txBody>
                      <a:tcPr anchor="ctr">
                        <a:lnT>
                          <a:noFill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Flujo másico</a:t>
                          </a:r>
                          <a:endParaRPr lang="en-US" sz="1600" dirty="0"/>
                        </a:p>
                      </a:txBody>
                      <a:tcPr anchor="ctr">
                        <a:lnT>
                          <a:noFill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Concentración</a:t>
                          </a:r>
                          <a:endParaRPr lang="en-US" sz="1600" dirty="0"/>
                        </a:p>
                      </a:txBody>
                      <a:tcPr anchor="ctr">
                        <a:lnT>
                          <a:noFill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Difusividad</a:t>
                          </a:r>
                          <a:endParaRPr lang="en-US" sz="1600" dirty="0"/>
                        </a:p>
                      </a:txBody>
                      <a:tcPr anchor="ctr">
                        <a:lnT>
                          <a:noFill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09687706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Ley de Ohm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  <m:r>
                                  <a:rPr lang="es-CL" sz="1600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s-CL" sz="16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f>
                                  <m:fPr>
                                    <m:ctrlP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  <m:t>𝑑𝑉</m:t>
                                    </m:r>
                                  </m:num>
                                  <m:den>
                                    <m: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  <m:t>𝑑𝑥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0" i="1" dirty="0"/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Electricidad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Flujo de corriente eléctrica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Voltaje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Conductividad eléctrica</a:t>
                          </a:r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065948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Ley de viscosidad de Newton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CL" sz="1600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s-CL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CL" sz="16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f>
                                  <m:fPr>
                                    <m:ctrlP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  <m:t>𝑑𝑢</m:t>
                                    </m:r>
                                  </m:num>
                                  <m:den>
                                    <m: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  <m:t>𝑑𝑥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0" i="1" dirty="0"/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Mecánica de Fluidos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Tensión de corte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Velocidad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Viscosidad dinámica</a:t>
                          </a:r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0549256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Ley de Hook</a:t>
                          </a:r>
                          <a:endParaRPr lang="en-US" sz="1600" dirty="0"/>
                        </a:p>
                      </a:txBody>
                      <a:tcPr anchor="ctr">
                        <a:lnB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CL" sz="16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s-CL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CL" sz="1600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f>
                                  <m:fPr>
                                    <m:ctrlP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s-CL" sz="16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0" i="1" dirty="0"/>
                        </a:p>
                      </a:txBody>
                      <a:tcPr anchor="ctr">
                        <a:lnB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Elasticidad</a:t>
                          </a:r>
                          <a:endParaRPr lang="en-US" sz="1600" dirty="0"/>
                        </a:p>
                      </a:txBody>
                      <a:tcPr anchor="ctr">
                        <a:lnB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Tensión mecánica</a:t>
                          </a:r>
                          <a:endParaRPr lang="en-US" sz="1600" dirty="0"/>
                        </a:p>
                      </a:txBody>
                      <a:tcPr anchor="ctr">
                        <a:lnB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Deformación</a:t>
                          </a:r>
                          <a:endParaRPr lang="en-US" sz="1600" dirty="0"/>
                        </a:p>
                      </a:txBody>
                      <a:tcPr anchor="ctr">
                        <a:lnB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Módulo de Young</a:t>
                          </a:r>
                          <a:endParaRPr lang="en-US" sz="1600" dirty="0"/>
                        </a:p>
                      </a:txBody>
                      <a:tcPr anchor="ctr">
                        <a:lnB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499640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8">
                <a:extLst>
                  <a:ext uri="{FF2B5EF4-FFF2-40B4-BE49-F238E27FC236}">
                    <a16:creationId xmlns:a16="http://schemas.microsoft.com/office/drawing/2014/main" id="{2FFC4A1E-B353-6EE5-F8D1-AA0152969F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745508"/>
                  </p:ext>
                </p:extLst>
              </p:nvPr>
            </p:nvGraphicFramePr>
            <p:xfrm>
              <a:off x="1329545" y="1882705"/>
              <a:ext cx="9875520" cy="38404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3835356158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2820512111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2894796570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960379677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2223094184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4242236950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b="1" dirty="0"/>
                            <a:t>Nombre</a:t>
                          </a:r>
                          <a:endParaRPr lang="en-US" sz="1600" b="1" dirty="0"/>
                        </a:p>
                      </a:txBody>
                      <a:tcPr anchor="ctr">
                        <a:lnT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b="1" dirty="0"/>
                            <a:t>Ecuación</a:t>
                          </a:r>
                          <a:endParaRPr lang="en-US" sz="1600" b="1" dirty="0"/>
                        </a:p>
                      </a:txBody>
                      <a:tcPr anchor="ctr">
                        <a:lnT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b="1" dirty="0"/>
                            <a:t>Campo de estudio</a:t>
                          </a:r>
                          <a:endParaRPr lang="en-US" sz="1600" b="1" dirty="0"/>
                        </a:p>
                      </a:txBody>
                      <a:tcPr anchor="ctr">
                        <a:lnT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b="1" dirty="0"/>
                            <a:t>Parámetro descrito</a:t>
                          </a:r>
                          <a:endParaRPr lang="en-US" sz="1600" b="1" dirty="0"/>
                        </a:p>
                      </a:txBody>
                      <a:tcPr anchor="ctr">
                        <a:lnT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b="1" dirty="0"/>
                            <a:t>Variable dependiente</a:t>
                          </a:r>
                          <a:endParaRPr lang="en-US" sz="1600" b="1" dirty="0"/>
                        </a:p>
                      </a:txBody>
                      <a:tcPr anchor="ctr">
                        <a:lnT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b="1" dirty="0"/>
                            <a:t>Constante de proporcionalidad</a:t>
                          </a:r>
                          <a:endParaRPr lang="en-US" sz="1600" b="1" dirty="0"/>
                        </a:p>
                      </a:txBody>
                      <a:tcPr anchor="ctr">
                        <a:lnT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1465516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Ley de Fourier</a:t>
                          </a:r>
                          <a:endParaRPr lang="en-US" sz="16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102857" r="-401481" b="-40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Conducción de calor</a:t>
                          </a:r>
                          <a:endParaRPr lang="en-US" sz="16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Flujo de calor</a:t>
                          </a:r>
                          <a:endParaRPr lang="en-US" sz="16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Temperatura</a:t>
                          </a:r>
                          <a:endParaRPr lang="en-US" sz="16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Conductividad térmica</a:t>
                          </a:r>
                          <a:endParaRPr lang="en-US" sz="16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8065648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Ley de Fick</a:t>
                          </a:r>
                          <a:endParaRPr lang="en-US" sz="1600" dirty="0"/>
                        </a:p>
                      </a:txBody>
                      <a:tcPr anchor="ctr">
                        <a:lnT>
                          <a:noFill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>
                          <a:noFill/>
                        </a:lnT>
                        <a:blipFill>
                          <a:blip r:embed="rId3"/>
                          <a:stretch>
                            <a:fillRect l="-100000" t="-200943" r="-40148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Difusión de masa</a:t>
                          </a:r>
                          <a:endParaRPr lang="en-US" sz="1600" dirty="0"/>
                        </a:p>
                      </a:txBody>
                      <a:tcPr anchor="ctr">
                        <a:lnT>
                          <a:noFill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Flujo másico</a:t>
                          </a:r>
                          <a:endParaRPr lang="en-US" sz="1600" dirty="0"/>
                        </a:p>
                      </a:txBody>
                      <a:tcPr anchor="ctr">
                        <a:lnT>
                          <a:noFill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Concentración</a:t>
                          </a:r>
                          <a:endParaRPr lang="en-US" sz="1600" dirty="0"/>
                        </a:p>
                      </a:txBody>
                      <a:tcPr anchor="ctr">
                        <a:lnT>
                          <a:noFill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Difusividad</a:t>
                          </a:r>
                          <a:endParaRPr lang="en-US" sz="1600" dirty="0"/>
                        </a:p>
                      </a:txBody>
                      <a:tcPr anchor="ctr">
                        <a:lnT>
                          <a:noFill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09687706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Ley de Ohm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303810" r="-401481" b="-2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Electricidad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Flujo de corriente eléctrica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Voltaje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Conductividad eléctrica</a:t>
                          </a:r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065948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Ley de viscosidad de Newton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403810" r="-401481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Mecánica de Fluidos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Tensión de corte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Velocidad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Viscosidad dinámica</a:t>
                          </a:r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0549256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Ley de Hook</a:t>
                          </a:r>
                          <a:endParaRPr lang="en-US" sz="1600" dirty="0"/>
                        </a:p>
                      </a:txBody>
                      <a:tcPr anchor="ctr">
                        <a:lnB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503810" r="-401481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Elasticidad</a:t>
                          </a:r>
                          <a:endParaRPr lang="en-US" sz="1600" dirty="0"/>
                        </a:p>
                      </a:txBody>
                      <a:tcPr anchor="ctr">
                        <a:lnB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Tensión mecánica</a:t>
                          </a:r>
                          <a:endParaRPr lang="en-US" sz="1600" dirty="0"/>
                        </a:p>
                      </a:txBody>
                      <a:tcPr anchor="ctr">
                        <a:lnB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Deformación</a:t>
                          </a:r>
                          <a:endParaRPr lang="en-US" sz="1600" dirty="0"/>
                        </a:p>
                      </a:txBody>
                      <a:tcPr anchor="ctr">
                        <a:lnB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sz="1600" dirty="0"/>
                            <a:t>Módulo de Young</a:t>
                          </a:r>
                          <a:endParaRPr lang="en-US" sz="1600" dirty="0"/>
                        </a:p>
                      </a:txBody>
                      <a:tcPr anchor="ctr">
                        <a:lnB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499640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091164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949940-D20B-1F98-3E4C-9416E208A0E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12391" y="28464"/>
            <a:ext cx="8967217" cy="650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6858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512118-18C6-32BF-1AD5-A444CAB57CF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12391" y="491309"/>
            <a:ext cx="8967217" cy="577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6305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35CB3A-CBEC-6549-6B46-DB9958A9858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12391" y="402347"/>
            <a:ext cx="8967217" cy="57606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7AECD8-492F-A809-6FB3-3B9C35AB058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12391" y="404987"/>
            <a:ext cx="8967217" cy="57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2620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5CC8CDE-532F-540E-C013-D6A9A63F51FB}"/>
              </a:ext>
            </a:extLst>
          </p:cNvPr>
          <p:cNvSpPr/>
          <p:nvPr/>
        </p:nvSpPr>
        <p:spPr>
          <a:xfrm>
            <a:off x="550921" y="1891832"/>
            <a:ext cx="1910857" cy="920233"/>
          </a:xfrm>
          <a:custGeom>
            <a:avLst/>
            <a:gdLst>
              <a:gd name="connsiteX0" fmla="*/ 0 w 4413504"/>
              <a:gd name="connsiteY0" fmla="*/ 1633761 h 1702908"/>
              <a:gd name="connsiteX1" fmla="*/ 1188720 w 4413504"/>
              <a:gd name="connsiteY1" fmla="*/ 33 h 1702908"/>
              <a:gd name="connsiteX2" fmla="*/ 3285744 w 4413504"/>
              <a:gd name="connsiteY2" fmla="*/ 1670337 h 1702908"/>
              <a:gd name="connsiteX3" fmla="*/ 4413504 w 4413504"/>
              <a:gd name="connsiteY3" fmla="*/ 944913 h 1702908"/>
              <a:gd name="connsiteX0" fmla="*/ 0 w 4413504"/>
              <a:gd name="connsiteY0" fmla="*/ 1633793 h 1633793"/>
              <a:gd name="connsiteX1" fmla="*/ 1188720 w 4413504"/>
              <a:gd name="connsiteY1" fmla="*/ 65 h 1633793"/>
              <a:gd name="connsiteX2" fmla="*/ 3005328 w 4413504"/>
              <a:gd name="connsiteY2" fmla="*/ 1566737 h 1633793"/>
              <a:gd name="connsiteX3" fmla="*/ 4413504 w 4413504"/>
              <a:gd name="connsiteY3" fmla="*/ 944945 h 1633793"/>
              <a:gd name="connsiteX0" fmla="*/ 0 w 4413504"/>
              <a:gd name="connsiteY0" fmla="*/ 1633798 h 1709871"/>
              <a:gd name="connsiteX1" fmla="*/ 1188720 w 4413504"/>
              <a:gd name="connsiteY1" fmla="*/ 70 h 1709871"/>
              <a:gd name="connsiteX2" fmla="*/ 3005328 w 4413504"/>
              <a:gd name="connsiteY2" fmla="*/ 1566742 h 1709871"/>
              <a:gd name="connsiteX3" fmla="*/ 3675888 w 4413504"/>
              <a:gd name="connsiteY3" fmla="*/ 1572839 h 1709871"/>
              <a:gd name="connsiteX4" fmla="*/ 4413504 w 4413504"/>
              <a:gd name="connsiteY4" fmla="*/ 944950 h 1709871"/>
              <a:gd name="connsiteX0" fmla="*/ 0 w 4413504"/>
              <a:gd name="connsiteY0" fmla="*/ 1633798 h 1704513"/>
              <a:gd name="connsiteX1" fmla="*/ 1188720 w 4413504"/>
              <a:gd name="connsiteY1" fmla="*/ 70 h 1704513"/>
              <a:gd name="connsiteX2" fmla="*/ 3005328 w 4413504"/>
              <a:gd name="connsiteY2" fmla="*/ 1566742 h 1704513"/>
              <a:gd name="connsiteX3" fmla="*/ 3675888 w 4413504"/>
              <a:gd name="connsiteY3" fmla="*/ 1572839 h 1704513"/>
              <a:gd name="connsiteX4" fmla="*/ 4413504 w 4413504"/>
              <a:gd name="connsiteY4" fmla="*/ 944950 h 1704513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75888 w 4413504"/>
              <a:gd name="connsiteY3" fmla="*/ 1573972 h 1634931"/>
              <a:gd name="connsiteX4" fmla="*/ 4413504 w 4413504"/>
              <a:gd name="connsiteY4" fmla="*/ 946083 h 1634931"/>
              <a:gd name="connsiteX0" fmla="*/ 0 w 4413504"/>
              <a:gd name="connsiteY0" fmla="*/ 1634931 h 1671346"/>
              <a:gd name="connsiteX1" fmla="*/ 1188720 w 4413504"/>
              <a:gd name="connsiteY1" fmla="*/ 1203 h 1671346"/>
              <a:gd name="connsiteX2" fmla="*/ 2743200 w 4413504"/>
              <a:gd name="connsiteY2" fmla="*/ 1372803 h 1671346"/>
              <a:gd name="connsiteX3" fmla="*/ 3383280 w 4413504"/>
              <a:gd name="connsiteY3" fmla="*/ 1641028 h 1671346"/>
              <a:gd name="connsiteX4" fmla="*/ 4413504 w 4413504"/>
              <a:gd name="connsiteY4" fmla="*/ 946083 h 1671346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94176 w 4413504"/>
              <a:gd name="connsiteY3" fmla="*/ 1580068 h 1634931"/>
              <a:gd name="connsiteX4" fmla="*/ 4413504 w 4413504"/>
              <a:gd name="connsiteY4" fmla="*/ 946083 h 1634931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63696 w 4413504"/>
              <a:gd name="connsiteY3" fmla="*/ 1592260 h 1634931"/>
              <a:gd name="connsiteX4" fmla="*/ 4413504 w 4413504"/>
              <a:gd name="connsiteY4" fmla="*/ 946083 h 1634931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76 h 1635276"/>
              <a:gd name="connsiteX1" fmla="*/ 1188720 w 4413504"/>
              <a:gd name="connsiteY1" fmla="*/ 1548 h 1635276"/>
              <a:gd name="connsiteX2" fmla="*/ 2758440 w 4413504"/>
              <a:gd name="connsiteY2" fmla="*/ 1342668 h 1635276"/>
              <a:gd name="connsiteX3" fmla="*/ 3663696 w 4413504"/>
              <a:gd name="connsiteY3" fmla="*/ 1592605 h 1635276"/>
              <a:gd name="connsiteX4" fmla="*/ 4413504 w 4413504"/>
              <a:gd name="connsiteY4" fmla="*/ 946428 h 1635276"/>
              <a:gd name="connsiteX0" fmla="*/ 0 w 4413504"/>
              <a:gd name="connsiteY0" fmla="*/ 1635286 h 1635286"/>
              <a:gd name="connsiteX1" fmla="*/ 1188720 w 4413504"/>
              <a:gd name="connsiteY1" fmla="*/ 1558 h 1635286"/>
              <a:gd name="connsiteX2" fmla="*/ 2758440 w 4413504"/>
              <a:gd name="connsiteY2" fmla="*/ 1342678 h 1635286"/>
              <a:gd name="connsiteX3" fmla="*/ 3663696 w 4413504"/>
              <a:gd name="connsiteY3" fmla="*/ 1592615 h 1635286"/>
              <a:gd name="connsiteX4" fmla="*/ 4413504 w 4413504"/>
              <a:gd name="connsiteY4" fmla="*/ 946438 h 1635286"/>
              <a:gd name="connsiteX0" fmla="*/ 0 w 4413504"/>
              <a:gd name="connsiteY0" fmla="*/ 1633755 h 1633755"/>
              <a:gd name="connsiteX1" fmla="*/ 1188720 w 4413504"/>
              <a:gd name="connsiteY1" fmla="*/ 27 h 1633755"/>
              <a:gd name="connsiteX2" fmla="*/ 3663696 w 4413504"/>
              <a:gd name="connsiteY2" fmla="*/ 1591084 h 1633755"/>
              <a:gd name="connsiteX3" fmla="*/ 4413504 w 4413504"/>
              <a:gd name="connsiteY3" fmla="*/ 944907 h 1633755"/>
              <a:gd name="connsiteX0" fmla="*/ 0 w 4413504"/>
              <a:gd name="connsiteY0" fmla="*/ 1633753 h 1633753"/>
              <a:gd name="connsiteX1" fmla="*/ 1188720 w 4413504"/>
              <a:gd name="connsiteY1" fmla="*/ 25 h 1633753"/>
              <a:gd name="connsiteX2" fmla="*/ 3663696 w 4413504"/>
              <a:gd name="connsiteY2" fmla="*/ 1591082 h 1633753"/>
              <a:gd name="connsiteX3" fmla="*/ 4413504 w 4413504"/>
              <a:gd name="connsiteY3" fmla="*/ 944905 h 1633753"/>
              <a:gd name="connsiteX0" fmla="*/ 0 w 4413504"/>
              <a:gd name="connsiteY0" fmla="*/ 1633753 h 1633753"/>
              <a:gd name="connsiteX1" fmla="*/ 1188720 w 4413504"/>
              <a:gd name="connsiteY1" fmla="*/ 25 h 1633753"/>
              <a:gd name="connsiteX2" fmla="*/ 3663696 w 4413504"/>
              <a:gd name="connsiteY2" fmla="*/ 1591082 h 1633753"/>
              <a:gd name="connsiteX3" fmla="*/ 4413504 w 4413504"/>
              <a:gd name="connsiteY3" fmla="*/ 944905 h 1633753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62 h 1633762"/>
              <a:gd name="connsiteX1" fmla="*/ 1188720 w 4413504"/>
              <a:gd name="connsiteY1" fmla="*/ 34 h 1633762"/>
              <a:gd name="connsiteX2" fmla="*/ 3518916 w 4413504"/>
              <a:gd name="connsiteY2" fmla="*/ 1583471 h 1633762"/>
              <a:gd name="connsiteX3" fmla="*/ 4413504 w 4413504"/>
              <a:gd name="connsiteY3" fmla="*/ 944914 h 1633762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3412236"/>
              <a:gd name="connsiteY0" fmla="*/ 1633835 h 1633835"/>
              <a:gd name="connsiteX1" fmla="*/ 1188720 w 3412236"/>
              <a:gd name="connsiteY1" fmla="*/ 107 h 1633835"/>
              <a:gd name="connsiteX2" fmla="*/ 3412236 w 3412236"/>
              <a:gd name="connsiteY2" fmla="*/ 1545444 h 1633835"/>
              <a:gd name="connsiteX0" fmla="*/ 0 w 2731516"/>
              <a:gd name="connsiteY0" fmla="*/ 1635814 h 1635814"/>
              <a:gd name="connsiteX1" fmla="*/ 1188720 w 2731516"/>
              <a:gd name="connsiteY1" fmla="*/ 2086 h 1635814"/>
              <a:gd name="connsiteX2" fmla="*/ 2731516 w 2731516"/>
              <a:gd name="connsiteY2" fmla="*/ 1273103 h 1635814"/>
              <a:gd name="connsiteX0" fmla="*/ 0 w 2731516"/>
              <a:gd name="connsiteY0" fmla="*/ 1636044 h 1636044"/>
              <a:gd name="connsiteX1" fmla="*/ 1188720 w 2731516"/>
              <a:gd name="connsiteY1" fmla="*/ 2316 h 1636044"/>
              <a:gd name="connsiteX2" fmla="*/ 2731516 w 2731516"/>
              <a:gd name="connsiteY2" fmla="*/ 1273333 h 1636044"/>
              <a:gd name="connsiteX0" fmla="*/ 0 w 2731516"/>
              <a:gd name="connsiteY0" fmla="*/ 1636357 h 1636357"/>
              <a:gd name="connsiteX1" fmla="*/ 1188720 w 2731516"/>
              <a:gd name="connsiteY1" fmla="*/ 2629 h 1636357"/>
              <a:gd name="connsiteX2" fmla="*/ 2731516 w 2731516"/>
              <a:gd name="connsiteY2" fmla="*/ 1273646 h 1636357"/>
              <a:gd name="connsiteX0" fmla="*/ 0 w 2731516"/>
              <a:gd name="connsiteY0" fmla="*/ 1636667 h 1636667"/>
              <a:gd name="connsiteX1" fmla="*/ 1188720 w 2731516"/>
              <a:gd name="connsiteY1" fmla="*/ 2939 h 1636667"/>
              <a:gd name="connsiteX2" fmla="*/ 2731516 w 2731516"/>
              <a:gd name="connsiteY2" fmla="*/ 1273956 h 1636667"/>
              <a:gd name="connsiteX0" fmla="*/ 0 w 2731516"/>
              <a:gd name="connsiteY0" fmla="*/ 1637142 h 1637142"/>
              <a:gd name="connsiteX1" fmla="*/ 1188720 w 2731516"/>
              <a:gd name="connsiteY1" fmla="*/ 3414 h 1637142"/>
              <a:gd name="connsiteX2" fmla="*/ 2731516 w 2731516"/>
              <a:gd name="connsiteY2" fmla="*/ 1274431 h 1637142"/>
              <a:gd name="connsiteX0" fmla="*/ 0 w 2731516"/>
              <a:gd name="connsiteY0" fmla="*/ 1164350 h 1164350"/>
              <a:gd name="connsiteX1" fmla="*/ 1148080 w 2731516"/>
              <a:gd name="connsiteY1" fmla="*/ 8142 h 1164350"/>
              <a:gd name="connsiteX2" fmla="*/ 2731516 w 2731516"/>
              <a:gd name="connsiteY2" fmla="*/ 801639 h 116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31516" h="1164350">
                <a:moveTo>
                  <a:pt x="0" y="1164350"/>
                </a:moveTo>
                <a:cubicBezTo>
                  <a:pt x="320548" y="344438"/>
                  <a:pt x="692827" y="68594"/>
                  <a:pt x="1148080" y="8142"/>
                </a:cubicBezTo>
                <a:cubicBezTo>
                  <a:pt x="1603333" y="-52310"/>
                  <a:pt x="1942592" y="225059"/>
                  <a:pt x="2731516" y="801639"/>
                </a:cubicBezTo>
              </a:path>
            </a:pathLst>
          </a:cu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AE8CEA5-05E2-2FB9-CC62-75985F0B325B}"/>
              </a:ext>
            </a:extLst>
          </p:cNvPr>
          <p:cNvCxnSpPr>
            <a:cxnSpLocks/>
          </p:cNvCxnSpPr>
          <p:nvPr/>
        </p:nvCxnSpPr>
        <p:spPr>
          <a:xfrm flipV="1">
            <a:off x="550921" y="1810777"/>
            <a:ext cx="1641304" cy="179076"/>
          </a:xfrm>
          <a:prstGeom prst="straightConnector1">
            <a:avLst/>
          </a:prstGeom>
          <a:ln w="15875">
            <a:solidFill>
              <a:srgbClr val="FF0000"/>
            </a:solidFill>
            <a:prstDash val="lg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9A4C8D-F040-7EA2-04CC-9A6190AFD163}"/>
              </a:ext>
            </a:extLst>
          </p:cNvPr>
          <p:cNvCxnSpPr>
            <a:cxnSpLocks/>
          </p:cNvCxnSpPr>
          <p:nvPr/>
        </p:nvCxnSpPr>
        <p:spPr>
          <a:xfrm flipV="1">
            <a:off x="287409" y="1568576"/>
            <a:ext cx="0" cy="1715178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767F54-ACDB-BCF2-1B63-1FDD42FED18A}"/>
              </a:ext>
            </a:extLst>
          </p:cNvPr>
          <p:cNvCxnSpPr>
            <a:cxnSpLocks/>
          </p:cNvCxnSpPr>
          <p:nvPr/>
        </p:nvCxnSpPr>
        <p:spPr>
          <a:xfrm>
            <a:off x="287409" y="3283754"/>
            <a:ext cx="243787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0D74EE6-E605-53A0-3926-A7BFD74F2085}"/>
              </a:ext>
            </a:extLst>
          </p:cNvPr>
          <p:cNvCxnSpPr>
            <a:cxnSpLocks/>
          </p:cNvCxnSpPr>
          <p:nvPr/>
        </p:nvCxnSpPr>
        <p:spPr>
          <a:xfrm flipV="1">
            <a:off x="1350560" y="1913860"/>
            <a:ext cx="0" cy="136989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6B96637-5A23-D272-30D3-CAD9E35D1E64}"/>
              </a:ext>
            </a:extLst>
          </p:cNvPr>
          <p:cNvCxnSpPr>
            <a:cxnSpLocks/>
          </p:cNvCxnSpPr>
          <p:nvPr/>
        </p:nvCxnSpPr>
        <p:spPr>
          <a:xfrm flipV="1">
            <a:off x="2052572" y="2202935"/>
            <a:ext cx="0" cy="108081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AD76B1-184F-C3D0-55F1-1865D2A3E0ED}"/>
                  </a:ext>
                </a:extLst>
              </p:cNvPr>
              <p:cNvSpPr txBox="1"/>
              <p:nvPr/>
            </p:nvSpPr>
            <p:spPr>
              <a:xfrm>
                <a:off x="1244270" y="3241635"/>
                <a:ext cx="342523" cy="291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AD76B1-184F-C3D0-55F1-1865D2A3E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270" y="3241635"/>
                <a:ext cx="342523" cy="291898"/>
              </a:xfrm>
              <a:prstGeom prst="rect">
                <a:avLst/>
              </a:prstGeom>
              <a:blipFill>
                <a:blip r:embed="rId2"/>
                <a:stretch>
                  <a:fillRect b="-27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583392-D7DD-FE70-CD03-1C69FA9E9304}"/>
                  </a:ext>
                </a:extLst>
              </p:cNvPr>
              <p:cNvSpPr txBox="1"/>
              <p:nvPr/>
            </p:nvSpPr>
            <p:spPr>
              <a:xfrm>
                <a:off x="1798185" y="3248911"/>
                <a:ext cx="516091" cy="291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583392-D7DD-FE70-CD03-1C69FA9E9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185" y="3248911"/>
                <a:ext cx="516091" cy="291898"/>
              </a:xfrm>
              <a:prstGeom prst="rect">
                <a:avLst/>
              </a:prstGeom>
              <a:blipFill>
                <a:blip r:embed="rId3"/>
                <a:stretch>
                  <a:fillRect r="-5882" b="-27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972A3A-FC89-37B6-7FB2-4028A4A02A5D}"/>
                  </a:ext>
                </a:extLst>
              </p:cNvPr>
              <p:cNvSpPr txBox="1"/>
              <p:nvPr/>
            </p:nvSpPr>
            <p:spPr>
              <a:xfrm>
                <a:off x="2725872" y="3091164"/>
                <a:ext cx="290834" cy="291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972A3A-FC89-37B6-7FB2-4028A4A02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872" y="3091164"/>
                <a:ext cx="290834" cy="291898"/>
              </a:xfrm>
              <a:prstGeom prst="rect">
                <a:avLst/>
              </a:prstGeom>
              <a:blipFill>
                <a:blip r:embed="rId4"/>
                <a:stretch>
                  <a:fillRect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FAAA477-7A3B-2817-7286-1A532178E81C}"/>
              </a:ext>
            </a:extLst>
          </p:cNvPr>
          <p:cNvCxnSpPr>
            <a:cxnSpLocks/>
          </p:cNvCxnSpPr>
          <p:nvPr/>
        </p:nvCxnSpPr>
        <p:spPr>
          <a:xfrm>
            <a:off x="1357668" y="2826415"/>
            <a:ext cx="692334" cy="0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A1FCAB1-610C-9E6B-9978-53617975EAFE}"/>
                  </a:ext>
                </a:extLst>
              </p:cNvPr>
              <p:cNvSpPr txBox="1"/>
              <p:nvPr/>
            </p:nvSpPr>
            <p:spPr>
              <a:xfrm>
                <a:off x="1350560" y="2527963"/>
                <a:ext cx="692334" cy="291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A1FCAB1-610C-9E6B-9978-53617975E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560" y="2527963"/>
                <a:ext cx="692334" cy="291898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EEF80CD-1017-ABB5-CAE2-D3ABD453559F}"/>
              </a:ext>
            </a:extLst>
          </p:cNvPr>
          <p:cNvCxnSpPr>
            <a:cxnSpLocks/>
          </p:cNvCxnSpPr>
          <p:nvPr/>
        </p:nvCxnSpPr>
        <p:spPr>
          <a:xfrm flipV="1">
            <a:off x="406842" y="1480748"/>
            <a:ext cx="1391343" cy="1261037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lg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511B465-A610-4F1F-86AB-B46DE0B119C6}"/>
                  </a:ext>
                </a:extLst>
              </p:cNvPr>
              <p:cNvSpPr txBox="1"/>
              <p:nvPr/>
            </p:nvSpPr>
            <p:spPr>
              <a:xfrm>
                <a:off x="19379" y="1166246"/>
                <a:ext cx="547664" cy="291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511B465-A610-4F1F-86AB-B46DE0B11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9" y="1166246"/>
                <a:ext cx="547664" cy="291898"/>
              </a:xfrm>
              <a:prstGeom prst="rect">
                <a:avLst/>
              </a:prstGeom>
              <a:blipFill>
                <a:blip r:embed="rId6"/>
                <a:stretch>
                  <a:fillRect l="-3333" b="-4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1A347C7-44AE-4A45-A06F-1838A3C61253}"/>
              </a:ext>
            </a:extLst>
          </p:cNvPr>
          <p:cNvCxnSpPr>
            <a:cxnSpLocks/>
          </p:cNvCxnSpPr>
          <p:nvPr/>
        </p:nvCxnSpPr>
        <p:spPr>
          <a:xfrm flipV="1">
            <a:off x="658421" y="2528145"/>
            <a:ext cx="0" cy="75561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C304D20-D95B-FFE1-1C2D-113DFDC93193}"/>
                  </a:ext>
                </a:extLst>
              </p:cNvPr>
              <p:cNvSpPr txBox="1"/>
              <p:nvPr/>
            </p:nvSpPr>
            <p:spPr>
              <a:xfrm>
                <a:off x="406842" y="3241635"/>
                <a:ext cx="516091" cy="291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C304D20-D95B-FFE1-1C2D-113DFDC93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42" y="3241635"/>
                <a:ext cx="516091" cy="291898"/>
              </a:xfrm>
              <a:prstGeom prst="rect">
                <a:avLst/>
              </a:prstGeom>
              <a:blipFill>
                <a:blip r:embed="rId7"/>
                <a:stretch>
                  <a:fillRect r="-7143" b="-27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1B1FC6F-C6CC-EB97-D71B-B67DB4BA7696}"/>
                  </a:ext>
                </a:extLst>
              </p:cNvPr>
              <p:cNvSpPr txBox="1"/>
              <p:nvPr/>
            </p:nvSpPr>
            <p:spPr>
              <a:xfrm>
                <a:off x="782058" y="1462839"/>
                <a:ext cx="640910" cy="291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C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1B1FC6F-C6CC-EB97-D71B-B67DB4BA7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58" y="1462839"/>
                <a:ext cx="640910" cy="291898"/>
              </a:xfrm>
              <a:prstGeom prst="rect">
                <a:avLst/>
              </a:prstGeom>
              <a:blipFill>
                <a:blip r:embed="rId8"/>
                <a:stretch>
                  <a:fillRect l="-3810" r="-1905" b="-4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F880E47-510D-FB16-1C2B-39F13FCC0F83}"/>
                  </a:ext>
                </a:extLst>
              </p:cNvPr>
              <p:cNvSpPr txBox="1"/>
              <p:nvPr/>
            </p:nvSpPr>
            <p:spPr>
              <a:xfrm>
                <a:off x="1560844" y="943520"/>
                <a:ext cx="1749268" cy="676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L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F880E47-510D-FB16-1C2B-39F13FCC0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844" y="943520"/>
                <a:ext cx="1749268" cy="6767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7F0FA38-187A-AAA2-F4F0-98A3FC55C9A8}"/>
              </a:ext>
            </a:extLst>
          </p:cNvPr>
          <p:cNvCxnSpPr>
            <a:cxnSpLocks/>
          </p:cNvCxnSpPr>
          <p:nvPr/>
        </p:nvCxnSpPr>
        <p:spPr>
          <a:xfrm>
            <a:off x="658421" y="2826415"/>
            <a:ext cx="692334" cy="0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D49C204A-614A-D093-1849-3C3A77C8C929}"/>
                  </a:ext>
                </a:extLst>
              </p:cNvPr>
              <p:cNvSpPr txBox="1"/>
              <p:nvPr/>
            </p:nvSpPr>
            <p:spPr>
              <a:xfrm>
                <a:off x="678372" y="2528557"/>
                <a:ext cx="692334" cy="291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D49C204A-614A-D093-1849-3C3A77C8C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372" y="2528557"/>
                <a:ext cx="692334" cy="291898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476F3BF4-8622-5B09-84EA-21AE8F1CFE5B}"/>
              </a:ext>
            </a:extLst>
          </p:cNvPr>
          <p:cNvSpPr/>
          <p:nvPr/>
        </p:nvSpPr>
        <p:spPr>
          <a:xfrm>
            <a:off x="4511946" y="1891832"/>
            <a:ext cx="1910857" cy="920233"/>
          </a:xfrm>
          <a:custGeom>
            <a:avLst/>
            <a:gdLst>
              <a:gd name="connsiteX0" fmla="*/ 0 w 4413504"/>
              <a:gd name="connsiteY0" fmla="*/ 1633761 h 1702908"/>
              <a:gd name="connsiteX1" fmla="*/ 1188720 w 4413504"/>
              <a:gd name="connsiteY1" fmla="*/ 33 h 1702908"/>
              <a:gd name="connsiteX2" fmla="*/ 3285744 w 4413504"/>
              <a:gd name="connsiteY2" fmla="*/ 1670337 h 1702908"/>
              <a:gd name="connsiteX3" fmla="*/ 4413504 w 4413504"/>
              <a:gd name="connsiteY3" fmla="*/ 944913 h 1702908"/>
              <a:gd name="connsiteX0" fmla="*/ 0 w 4413504"/>
              <a:gd name="connsiteY0" fmla="*/ 1633793 h 1633793"/>
              <a:gd name="connsiteX1" fmla="*/ 1188720 w 4413504"/>
              <a:gd name="connsiteY1" fmla="*/ 65 h 1633793"/>
              <a:gd name="connsiteX2" fmla="*/ 3005328 w 4413504"/>
              <a:gd name="connsiteY2" fmla="*/ 1566737 h 1633793"/>
              <a:gd name="connsiteX3" fmla="*/ 4413504 w 4413504"/>
              <a:gd name="connsiteY3" fmla="*/ 944945 h 1633793"/>
              <a:gd name="connsiteX0" fmla="*/ 0 w 4413504"/>
              <a:gd name="connsiteY0" fmla="*/ 1633798 h 1709871"/>
              <a:gd name="connsiteX1" fmla="*/ 1188720 w 4413504"/>
              <a:gd name="connsiteY1" fmla="*/ 70 h 1709871"/>
              <a:gd name="connsiteX2" fmla="*/ 3005328 w 4413504"/>
              <a:gd name="connsiteY2" fmla="*/ 1566742 h 1709871"/>
              <a:gd name="connsiteX3" fmla="*/ 3675888 w 4413504"/>
              <a:gd name="connsiteY3" fmla="*/ 1572839 h 1709871"/>
              <a:gd name="connsiteX4" fmla="*/ 4413504 w 4413504"/>
              <a:gd name="connsiteY4" fmla="*/ 944950 h 1709871"/>
              <a:gd name="connsiteX0" fmla="*/ 0 w 4413504"/>
              <a:gd name="connsiteY0" fmla="*/ 1633798 h 1704513"/>
              <a:gd name="connsiteX1" fmla="*/ 1188720 w 4413504"/>
              <a:gd name="connsiteY1" fmla="*/ 70 h 1704513"/>
              <a:gd name="connsiteX2" fmla="*/ 3005328 w 4413504"/>
              <a:gd name="connsiteY2" fmla="*/ 1566742 h 1704513"/>
              <a:gd name="connsiteX3" fmla="*/ 3675888 w 4413504"/>
              <a:gd name="connsiteY3" fmla="*/ 1572839 h 1704513"/>
              <a:gd name="connsiteX4" fmla="*/ 4413504 w 4413504"/>
              <a:gd name="connsiteY4" fmla="*/ 944950 h 1704513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75888 w 4413504"/>
              <a:gd name="connsiteY3" fmla="*/ 1573972 h 1634931"/>
              <a:gd name="connsiteX4" fmla="*/ 4413504 w 4413504"/>
              <a:gd name="connsiteY4" fmla="*/ 946083 h 1634931"/>
              <a:gd name="connsiteX0" fmla="*/ 0 w 4413504"/>
              <a:gd name="connsiteY0" fmla="*/ 1634931 h 1671346"/>
              <a:gd name="connsiteX1" fmla="*/ 1188720 w 4413504"/>
              <a:gd name="connsiteY1" fmla="*/ 1203 h 1671346"/>
              <a:gd name="connsiteX2" fmla="*/ 2743200 w 4413504"/>
              <a:gd name="connsiteY2" fmla="*/ 1372803 h 1671346"/>
              <a:gd name="connsiteX3" fmla="*/ 3383280 w 4413504"/>
              <a:gd name="connsiteY3" fmla="*/ 1641028 h 1671346"/>
              <a:gd name="connsiteX4" fmla="*/ 4413504 w 4413504"/>
              <a:gd name="connsiteY4" fmla="*/ 946083 h 1671346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94176 w 4413504"/>
              <a:gd name="connsiteY3" fmla="*/ 1580068 h 1634931"/>
              <a:gd name="connsiteX4" fmla="*/ 4413504 w 4413504"/>
              <a:gd name="connsiteY4" fmla="*/ 946083 h 1634931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63696 w 4413504"/>
              <a:gd name="connsiteY3" fmla="*/ 1592260 h 1634931"/>
              <a:gd name="connsiteX4" fmla="*/ 4413504 w 4413504"/>
              <a:gd name="connsiteY4" fmla="*/ 946083 h 1634931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76 h 1635276"/>
              <a:gd name="connsiteX1" fmla="*/ 1188720 w 4413504"/>
              <a:gd name="connsiteY1" fmla="*/ 1548 h 1635276"/>
              <a:gd name="connsiteX2" fmla="*/ 2758440 w 4413504"/>
              <a:gd name="connsiteY2" fmla="*/ 1342668 h 1635276"/>
              <a:gd name="connsiteX3" fmla="*/ 3663696 w 4413504"/>
              <a:gd name="connsiteY3" fmla="*/ 1592605 h 1635276"/>
              <a:gd name="connsiteX4" fmla="*/ 4413504 w 4413504"/>
              <a:gd name="connsiteY4" fmla="*/ 946428 h 1635276"/>
              <a:gd name="connsiteX0" fmla="*/ 0 w 4413504"/>
              <a:gd name="connsiteY0" fmla="*/ 1635286 h 1635286"/>
              <a:gd name="connsiteX1" fmla="*/ 1188720 w 4413504"/>
              <a:gd name="connsiteY1" fmla="*/ 1558 h 1635286"/>
              <a:gd name="connsiteX2" fmla="*/ 2758440 w 4413504"/>
              <a:gd name="connsiteY2" fmla="*/ 1342678 h 1635286"/>
              <a:gd name="connsiteX3" fmla="*/ 3663696 w 4413504"/>
              <a:gd name="connsiteY3" fmla="*/ 1592615 h 1635286"/>
              <a:gd name="connsiteX4" fmla="*/ 4413504 w 4413504"/>
              <a:gd name="connsiteY4" fmla="*/ 946438 h 1635286"/>
              <a:gd name="connsiteX0" fmla="*/ 0 w 4413504"/>
              <a:gd name="connsiteY0" fmla="*/ 1633755 h 1633755"/>
              <a:gd name="connsiteX1" fmla="*/ 1188720 w 4413504"/>
              <a:gd name="connsiteY1" fmla="*/ 27 h 1633755"/>
              <a:gd name="connsiteX2" fmla="*/ 3663696 w 4413504"/>
              <a:gd name="connsiteY2" fmla="*/ 1591084 h 1633755"/>
              <a:gd name="connsiteX3" fmla="*/ 4413504 w 4413504"/>
              <a:gd name="connsiteY3" fmla="*/ 944907 h 1633755"/>
              <a:gd name="connsiteX0" fmla="*/ 0 w 4413504"/>
              <a:gd name="connsiteY0" fmla="*/ 1633753 h 1633753"/>
              <a:gd name="connsiteX1" fmla="*/ 1188720 w 4413504"/>
              <a:gd name="connsiteY1" fmla="*/ 25 h 1633753"/>
              <a:gd name="connsiteX2" fmla="*/ 3663696 w 4413504"/>
              <a:gd name="connsiteY2" fmla="*/ 1591082 h 1633753"/>
              <a:gd name="connsiteX3" fmla="*/ 4413504 w 4413504"/>
              <a:gd name="connsiteY3" fmla="*/ 944905 h 1633753"/>
              <a:gd name="connsiteX0" fmla="*/ 0 w 4413504"/>
              <a:gd name="connsiteY0" fmla="*/ 1633753 h 1633753"/>
              <a:gd name="connsiteX1" fmla="*/ 1188720 w 4413504"/>
              <a:gd name="connsiteY1" fmla="*/ 25 h 1633753"/>
              <a:gd name="connsiteX2" fmla="*/ 3663696 w 4413504"/>
              <a:gd name="connsiteY2" fmla="*/ 1591082 h 1633753"/>
              <a:gd name="connsiteX3" fmla="*/ 4413504 w 4413504"/>
              <a:gd name="connsiteY3" fmla="*/ 944905 h 1633753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62 h 1633762"/>
              <a:gd name="connsiteX1" fmla="*/ 1188720 w 4413504"/>
              <a:gd name="connsiteY1" fmla="*/ 34 h 1633762"/>
              <a:gd name="connsiteX2" fmla="*/ 3518916 w 4413504"/>
              <a:gd name="connsiteY2" fmla="*/ 1583471 h 1633762"/>
              <a:gd name="connsiteX3" fmla="*/ 4413504 w 4413504"/>
              <a:gd name="connsiteY3" fmla="*/ 944914 h 1633762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3412236"/>
              <a:gd name="connsiteY0" fmla="*/ 1633835 h 1633835"/>
              <a:gd name="connsiteX1" fmla="*/ 1188720 w 3412236"/>
              <a:gd name="connsiteY1" fmla="*/ 107 h 1633835"/>
              <a:gd name="connsiteX2" fmla="*/ 3412236 w 3412236"/>
              <a:gd name="connsiteY2" fmla="*/ 1545444 h 1633835"/>
              <a:gd name="connsiteX0" fmla="*/ 0 w 2731516"/>
              <a:gd name="connsiteY0" fmla="*/ 1635814 h 1635814"/>
              <a:gd name="connsiteX1" fmla="*/ 1188720 w 2731516"/>
              <a:gd name="connsiteY1" fmla="*/ 2086 h 1635814"/>
              <a:gd name="connsiteX2" fmla="*/ 2731516 w 2731516"/>
              <a:gd name="connsiteY2" fmla="*/ 1273103 h 1635814"/>
              <a:gd name="connsiteX0" fmla="*/ 0 w 2731516"/>
              <a:gd name="connsiteY0" fmla="*/ 1636044 h 1636044"/>
              <a:gd name="connsiteX1" fmla="*/ 1188720 w 2731516"/>
              <a:gd name="connsiteY1" fmla="*/ 2316 h 1636044"/>
              <a:gd name="connsiteX2" fmla="*/ 2731516 w 2731516"/>
              <a:gd name="connsiteY2" fmla="*/ 1273333 h 1636044"/>
              <a:gd name="connsiteX0" fmla="*/ 0 w 2731516"/>
              <a:gd name="connsiteY0" fmla="*/ 1636357 h 1636357"/>
              <a:gd name="connsiteX1" fmla="*/ 1188720 w 2731516"/>
              <a:gd name="connsiteY1" fmla="*/ 2629 h 1636357"/>
              <a:gd name="connsiteX2" fmla="*/ 2731516 w 2731516"/>
              <a:gd name="connsiteY2" fmla="*/ 1273646 h 1636357"/>
              <a:gd name="connsiteX0" fmla="*/ 0 w 2731516"/>
              <a:gd name="connsiteY0" fmla="*/ 1636667 h 1636667"/>
              <a:gd name="connsiteX1" fmla="*/ 1188720 w 2731516"/>
              <a:gd name="connsiteY1" fmla="*/ 2939 h 1636667"/>
              <a:gd name="connsiteX2" fmla="*/ 2731516 w 2731516"/>
              <a:gd name="connsiteY2" fmla="*/ 1273956 h 1636667"/>
              <a:gd name="connsiteX0" fmla="*/ 0 w 2731516"/>
              <a:gd name="connsiteY0" fmla="*/ 1637142 h 1637142"/>
              <a:gd name="connsiteX1" fmla="*/ 1188720 w 2731516"/>
              <a:gd name="connsiteY1" fmla="*/ 3414 h 1637142"/>
              <a:gd name="connsiteX2" fmla="*/ 2731516 w 2731516"/>
              <a:gd name="connsiteY2" fmla="*/ 1274431 h 1637142"/>
              <a:gd name="connsiteX0" fmla="*/ 0 w 2731516"/>
              <a:gd name="connsiteY0" fmla="*/ 1164350 h 1164350"/>
              <a:gd name="connsiteX1" fmla="*/ 1148080 w 2731516"/>
              <a:gd name="connsiteY1" fmla="*/ 8142 h 1164350"/>
              <a:gd name="connsiteX2" fmla="*/ 2731516 w 2731516"/>
              <a:gd name="connsiteY2" fmla="*/ 801639 h 116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31516" h="1164350">
                <a:moveTo>
                  <a:pt x="0" y="1164350"/>
                </a:moveTo>
                <a:cubicBezTo>
                  <a:pt x="320548" y="344438"/>
                  <a:pt x="692827" y="68594"/>
                  <a:pt x="1148080" y="8142"/>
                </a:cubicBezTo>
                <a:cubicBezTo>
                  <a:pt x="1603333" y="-52310"/>
                  <a:pt x="1942592" y="225059"/>
                  <a:pt x="2731516" y="801639"/>
                </a:cubicBezTo>
              </a:path>
            </a:pathLst>
          </a:cu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612DC81-E468-98C8-370C-79D5CBDEF7BB}"/>
              </a:ext>
            </a:extLst>
          </p:cNvPr>
          <p:cNvCxnSpPr>
            <a:cxnSpLocks/>
          </p:cNvCxnSpPr>
          <p:nvPr/>
        </p:nvCxnSpPr>
        <p:spPr>
          <a:xfrm flipV="1">
            <a:off x="4511946" y="1841320"/>
            <a:ext cx="1361361" cy="148533"/>
          </a:xfrm>
          <a:prstGeom prst="straightConnector1">
            <a:avLst/>
          </a:prstGeom>
          <a:ln w="15875">
            <a:solidFill>
              <a:srgbClr val="FF0000"/>
            </a:solidFill>
            <a:prstDash val="lg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9D1C41C-7045-04B0-0325-4BFF662A1814}"/>
              </a:ext>
            </a:extLst>
          </p:cNvPr>
          <p:cNvCxnSpPr>
            <a:cxnSpLocks/>
          </p:cNvCxnSpPr>
          <p:nvPr/>
        </p:nvCxnSpPr>
        <p:spPr>
          <a:xfrm flipV="1">
            <a:off x="4248434" y="1568576"/>
            <a:ext cx="0" cy="1715178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8CC5B7B-E6FE-5336-1F92-BA2CE6A43A5B}"/>
              </a:ext>
            </a:extLst>
          </p:cNvPr>
          <p:cNvCxnSpPr>
            <a:cxnSpLocks/>
          </p:cNvCxnSpPr>
          <p:nvPr/>
        </p:nvCxnSpPr>
        <p:spPr>
          <a:xfrm>
            <a:off x="4248434" y="3283754"/>
            <a:ext cx="243787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5303D222-126C-4003-761C-616213514610}"/>
              </a:ext>
            </a:extLst>
          </p:cNvPr>
          <p:cNvCxnSpPr>
            <a:cxnSpLocks/>
          </p:cNvCxnSpPr>
          <p:nvPr/>
        </p:nvCxnSpPr>
        <p:spPr>
          <a:xfrm flipV="1">
            <a:off x="5311585" y="1913860"/>
            <a:ext cx="0" cy="136989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E9770841-9DE9-A38F-9315-4EA2A9AABB71}"/>
              </a:ext>
            </a:extLst>
          </p:cNvPr>
          <p:cNvCxnSpPr>
            <a:cxnSpLocks/>
          </p:cNvCxnSpPr>
          <p:nvPr/>
        </p:nvCxnSpPr>
        <p:spPr>
          <a:xfrm flipV="1">
            <a:off x="6013597" y="2202935"/>
            <a:ext cx="0" cy="108081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6652A99-1424-9FCF-0955-DFB0D6CCECFC}"/>
                  </a:ext>
                </a:extLst>
              </p:cNvPr>
              <p:cNvSpPr txBox="1"/>
              <p:nvPr/>
            </p:nvSpPr>
            <p:spPr>
              <a:xfrm>
                <a:off x="5205295" y="3241635"/>
                <a:ext cx="342523" cy="291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6652A99-1424-9FCF-0955-DFB0D6CCE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295" y="3241635"/>
                <a:ext cx="342523" cy="291898"/>
              </a:xfrm>
              <a:prstGeom prst="rect">
                <a:avLst/>
              </a:prstGeom>
              <a:blipFill>
                <a:blip r:embed="rId11"/>
                <a:stretch>
                  <a:fillRect b="-27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C2DF974-68E8-F867-1023-7E055FDE131E}"/>
                  </a:ext>
                </a:extLst>
              </p:cNvPr>
              <p:cNvSpPr txBox="1"/>
              <p:nvPr/>
            </p:nvSpPr>
            <p:spPr>
              <a:xfrm>
                <a:off x="5759210" y="3248911"/>
                <a:ext cx="516091" cy="291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C2DF974-68E8-F867-1023-7E055FDE1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9210" y="3248911"/>
                <a:ext cx="516091" cy="291898"/>
              </a:xfrm>
              <a:prstGeom prst="rect">
                <a:avLst/>
              </a:prstGeom>
              <a:blipFill>
                <a:blip r:embed="rId12"/>
                <a:stretch>
                  <a:fillRect r="-7143" b="-27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CBFFF98E-2363-9541-2D57-CB5FAC45E8A9}"/>
                  </a:ext>
                </a:extLst>
              </p:cNvPr>
              <p:cNvSpPr txBox="1"/>
              <p:nvPr/>
            </p:nvSpPr>
            <p:spPr>
              <a:xfrm>
                <a:off x="6686897" y="3091164"/>
                <a:ext cx="290834" cy="291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CBFFF98E-2363-9541-2D57-CB5FAC45E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6897" y="3091164"/>
                <a:ext cx="290834" cy="291898"/>
              </a:xfrm>
              <a:prstGeom prst="rect">
                <a:avLst/>
              </a:prstGeom>
              <a:blipFill>
                <a:blip r:embed="rId13"/>
                <a:stretch>
                  <a:fillRect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069F6AF-6980-FBE8-D93B-3C0BA49F802E}"/>
              </a:ext>
            </a:extLst>
          </p:cNvPr>
          <p:cNvCxnSpPr>
            <a:cxnSpLocks/>
          </p:cNvCxnSpPr>
          <p:nvPr/>
        </p:nvCxnSpPr>
        <p:spPr>
          <a:xfrm>
            <a:off x="5318693" y="2826415"/>
            <a:ext cx="692334" cy="0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6BF8D1E-3DBD-F73D-EF88-D79B956B2538}"/>
                  </a:ext>
                </a:extLst>
              </p:cNvPr>
              <p:cNvSpPr txBox="1"/>
              <p:nvPr/>
            </p:nvSpPr>
            <p:spPr>
              <a:xfrm>
                <a:off x="5311585" y="2527963"/>
                <a:ext cx="692334" cy="291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6BF8D1E-3DBD-F73D-EF88-D79B956B2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585" y="2527963"/>
                <a:ext cx="692334" cy="291898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16795D1-6607-4770-03EC-471531F5A889}"/>
              </a:ext>
            </a:extLst>
          </p:cNvPr>
          <p:cNvCxnSpPr>
            <a:cxnSpLocks/>
          </p:cNvCxnSpPr>
          <p:nvPr/>
        </p:nvCxnSpPr>
        <p:spPr>
          <a:xfrm>
            <a:off x="4619446" y="1680433"/>
            <a:ext cx="2277261" cy="796391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lg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29D744F-7F47-C501-1D2F-51E9C54D7373}"/>
                  </a:ext>
                </a:extLst>
              </p:cNvPr>
              <p:cNvSpPr txBox="1"/>
              <p:nvPr/>
            </p:nvSpPr>
            <p:spPr>
              <a:xfrm>
                <a:off x="3980404" y="1166246"/>
                <a:ext cx="547664" cy="291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29D744F-7F47-C501-1D2F-51E9C54D7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404" y="1166246"/>
                <a:ext cx="547664" cy="291898"/>
              </a:xfrm>
              <a:prstGeom prst="rect">
                <a:avLst/>
              </a:prstGeom>
              <a:blipFill>
                <a:blip r:embed="rId15"/>
                <a:stretch>
                  <a:fillRect l="-3333" b="-4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AE737E6-6DED-F04D-9B69-FB83F4457A21}"/>
              </a:ext>
            </a:extLst>
          </p:cNvPr>
          <p:cNvCxnSpPr>
            <a:cxnSpLocks/>
          </p:cNvCxnSpPr>
          <p:nvPr/>
        </p:nvCxnSpPr>
        <p:spPr>
          <a:xfrm flipV="1">
            <a:off x="4619446" y="2528145"/>
            <a:ext cx="0" cy="75561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573952EF-7A51-9736-0C40-202A4337E4E6}"/>
                  </a:ext>
                </a:extLst>
              </p:cNvPr>
              <p:cNvSpPr txBox="1"/>
              <p:nvPr/>
            </p:nvSpPr>
            <p:spPr>
              <a:xfrm>
                <a:off x="4367868" y="3241635"/>
                <a:ext cx="516091" cy="291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573952EF-7A51-9736-0C40-202A4337E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868" y="3241635"/>
                <a:ext cx="516091" cy="291898"/>
              </a:xfrm>
              <a:prstGeom prst="rect">
                <a:avLst/>
              </a:prstGeom>
              <a:blipFill>
                <a:blip r:embed="rId16"/>
                <a:stretch>
                  <a:fillRect r="-7143" b="-27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A19A1116-192C-FC46-D554-E5207587E9DD}"/>
                  </a:ext>
                </a:extLst>
              </p:cNvPr>
              <p:cNvSpPr txBox="1"/>
              <p:nvPr/>
            </p:nvSpPr>
            <p:spPr>
              <a:xfrm>
                <a:off x="5205295" y="1434494"/>
                <a:ext cx="640910" cy="291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C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A19A1116-192C-FC46-D554-E5207587E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295" y="1434494"/>
                <a:ext cx="640910" cy="291898"/>
              </a:xfrm>
              <a:prstGeom prst="rect">
                <a:avLst/>
              </a:prstGeom>
              <a:blipFill>
                <a:blip r:embed="rId17"/>
                <a:stretch>
                  <a:fillRect l="-3810" r="-1905" b="-45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57B1C408-606C-D1AC-BB1B-0E9221FABD34}"/>
                  </a:ext>
                </a:extLst>
              </p:cNvPr>
              <p:cNvSpPr txBox="1"/>
              <p:nvPr/>
            </p:nvSpPr>
            <p:spPr>
              <a:xfrm>
                <a:off x="6136817" y="1651491"/>
                <a:ext cx="1749268" cy="676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L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CL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57B1C408-606C-D1AC-BB1B-0E9221FAB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817" y="1651491"/>
                <a:ext cx="1749268" cy="67672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5DC9923C-F3C7-289E-C26C-D9F0D67C19F0}"/>
              </a:ext>
            </a:extLst>
          </p:cNvPr>
          <p:cNvCxnSpPr>
            <a:cxnSpLocks/>
          </p:cNvCxnSpPr>
          <p:nvPr/>
        </p:nvCxnSpPr>
        <p:spPr>
          <a:xfrm>
            <a:off x="4619446" y="2826415"/>
            <a:ext cx="692334" cy="0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180F39EC-3BB9-C7DE-7797-1341ABD77109}"/>
                  </a:ext>
                </a:extLst>
              </p:cNvPr>
              <p:cNvSpPr txBox="1"/>
              <p:nvPr/>
            </p:nvSpPr>
            <p:spPr>
              <a:xfrm>
                <a:off x="4639397" y="2528557"/>
                <a:ext cx="692334" cy="291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180F39EC-3BB9-C7DE-7797-1341ABD77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397" y="2528557"/>
                <a:ext cx="692334" cy="291898"/>
              </a:xfrm>
              <a:prstGeom prst="rect">
                <a:avLst/>
              </a:prstGeom>
              <a:blipFill>
                <a:blip r:embed="rId1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E3FDBD7A-38FF-5A7B-DD98-D77399558DCE}"/>
              </a:ext>
            </a:extLst>
          </p:cNvPr>
          <p:cNvSpPr/>
          <p:nvPr/>
        </p:nvSpPr>
        <p:spPr>
          <a:xfrm>
            <a:off x="8616068" y="1891832"/>
            <a:ext cx="1910857" cy="920233"/>
          </a:xfrm>
          <a:custGeom>
            <a:avLst/>
            <a:gdLst>
              <a:gd name="connsiteX0" fmla="*/ 0 w 4413504"/>
              <a:gd name="connsiteY0" fmla="*/ 1633761 h 1702908"/>
              <a:gd name="connsiteX1" fmla="*/ 1188720 w 4413504"/>
              <a:gd name="connsiteY1" fmla="*/ 33 h 1702908"/>
              <a:gd name="connsiteX2" fmla="*/ 3285744 w 4413504"/>
              <a:gd name="connsiteY2" fmla="*/ 1670337 h 1702908"/>
              <a:gd name="connsiteX3" fmla="*/ 4413504 w 4413504"/>
              <a:gd name="connsiteY3" fmla="*/ 944913 h 1702908"/>
              <a:gd name="connsiteX0" fmla="*/ 0 w 4413504"/>
              <a:gd name="connsiteY0" fmla="*/ 1633793 h 1633793"/>
              <a:gd name="connsiteX1" fmla="*/ 1188720 w 4413504"/>
              <a:gd name="connsiteY1" fmla="*/ 65 h 1633793"/>
              <a:gd name="connsiteX2" fmla="*/ 3005328 w 4413504"/>
              <a:gd name="connsiteY2" fmla="*/ 1566737 h 1633793"/>
              <a:gd name="connsiteX3" fmla="*/ 4413504 w 4413504"/>
              <a:gd name="connsiteY3" fmla="*/ 944945 h 1633793"/>
              <a:gd name="connsiteX0" fmla="*/ 0 w 4413504"/>
              <a:gd name="connsiteY0" fmla="*/ 1633798 h 1709871"/>
              <a:gd name="connsiteX1" fmla="*/ 1188720 w 4413504"/>
              <a:gd name="connsiteY1" fmla="*/ 70 h 1709871"/>
              <a:gd name="connsiteX2" fmla="*/ 3005328 w 4413504"/>
              <a:gd name="connsiteY2" fmla="*/ 1566742 h 1709871"/>
              <a:gd name="connsiteX3" fmla="*/ 3675888 w 4413504"/>
              <a:gd name="connsiteY3" fmla="*/ 1572839 h 1709871"/>
              <a:gd name="connsiteX4" fmla="*/ 4413504 w 4413504"/>
              <a:gd name="connsiteY4" fmla="*/ 944950 h 1709871"/>
              <a:gd name="connsiteX0" fmla="*/ 0 w 4413504"/>
              <a:gd name="connsiteY0" fmla="*/ 1633798 h 1704513"/>
              <a:gd name="connsiteX1" fmla="*/ 1188720 w 4413504"/>
              <a:gd name="connsiteY1" fmla="*/ 70 h 1704513"/>
              <a:gd name="connsiteX2" fmla="*/ 3005328 w 4413504"/>
              <a:gd name="connsiteY2" fmla="*/ 1566742 h 1704513"/>
              <a:gd name="connsiteX3" fmla="*/ 3675888 w 4413504"/>
              <a:gd name="connsiteY3" fmla="*/ 1572839 h 1704513"/>
              <a:gd name="connsiteX4" fmla="*/ 4413504 w 4413504"/>
              <a:gd name="connsiteY4" fmla="*/ 944950 h 1704513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75888 w 4413504"/>
              <a:gd name="connsiteY3" fmla="*/ 1573972 h 1634931"/>
              <a:gd name="connsiteX4" fmla="*/ 4413504 w 4413504"/>
              <a:gd name="connsiteY4" fmla="*/ 946083 h 1634931"/>
              <a:gd name="connsiteX0" fmla="*/ 0 w 4413504"/>
              <a:gd name="connsiteY0" fmla="*/ 1634931 h 1671346"/>
              <a:gd name="connsiteX1" fmla="*/ 1188720 w 4413504"/>
              <a:gd name="connsiteY1" fmla="*/ 1203 h 1671346"/>
              <a:gd name="connsiteX2" fmla="*/ 2743200 w 4413504"/>
              <a:gd name="connsiteY2" fmla="*/ 1372803 h 1671346"/>
              <a:gd name="connsiteX3" fmla="*/ 3383280 w 4413504"/>
              <a:gd name="connsiteY3" fmla="*/ 1641028 h 1671346"/>
              <a:gd name="connsiteX4" fmla="*/ 4413504 w 4413504"/>
              <a:gd name="connsiteY4" fmla="*/ 946083 h 1671346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94176 w 4413504"/>
              <a:gd name="connsiteY3" fmla="*/ 1580068 h 1634931"/>
              <a:gd name="connsiteX4" fmla="*/ 4413504 w 4413504"/>
              <a:gd name="connsiteY4" fmla="*/ 946083 h 1634931"/>
              <a:gd name="connsiteX0" fmla="*/ 0 w 4413504"/>
              <a:gd name="connsiteY0" fmla="*/ 1634931 h 1634931"/>
              <a:gd name="connsiteX1" fmla="*/ 1188720 w 4413504"/>
              <a:gd name="connsiteY1" fmla="*/ 1203 h 1634931"/>
              <a:gd name="connsiteX2" fmla="*/ 2743200 w 4413504"/>
              <a:gd name="connsiteY2" fmla="*/ 1372803 h 1634931"/>
              <a:gd name="connsiteX3" fmla="*/ 3663696 w 4413504"/>
              <a:gd name="connsiteY3" fmla="*/ 1592260 h 1634931"/>
              <a:gd name="connsiteX4" fmla="*/ 4413504 w 4413504"/>
              <a:gd name="connsiteY4" fmla="*/ 946083 h 1634931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56 h 1635256"/>
              <a:gd name="connsiteX1" fmla="*/ 1188720 w 4413504"/>
              <a:gd name="connsiteY1" fmla="*/ 1528 h 1635256"/>
              <a:gd name="connsiteX2" fmla="*/ 2758440 w 4413504"/>
              <a:gd name="connsiteY2" fmla="*/ 1342648 h 1635256"/>
              <a:gd name="connsiteX3" fmla="*/ 3663696 w 4413504"/>
              <a:gd name="connsiteY3" fmla="*/ 1592585 h 1635256"/>
              <a:gd name="connsiteX4" fmla="*/ 4413504 w 4413504"/>
              <a:gd name="connsiteY4" fmla="*/ 946408 h 1635256"/>
              <a:gd name="connsiteX0" fmla="*/ 0 w 4413504"/>
              <a:gd name="connsiteY0" fmla="*/ 1635276 h 1635276"/>
              <a:gd name="connsiteX1" fmla="*/ 1188720 w 4413504"/>
              <a:gd name="connsiteY1" fmla="*/ 1548 h 1635276"/>
              <a:gd name="connsiteX2" fmla="*/ 2758440 w 4413504"/>
              <a:gd name="connsiteY2" fmla="*/ 1342668 h 1635276"/>
              <a:gd name="connsiteX3" fmla="*/ 3663696 w 4413504"/>
              <a:gd name="connsiteY3" fmla="*/ 1592605 h 1635276"/>
              <a:gd name="connsiteX4" fmla="*/ 4413504 w 4413504"/>
              <a:gd name="connsiteY4" fmla="*/ 946428 h 1635276"/>
              <a:gd name="connsiteX0" fmla="*/ 0 w 4413504"/>
              <a:gd name="connsiteY0" fmla="*/ 1635286 h 1635286"/>
              <a:gd name="connsiteX1" fmla="*/ 1188720 w 4413504"/>
              <a:gd name="connsiteY1" fmla="*/ 1558 h 1635286"/>
              <a:gd name="connsiteX2" fmla="*/ 2758440 w 4413504"/>
              <a:gd name="connsiteY2" fmla="*/ 1342678 h 1635286"/>
              <a:gd name="connsiteX3" fmla="*/ 3663696 w 4413504"/>
              <a:gd name="connsiteY3" fmla="*/ 1592615 h 1635286"/>
              <a:gd name="connsiteX4" fmla="*/ 4413504 w 4413504"/>
              <a:gd name="connsiteY4" fmla="*/ 946438 h 1635286"/>
              <a:gd name="connsiteX0" fmla="*/ 0 w 4413504"/>
              <a:gd name="connsiteY0" fmla="*/ 1633755 h 1633755"/>
              <a:gd name="connsiteX1" fmla="*/ 1188720 w 4413504"/>
              <a:gd name="connsiteY1" fmla="*/ 27 h 1633755"/>
              <a:gd name="connsiteX2" fmla="*/ 3663696 w 4413504"/>
              <a:gd name="connsiteY2" fmla="*/ 1591084 h 1633755"/>
              <a:gd name="connsiteX3" fmla="*/ 4413504 w 4413504"/>
              <a:gd name="connsiteY3" fmla="*/ 944907 h 1633755"/>
              <a:gd name="connsiteX0" fmla="*/ 0 w 4413504"/>
              <a:gd name="connsiteY0" fmla="*/ 1633753 h 1633753"/>
              <a:gd name="connsiteX1" fmla="*/ 1188720 w 4413504"/>
              <a:gd name="connsiteY1" fmla="*/ 25 h 1633753"/>
              <a:gd name="connsiteX2" fmla="*/ 3663696 w 4413504"/>
              <a:gd name="connsiteY2" fmla="*/ 1591082 h 1633753"/>
              <a:gd name="connsiteX3" fmla="*/ 4413504 w 4413504"/>
              <a:gd name="connsiteY3" fmla="*/ 944905 h 1633753"/>
              <a:gd name="connsiteX0" fmla="*/ 0 w 4413504"/>
              <a:gd name="connsiteY0" fmla="*/ 1633753 h 1633753"/>
              <a:gd name="connsiteX1" fmla="*/ 1188720 w 4413504"/>
              <a:gd name="connsiteY1" fmla="*/ 25 h 1633753"/>
              <a:gd name="connsiteX2" fmla="*/ 3663696 w 4413504"/>
              <a:gd name="connsiteY2" fmla="*/ 1591082 h 1633753"/>
              <a:gd name="connsiteX3" fmla="*/ 4413504 w 4413504"/>
              <a:gd name="connsiteY3" fmla="*/ 944905 h 1633753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52 h 1633752"/>
              <a:gd name="connsiteX1" fmla="*/ 1188720 w 4413504"/>
              <a:gd name="connsiteY1" fmla="*/ 24 h 1633752"/>
              <a:gd name="connsiteX2" fmla="*/ 3663696 w 4413504"/>
              <a:gd name="connsiteY2" fmla="*/ 1591081 h 1633752"/>
              <a:gd name="connsiteX3" fmla="*/ 4413504 w 4413504"/>
              <a:gd name="connsiteY3" fmla="*/ 944904 h 1633752"/>
              <a:gd name="connsiteX0" fmla="*/ 0 w 4413504"/>
              <a:gd name="connsiteY0" fmla="*/ 1633762 h 1633762"/>
              <a:gd name="connsiteX1" fmla="*/ 1188720 w 4413504"/>
              <a:gd name="connsiteY1" fmla="*/ 34 h 1633762"/>
              <a:gd name="connsiteX2" fmla="*/ 3518916 w 4413504"/>
              <a:gd name="connsiteY2" fmla="*/ 1583471 h 1633762"/>
              <a:gd name="connsiteX3" fmla="*/ 4413504 w 4413504"/>
              <a:gd name="connsiteY3" fmla="*/ 944914 h 1633762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4413504"/>
              <a:gd name="connsiteY0" fmla="*/ 1633835 h 1633835"/>
              <a:gd name="connsiteX1" fmla="*/ 1188720 w 4413504"/>
              <a:gd name="connsiteY1" fmla="*/ 107 h 1633835"/>
              <a:gd name="connsiteX2" fmla="*/ 3412236 w 4413504"/>
              <a:gd name="connsiteY2" fmla="*/ 1545444 h 1633835"/>
              <a:gd name="connsiteX3" fmla="*/ 4413504 w 4413504"/>
              <a:gd name="connsiteY3" fmla="*/ 944987 h 1633835"/>
              <a:gd name="connsiteX0" fmla="*/ 0 w 3412236"/>
              <a:gd name="connsiteY0" fmla="*/ 1633835 h 1633835"/>
              <a:gd name="connsiteX1" fmla="*/ 1188720 w 3412236"/>
              <a:gd name="connsiteY1" fmla="*/ 107 h 1633835"/>
              <a:gd name="connsiteX2" fmla="*/ 3412236 w 3412236"/>
              <a:gd name="connsiteY2" fmla="*/ 1545444 h 1633835"/>
              <a:gd name="connsiteX0" fmla="*/ 0 w 2731516"/>
              <a:gd name="connsiteY0" fmla="*/ 1635814 h 1635814"/>
              <a:gd name="connsiteX1" fmla="*/ 1188720 w 2731516"/>
              <a:gd name="connsiteY1" fmla="*/ 2086 h 1635814"/>
              <a:gd name="connsiteX2" fmla="*/ 2731516 w 2731516"/>
              <a:gd name="connsiteY2" fmla="*/ 1273103 h 1635814"/>
              <a:gd name="connsiteX0" fmla="*/ 0 w 2731516"/>
              <a:gd name="connsiteY0" fmla="*/ 1636044 h 1636044"/>
              <a:gd name="connsiteX1" fmla="*/ 1188720 w 2731516"/>
              <a:gd name="connsiteY1" fmla="*/ 2316 h 1636044"/>
              <a:gd name="connsiteX2" fmla="*/ 2731516 w 2731516"/>
              <a:gd name="connsiteY2" fmla="*/ 1273333 h 1636044"/>
              <a:gd name="connsiteX0" fmla="*/ 0 w 2731516"/>
              <a:gd name="connsiteY0" fmla="*/ 1636357 h 1636357"/>
              <a:gd name="connsiteX1" fmla="*/ 1188720 w 2731516"/>
              <a:gd name="connsiteY1" fmla="*/ 2629 h 1636357"/>
              <a:gd name="connsiteX2" fmla="*/ 2731516 w 2731516"/>
              <a:gd name="connsiteY2" fmla="*/ 1273646 h 1636357"/>
              <a:gd name="connsiteX0" fmla="*/ 0 w 2731516"/>
              <a:gd name="connsiteY0" fmla="*/ 1636667 h 1636667"/>
              <a:gd name="connsiteX1" fmla="*/ 1188720 w 2731516"/>
              <a:gd name="connsiteY1" fmla="*/ 2939 h 1636667"/>
              <a:gd name="connsiteX2" fmla="*/ 2731516 w 2731516"/>
              <a:gd name="connsiteY2" fmla="*/ 1273956 h 1636667"/>
              <a:gd name="connsiteX0" fmla="*/ 0 w 2731516"/>
              <a:gd name="connsiteY0" fmla="*/ 1637142 h 1637142"/>
              <a:gd name="connsiteX1" fmla="*/ 1188720 w 2731516"/>
              <a:gd name="connsiteY1" fmla="*/ 3414 h 1637142"/>
              <a:gd name="connsiteX2" fmla="*/ 2731516 w 2731516"/>
              <a:gd name="connsiteY2" fmla="*/ 1274431 h 1637142"/>
              <a:gd name="connsiteX0" fmla="*/ 0 w 2731516"/>
              <a:gd name="connsiteY0" fmla="*/ 1164350 h 1164350"/>
              <a:gd name="connsiteX1" fmla="*/ 1148080 w 2731516"/>
              <a:gd name="connsiteY1" fmla="*/ 8142 h 1164350"/>
              <a:gd name="connsiteX2" fmla="*/ 2731516 w 2731516"/>
              <a:gd name="connsiteY2" fmla="*/ 801639 h 116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31516" h="1164350">
                <a:moveTo>
                  <a:pt x="0" y="1164350"/>
                </a:moveTo>
                <a:cubicBezTo>
                  <a:pt x="320548" y="344438"/>
                  <a:pt x="692827" y="68594"/>
                  <a:pt x="1148080" y="8142"/>
                </a:cubicBezTo>
                <a:cubicBezTo>
                  <a:pt x="1603333" y="-52310"/>
                  <a:pt x="1942592" y="225059"/>
                  <a:pt x="2731516" y="801639"/>
                </a:cubicBezTo>
              </a:path>
            </a:pathLst>
          </a:cu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C20DBF52-8EC2-67E0-7F5C-7E2F66A91DAB}"/>
              </a:ext>
            </a:extLst>
          </p:cNvPr>
          <p:cNvCxnSpPr>
            <a:cxnSpLocks/>
          </p:cNvCxnSpPr>
          <p:nvPr/>
        </p:nvCxnSpPr>
        <p:spPr>
          <a:xfrm flipV="1">
            <a:off x="8616068" y="1840537"/>
            <a:ext cx="1368545" cy="149316"/>
          </a:xfrm>
          <a:prstGeom prst="straightConnector1">
            <a:avLst/>
          </a:prstGeom>
          <a:ln w="15875">
            <a:solidFill>
              <a:srgbClr val="FF0000"/>
            </a:solidFill>
            <a:prstDash val="lg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F2FA5A9-03A5-0D56-C188-8D529B9CFA34}"/>
              </a:ext>
            </a:extLst>
          </p:cNvPr>
          <p:cNvCxnSpPr>
            <a:cxnSpLocks/>
          </p:cNvCxnSpPr>
          <p:nvPr/>
        </p:nvCxnSpPr>
        <p:spPr>
          <a:xfrm flipV="1">
            <a:off x="8352557" y="1568576"/>
            <a:ext cx="0" cy="1715178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81A8754F-8773-16D5-D234-0AC5532F9B5E}"/>
              </a:ext>
            </a:extLst>
          </p:cNvPr>
          <p:cNvCxnSpPr>
            <a:cxnSpLocks/>
          </p:cNvCxnSpPr>
          <p:nvPr/>
        </p:nvCxnSpPr>
        <p:spPr>
          <a:xfrm>
            <a:off x="8352557" y="3283754"/>
            <a:ext cx="243787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CA58C163-E55E-6999-4894-E1F4DA4E0E59}"/>
              </a:ext>
            </a:extLst>
          </p:cNvPr>
          <p:cNvCxnSpPr>
            <a:cxnSpLocks/>
          </p:cNvCxnSpPr>
          <p:nvPr/>
        </p:nvCxnSpPr>
        <p:spPr>
          <a:xfrm flipV="1">
            <a:off x="9415707" y="1913860"/>
            <a:ext cx="0" cy="136989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DE68891E-7C7B-168E-1EEE-573047B69F20}"/>
              </a:ext>
            </a:extLst>
          </p:cNvPr>
          <p:cNvCxnSpPr>
            <a:cxnSpLocks/>
          </p:cNvCxnSpPr>
          <p:nvPr/>
        </p:nvCxnSpPr>
        <p:spPr>
          <a:xfrm flipV="1">
            <a:off x="10117719" y="2202935"/>
            <a:ext cx="0" cy="108081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5556A1A0-96C3-1959-5FCF-8B9FC1A11050}"/>
                  </a:ext>
                </a:extLst>
              </p:cNvPr>
              <p:cNvSpPr txBox="1"/>
              <p:nvPr/>
            </p:nvSpPr>
            <p:spPr>
              <a:xfrm>
                <a:off x="9309417" y="3241636"/>
                <a:ext cx="342523" cy="291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5556A1A0-96C3-1959-5FCF-8B9FC1A11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9417" y="3241636"/>
                <a:ext cx="342523" cy="291898"/>
              </a:xfrm>
              <a:prstGeom prst="rect">
                <a:avLst/>
              </a:prstGeom>
              <a:blipFill>
                <a:blip r:embed="rId20"/>
                <a:stretch>
                  <a:fillRect b="-27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0E71A00-E957-CFFC-2F78-AA6E80C91BA1}"/>
                  </a:ext>
                </a:extLst>
              </p:cNvPr>
              <p:cNvSpPr txBox="1"/>
              <p:nvPr/>
            </p:nvSpPr>
            <p:spPr>
              <a:xfrm>
                <a:off x="9863332" y="3248911"/>
                <a:ext cx="516091" cy="291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0E71A00-E957-CFFC-2F78-AA6E80C91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3332" y="3248911"/>
                <a:ext cx="516091" cy="291898"/>
              </a:xfrm>
              <a:prstGeom prst="rect">
                <a:avLst/>
              </a:prstGeom>
              <a:blipFill>
                <a:blip r:embed="rId21"/>
                <a:stretch>
                  <a:fillRect r="-5882" b="-27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FC884A17-688C-A4AB-ACB7-6EAD161B3F86}"/>
                  </a:ext>
                </a:extLst>
              </p:cNvPr>
              <p:cNvSpPr txBox="1"/>
              <p:nvPr/>
            </p:nvSpPr>
            <p:spPr>
              <a:xfrm>
                <a:off x="10791018" y="3091165"/>
                <a:ext cx="290834" cy="291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FC884A17-688C-A4AB-ACB7-6EAD161B3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1018" y="3091165"/>
                <a:ext cx="290834" cy="291898"/>
              </a:xfrm>
              <a:prstGeom prst="rect">
                <a:avLst/>
              </a:prstGeom>
              <a:blipFill>
                <a:blip r:embed="rId22"/>
                <a:stretch>
                  <a:fillRect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50308C55-C5C8-9583-2441-06855CC91168}"/>
              </a:ext>
            </a:extLst>
          </p:cNvPr>
          <p:cNvCxnSpPr>
            <a:cxnSpLocks/>
          </p:cNvCxnSpPr>
          <p:nvPr/>
        </p:nvCxnSpPr>
        <p:spPr>
          <a:xfrm>
            <a:off x="9422814" y="2826414"/>
            <a:ext cx="692334" cy="0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68E92EC3-40F1-F246-14D4-C0004CB7B8A7}"/>
                  </a:ext>
                </a:extLst>
              </p:cNvPr>
              <p:cNvSpPr txBox="1"/>
              <p:nvPr/>
            </p:nvSpPr>
            <p:spPr>
              <a:xfrm>
                <a:off x="9415707" y="2527964"/>
                <a:ext cx="692334" cy="291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68E92EC3-40F1-F246-14D4-C0004CB7B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707" y="2527964"/>
                <a:ext cx="692334" cy="291898"/>
              </a:xfrm>
              <a:prstGeom prst="rect">
                <a:avLst/>
              </a:prstGeom>
              <a:blipFill>
                <a:blip r:embed="rId2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568CB689-EBD3-0801-1B9B-EC9910089310}"/>
              </a:ext>
            </a:extLst>
          </p:cNvPr>
          <p:cNvCxnSpPr>
            <a:cxnSpLocks/>
          </p:cNvCxnSpPr>
          <p:nvPr/>
        </p:nvCxnSpPr>
        <p:spPr>
          <a:xfrm flipV="1">
            <a:off x="8616068" y="2053066"/>
            <a:ext cx="2021349" cy="48085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lg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8825FEE-C372-2387-03A1-BD7AE7072F5F}"/>
                  </a:ext>
                </a:extLst>
              </p:cNvPr>
              <p:cNvSpPr txBox="1"/>
              <p:nvPr/>
            </p:nvSpPr>
            <p:spPr>
              <a:xfrm>
                <a:off x="8084526" y="1166246"/>
                <a:ext cx="547664" cy="291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8825FEE-C372-2387-03A1-BD7AE7072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4526" y="1166246"/>
                <a:ext cx="547664" cy="291898"/>
              </a:xfrm>
              <a:prstGeom prst="rect">
                <a:avLst/>
              </a:prstGeom>
              <a:blipFill>
                <a:blip r:embed="rId24"/>
                <a:stretch>
                  <a:fillRect l="-3333" b="-4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3AD22252-1F0E-65D3-568F-646C357C01F6}"/>
              </a:ext>
            </a:extLst>
          </p:cNvPr>
          <p:cNvCxnSpPr>
            <a:cxnSpLocks/>
          </p:cNvCxnSpPr>
          <p:nvPr/>
        </p:nvCxnSpPr>
        <p:spPr>
          <a:xfrm flipV="1">
            <a:off x="8723569" y="2528144"/>
            <a:ext cx="0" cy="75561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2FCC02C-0ADA-A04C-6554-5CA05D306909}"/>
                  </a:ext>
                </a:extLst>
              </p:cNvPr>
              <p:cNvSpPr txBox="1"/>
              <p:nvPr/>
            </p:nvSpPr>
            <p:spPr>
              <a:xfrm>
                <a:off x="8471990" y="3241636"/>
                <a:ext cx="516091" cy="291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2FCC02C-0ADA-A04C-6554-5CA05D306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990" y="3241636"/>
                <a:ext cx="516091" cy="291898"/>
              </a:xfrm>
              <a:prstGeom prst="rect">
                <a:avLst/>
              </a:prstGeom>
              <a:blipFill>
                <a:blip r:embed="rId25"/>
                <a:stretch>
                  <a:fillRect r="-7143" b="-27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3C715D80-A388-5127-5D57-1A23236C6A2D}"/>
                  </a:ext>
                </a:extLst>
              </p:cNvPr>
              <p:cNvSpPr txBox="1"/>
              <p:nvPr/>
            </p:nvSpPr>
            <p:spPr>
              <a:xfrm>
                <a:off x="8915211" y="1475977"/>
                <a:ext cx="640910" cy="291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C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3C715D80-A388-5127-5D57-1A23236C6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211" y="1475977"/>
                <a:ext cx="640910" cy="291898"/>
              </a:xfrm>
              <a:prstGeom prst="rect">
                <a:avLst/>
              </a:prstGeom>
              <a:blipFill>
                <a:blip r:embed="rId26"/>
                <a:stretch>
                  <a:fillRect l="-3774" r="-943" b="-45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A0992874-7B02-D397-22A7-FD5A8F79BDFF}"/>
                  </a:ext>
                </a:extLst>
              </p:cNvPr>
              <p:cNvSpPr txBox="1"/>
              <p:nvPr/>
            </p:nvSpPr>
            <p:spPr>
              <a:xfrm>
                <a:off x="9890258" y="1332013"/>
                <a:ext cx="1965668" cy="676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L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CL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L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A0992874-7B02-D397-22A7-FD5A8F79B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0258" y="1332013"/>
                <a:ext cx="1965668" cy="67672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16DB60BD-F259-995D-4A7D-28ED13004A26}"/>
              </a:ext>
            </a:extLst>
          </p:cNvPr>
          <p:cNvCxnSpPr>
            <a:cxnSpLocks/>
          </p:cNvCxnSpPr>
          <p:nvPr/>
        </p:nvCxnSpPr>
        <p:spPr>
          <a:xfrm>
            <a:off x="8723569" y="2826414"/>
            <a:ext cx="692334" cy="0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56C531D2-7725-A7F2-431C-923148CD9039}"/>
                  </a:ext>
                </a:extLst>
              </p:cNvPr>
              <p:cNvSpPr txBox="1"/>
              <p:nvPr/>
            </p:nvSpPr>
            <p:spPr>
              <a:xfrm>
                <a:off x="8743519" y="2528557"/>
                <a:ext cx="692334" cy="291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56C531D2-7725-A7F2-431C-923148CD9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519" y="2528557"/>
                <a:ext cx="692334" cy="291898"/>
              </a:xfrm>
              <a:prstGeom prst="rect">
                <a:avLst/>
              </a:prstGeom>
              <a:blipFill>
                <a:blip r:embed="rId2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76306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BE083B-3AFB-91E1-8F3D-B2DFB03B170D}"/>
              </a:ext>
            </a:extLst>
          </p:cNvPr>
          <p:cNvSpPr/>
          <p:nvPr/>
        </p:nvSpPr>
        <p:spPr>
          <a:xfrm>
            <a:off x="6408516" y="2477158"/>
            <a:ext cx="4785515" cy="1089953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E2C733C9-0FC4-703F-FA6D-EB7FA072529C}"/>
              </a:ext>
            </a:extLst>
          </p:cNvPr>
          <p:cNvGrpSpPr/>
          <p:nvPr/>
        </p:nvGrpSpPr>
        <p:grpSpPr>
          <a:xfrm>
            <a:off x="7981582" y="2601111"/>
            <a:ext cx="505222" cy="505220"/>
            <a:chOff x="8976870" y="2848980"/>
            <a:chExt cx="1027366" cy="102736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197202F-98E5-41EA-B800-0128255B5AC9}"/>
                </a:ext>
              </a:extLst>
            </p:cNvPr>
            <p:cNvSpPr>
              <a:spLocks noChangeAspect="1"/>
            </p:cNvSpPr>
            <p:nvPr/>
          </p:nvSpPr>
          <p:spPr>
            <a:xfrm rot="1397324">
              <a:off x="8976870" y="2848980"/>
              <a:ext cx="1027366" cy="1027366"/>
            </a:xfrm>
            <a:prstGeom prst="ellipse">
              <a:avLst/>
            </a:prstGeom>
            <a:noFill/>
            <a:ln w="793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7F33B9A-ED5F-9543-47E5-86A1C428690A}"/>
                </a:ext>
              </a:extLst>
            </p:cNvPr>
            <p:cNvSpPr>
              <a:spLocks noChangeAspect="1"/>
            </p:cNvSpPr>
            <p:nvPr/>
          </p:nvSpPr>
          <p:spPr>
            <a:xfrm rot="1397324">
              <a:off x="9357932" y="3230042"/>
              <a:ext cx="265242" cy="265242"/>
            </a:xfrm>
            <a:prstGeom prst="ellipse">
              <a:avLst/>
            </a:prstGeom>
            <a:noFill/>
            <a:ln w="793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77C6A6E-DD57-BCF5-80D8-F66838ABE4E5}"/>
                </a:ext>
              </a:extLst>
            </p:cNvPr>
            <p:cNvCxnSpPr>
              <a:cxnSpLocks/>
              <a:stCxn id="9" idx="6"/>
              <a:endCxn id="8" idx="6"/>
            </p:cNvCxnSpPr>
            <p:nvPr/>
          </p:nvCxnSpPr>
          <p:spPr>
            <a:xfrm>
              <a:off x="9612369" y="3415097"/>
              <a:ext cx="350014" cy="150658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6DCE898-EA46-87D9-B193-1E06B85C1125}"/>
                </a:ext>
              </a:extLst>
            </p:cNvPr>
            <p:cNvCxnSpPr>
              <a:cxnSpLocks/>
              <a:stCxn id="9" idx="0"/>
              <a:endCxn id="8" idx="0"/>
            </p:cNvCxnSpPr>
            <p:nvPr/>
          </p:nvCxnSpPr>
          <p:spPr>
            <a:xfrm flipV="1">
              <a:off x="9542987" y="2890833"/>
              <a:ext cx="150658" cy="350014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7DE1502-3059-8DDE-E840-E5A5FF7D540F}"/>
                </a:ext>
              </a:extLst>
            </p:cNvPr>
            <p:cNvCxnSpPr>
              <a:cxnSpLocks/>
              <a:stCxn id="9" idx="7"/>
              <a:endCxn id="8" idx="7"/>
            </p:cNvCxnSpPr>
            <p:nvPr/>
          </p:nvCxnSpPr>
          <p:spPr>
            <a:xfrm flipV="1">
              <a:off x="9613766" y="3172636"/>
              <a:ext cx="354030" cy="140967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D707E7C-CCB5-5F1E-AAC3-2903123A32A4}"/>
                </a:ext>
              </a:extLst>
            </p:cNvPr>
            <p:cNvCxnSpPr>
              <a:cxnSpLocks/>
              <a:stCxn id="9" idx="5"/>
              <a:endCxn id="8" idx="5"/>
            </p:cNvCxnSpPr>
            <p:nvPr/>
          </p:nvCxnSpPr>
          <p:spPr>
            <a:xfrm>
              <a:off x="9539613" y="3485876"/>
              <a:ext cx="140967" cy="354030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19A003D-868E-A4BE-B447-938095E21439}"/>
                </a:ext>
              </a:extLst>
            </p:cNvPr>
            <p:cNvCxnSpPr>
              <a:cxnSpLocks/>
              <a:stCxn id="9" idx="4"/>
              <a:endCxn id="8" idx="4"/>
            </p:cNvCxnSpPr>
            <p:nvPr/>
          </p:nvCxnSpPr>
          <p:spPr>
            <a:xfrm flipH="1">
              <a:off x="9287461" y="3484479"/>
              <a:ext cx="150658" cy="350014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35515F3-8F0B-3CDF-8D26-2BEB0F59609B}"/>
                </a:ext>
              </a:extLst>
            </p:cNvPr>
            <p:cNvCxnSpPr>
              <a:cxnSpLocks/>
              <a:stCxn id="9" idx="3"/>
              <a:endCxn id="8" idx="3"/>
            </p:cNvCxnSpPr>
            <p:nvPr/>
          </p:nvCxnSpPr>
          <p:spPr>
            <a:xfrm flipH="1">
              <a:off x="9013310" y="3411723"/>
              <a:ext cx="354030" cy="140967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02D9321-6A4A-02DF-397F-1F98D050451F}"/>
                </a:ext>
              </a:extLst>
            </p:cNvPr>
            <p:cNvCxnSpPr>
              <a:cxnSpLocks/>
              <a:stCxn id="9" idx="2"/>
              <a:endCxn id="8" idx="2"/>
            </p:cNvCxnSpPr>
            <p:nvPr/>
          </p:nvCxnSpPr>
          <p:spPr>
            <a:xfrm flipH="1" flipV="1">
              <a:off x="9018723" y="3159571"/>
              <a:ext cx="350014" cy="150658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89C1E50-8646-9BDB-1952-762A2460D49F}"/>
                </a:ext>
              </a:extLst>
            </p:cNvPr>
            <p:cNvCxnSpPr>
              <a:cxnSpLocks/>
              <a:stCxn id="9" idx="1"/>
              <a:endCxn id="8" idx="1"/>
            </p:cNvCxnSpPr>
            <p:nvPr/>
          </p:nvCxnSpPr>
          <p:spPr>
            <a:xfrm flipH="1" flipV="1">
              <a:off x="9300526" y="2885420"/>
              <a:ext cx="140967" cy="354030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79AD4534-3EE0-4ACB-D7F2-AE595529F006}"/>
              </a:ext>
            </a:extLst>
          </p:cNvPr>
          <p:cNvGrpSpPr/>
          <p:nvPr/>
        </p:nvGrpSpPr>
        <p:grpSpPr>
          <a:xfrm>
            <a:off x="7360889" y="3008726"/>
            <a:ext cx="505222" cy="505220"/>
            <a:chOff x="8976870" y="2848980"/>
            <a:chExt cx="1027366" cy="1027366"/>
          </a:xfrm>
        </p:grpSpPr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C372039-C33A-B35E-6A65-9442DF24BF51}"/>
                </a:ext>
              </a:extLst>
            </p:cNvPr>
            <p:cNvSpPr>
              <a:spLocks noChangeAspect="1"/>
            </p:cNvSpPr>
            <p:nvPr/>
          </p:nvSpPr>
          <p:spPr>
            <a:xfrm rot="1397324">
              <a:off x="8976870" y="2848980"/>
              <a:ext cx="1027366" cy="1027366"/>
            </a:xfrm>
            <a:prstGeom prst="ellipse">
              <a:avLst/>
            </a:prstGeom>
            <a:noFill/>
            <a:ln w="793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F4032466-0AB3-5019-2A1C-2A8A799EA1E2}"/>
                </a:ext>
              </a:extLst>
            </p:cNvPr>
            <p:cNvSpPr>
              <a:spLocks noChangeAspect="1"/>
            </p:cNvSpPr>
            <p:nvPr/>
          </p:nvSpPr>
          <p:spPr>
            <a:xfrm rot="1397324">
              <a:off x="9357932" y="3230042"/>
              <a:ext cx="265242" cy="265242"/>
            </a:xfrm>
            <a:prstGeom prst="ellipse">
              <a:avLst/>
            </a:prstGeom>
            <a:noFill/>
            <a:ln w="793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183A410A-6197-A47E-C144-13E19DAB59DB}"/>
                </a:ext>
              </a:extLst>
            </p:cNvPr>
            <p:cNvCxnSpPr>
              <a:cxnSpLocks/>
              <a:stCxn id="163" idx="6"/>
              <a:endCxn id="162" idx="6"/>
            </p:cNvCxnSpPr>
            <p:nvPr/>
          </p:nvCxnSpPr>
          <p:spPr>
            <a:xfrm>
              <a:off x="9612369" y="3415097"/>
              <a:ext cx="350014" cy="150658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9D274D98-5DB0-CDC4-6543-5292DE346031}"/>
                </a:ext>
              </a:extLst>
            </p:cNvPr>
            <p:cNvCxnSpPr>
              <a:cxnSpLocks/>
              <a:stCxn id="163" idx="0"/>
              <a:endCxn id="162" idx="0"/>
            </p:cNvCxnSpPr>
            <p:nvPr/>
          </p:nvCxnSpPr>
          <p:spPr>
            <a:xfrm flipV="1">
              <a:off x="9542987" y="2890833"/>
              <a:ext cx="150658" cy="350014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C3CB33F0-A3FA-E28B-4549-B615CF3D376A}"/>
                </a:ext>
              </a:extLst>
            </p:cNvPr>
            <p:cNvCxnSpPr>
              <a:cxnSpLocks/>
              <a:stCxn id="163" idx="7"/>
              <a:endCxn id="162" idx="7"/>
            </p:cNvCxnSpPr>
            <p:nvPr/>
          </p:nvCxnSpPr>
          <p:spPr>
            <a:xfrm flipV="1">
              <a:off x="9613766" y="3172636"/>
              <a:ext cx="354030" cy="140967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7048004-09CD-126C-A882-D5411CD1C893}"/>
                </a:ext>
              </a:extLst>
            </p:cNvPr>
            <p:cNvCxnSpPr>
              <a:cxnSpLocks/>
              <a:stCxn id="163" idx="5"/>
              <a:endCxn id="162" idx="5"/>
            </p:cNvCxnSpPr>
            <p:nvPr/>
          </p:nvCxnSpPr>
          <p:spPr>
            <a:xfrm>
              <a:off x="9539613" y="3485876"/>
              <a:ext cx="140967" cy="354030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4740D110-D570-8DA1-0840-2E5EB41ACE3E}"/>
                </a:ext>
              </a:extLst>
            </p:cNvPr>
            <p:cNvCxnSpPr>
              <a:cxnSpLocks/>
              <a:stCxn id="163" idx="4"/>
              <a:endCxn id="162" idx="4"/>
            </p:cNvCxnSpPr>
            <p:nvPr/>
          </p:nvCxnSpPr>
          <p:spPr>
            <a:xfrm flipH="1">
              <a:off x="9287461" y="3484479"/>
              <a:ext cx="150658" cy="350014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C7CAF605-0051-2DA9-2C71-43F987406A2B}"/>
                </a:ext>
              </a:extLst>
            </p:cNvPr>
            <p:cNvCxnSpPr>
              <a:cxnSpLocks/>
              <a:stCxn id="163" idx="3"/>
              <a:endCxn id="162" idx="3"/>
            </p:cNvCxnSpPr>
            <p:nvPr/>
          </p:nvCxnSpPr>
          <p:spPr>
            <a:xfrm flipH="1">
              <a:off x="9013310" y="3411723"/>
              <a:ext cx="354030" cy="140967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53F40F43-D6DE-1A45-FB9E-DD670AECAE99}"/>
                </a:ext>
              </a:extLst>
            </p:cNvPr>
            <p:cNvCxnSpPr>
              <a:cxnSpLocks/>
              <a:stCxn id="163" idx="2"/>
              <a:endCxn id="162" idx="2"/>
            </p:cNvCxnSpPr>
            <p:nvPr/>
          </p:nvCxnSpPr>
          <p:spPr>
            <a:xfrm flipH="1" flipV="1">
              <a:off x="9018723" y="3159571"/>
              <a:ext cx="350014" cy="150658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F31BBA64-27BC-8485-425E-5B28EFB47684}"/>
                </a:ext>
              </a:extLst>
            </p:cNvPr>
            <p:cNvCxnSpPr>
              <a:cxnSpLocks/>
              <a:stCxn id="163" idx="1"/>
              <a:endCxn id="162" idx="1"/>
            </p:cNvCxnSpPr>
            <p:nvPr/>
          </p:nvCxnSpPr>
          <p:spPr>
            <a:xfrm flipH="1" flipV="1">
              <a:off x="9300526" y="2885420"/>
              <a:ext cx="140967" cy="354030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0773A1EA-8335-17FE-78BC-0A7B22F5946A}"/>
              </a:ext>
            </a:extLst>
          </p:cNvPr>
          <p:cNvGrpSpPr/>
          <p:nvPr/>
        </p:nvGrpSpPr>
        <p:grpSpPr>
          <a:xfrm>
            <a:off x="6647181" y="2681969"/>
            <a:ext cx="505222" cy="505220"/>
            <a:chOff x="8976870" y="2848980"/>
            <a:chExt cx="1027366" cy="1027366"/>
          </a:xfrm>
        </p:grpSpPr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CAFBC191-FF8E-34DA-3AE7-991EED265714}"/>
                </a:ext>
              </a:extLst>
            </p:cNvPr>
            <p:cNvSpPr>
              <a:spLocks noChangeAspect="1"/>
            </p:cNvSpPr>
            <p:nvPr/>
          </p:nvSpPr>
          <p:spPr>
            <a:xfrm rot="1397324">
              <a:off x="8976870" y="2848980"/>
              <a:ext cx="1027366" cy="1027366"/>
            </a:xfrm>
            <a:prstGeom prst="ellipse">
              <a:avLst/>
            </a:prstGeom>
            <a:noFill/>
            <a:ln w="793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DA082503-86EE-638B-268C-A30EA6B3C860}"/>
                </a:ext>
              </a:extLst>
            </p:cNvPr>
            <p:cNvSpPr>
              <a:spLocks noChangeAspect="1"/>
            </p:cNvSpPr>
            <p:nvPr/>
          </p:nvSpPr>
          <p:spPr>
            <a:xfrm rot="1397324">
              <a:off x="9357932" y="3230042"/>
              <a:ext cx="265242" cy="265242"/>
            </a:xfrm>
            <a:prstGeom prst="ellipse">
              <a:avLst/>
            </a:prstGeom>
            <a:noFill/>
            <a:ln w="793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2DC20299-EED4-9B01-5300-57C067362875}"/>
                </a:ext>
              </a:extLst>
            </p:cNvPr>
            <p:cNvCxnSpPr>
              <a:cxnSpLocks/>
              <a:stCxn id="174" idx="6"/>
              <a:endCxn id="173" idx="6"/>
            </p:cNvCxnSpPr>
            <p:nvPr/>
          </p:nvCxnSpPr>
          <p:spPr>
            <a:xfrm>
              <a:off x="9612369" y="3415097"/>
              <a:ext cx="350014" cy="150658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6406B53D-060D-89BA-4817-688791929C96}"/>
                </a:ext>
              </a:extLst>
            </p:cNvPr>
            <p:cNvCxnSpPr>
              <a:cxnSpLocks/>
              <a:stCxn id="174" idx="0"/>
              <a:endCxn id="173" idx="0"/>
            </p:cNvCxnSpPr>
            <p:nvPr/>
          </p:nvCxnSpPr>
          <p:spPr>
            <a:xfrm flipV="1">
              <a:off x="9542987" y="2890833"/>
              <a:ext cx="150658" cy="350014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A70D1BDF-3EAD-BA49-4F75-E9BCD6F9CE17}"/>
                </a:ext>
              </a:extLst>
            </p:cNvPr>
            <p:cNvCxnSpPr>
              <a:cxnSpLocks/>
              <a:stCxn id="174" idx="7"/>
              <a:endCxn id="173" idx="7"/>
            </p:cNvCxnSpPr>
            <p:nvPr/>
          </p:nvCxnSpPr>
          <p:spPr>
            <a:xfrm flipV="1">
              <a:off x="9613766" y="3172636"/>
              <a:ext cx="354030" cy="140967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939BD308-763B-5D4D-6231-D783EDCFA2D7}"/>
                </a:ext>
              </a:extLst>
            </p:cNvPr>
            <p:cNvCxnSpPr>
              <a:cxnSpLocks/>
              <a:stCxn id="174" idx="5"/>
              <a:endCxn id="173" idx="5"/>
            </p:cNvCxnSpPr>
            <p:nvPr/>
          </p:nvCxnSpPr>
          <p:spPr>
            <a:xfrm>
              <a:off x="9539613" y="3485876"/>
              <a:ext cx="140967" cy="354030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C8E02C13-D15A-A569-B799-69F3B79B5E54}"/>
                </a:ext>
              </a:extLst>
            </p:cNvPr>
            <p:cNvCxnSpPr>
              <a:cxnSpLocks/>
              <a:stCxn id="174" idx="4"/>
              <a:endCxn id="173" idx="4"/>
            </p:cNvCxnSpPr>
            <p:nvPr/>
          </p:nvCxnSpPr>
          <p:spPr>
            <a:xfrm flipH="1">
              <a:off x="9287461" y="3484479"/>
              <a:ext cx="150658" cy="350014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DB5C9229-2FFE-1552-ED4D-29D88A38AEF2}"/>
                </a:ext>
              </a:extLst>
            </p:cNvPr>
            <p:cNvCxnSpPr>
              <a:cxnSpLocks/>
              <a:stCxn id="174" idx="3"/>
              <a:endCxn id="173" idx="3"/>
            </p:cNvCxnSpPr>
            <p:nvPr/>
          </p:nvCxnSpPr>
          <p:spPr>
            <a:xfrm flipH="1">
              <a:off x="9013310" y="3411723"/>
              <a:ext cx="354030" cy="140967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F4267288-9C65-0B6A-A729-5953CE6A89C8}"/>
                </a:ext>
              </a:extLst>
            </p:cNvPr>
            <p:cNvCxnSpPr>
              <a:cxnSpLocks/>
              <a:stCxn id="174" idx="2"/>
              <a:endCxn id="173" idx="2"/>
            </p:cNvCxnSpPr>
            <p:nvPr/>
          </p:nvCxnSpPr>
          <p:spPr>
            <a:xfrm flipH="1" flipV="1">
              <a:off x="9018723" y="3159571"/>
              <a:ext cx="350014" cy="150658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96929DD0-BAF5-0876-B0A5-250C96061A7A}"/>
                </a:ext>
              </a:extLst>
            </p:cNvPr>
            <p:cNvCxnSpPr>
              <a:cxnSpLocks/>
              <a:stCxn id="174" idx="1"/>
              <a:endCxn id="173" idx="1"/>
            </p:cNvCxnSpPr>
            <p:nvPr/>
          </p:nvCxnSpPr>
          <p:spPr>
            <a:xfrm flipH="1" flipV="1">
              <a:off x="9300526" y="2885420"/>
              <a:ext cx="140967" cy="354030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F753FCAC-F0BD-D87F-D10A-E0EAEDBF6094}"/>
              </a:ext>
            </a:extLst>
          </p:cNvPr>
          <p:cNvGrpSpPr/>
          <p:nvPr/>
        </p:nvGrpSpPr>
        <p:grpSpPr>
          <a:xfrm>
            <a:off x="10138316" y="2874762"/>
            <a:ext cx="505222" cy="505220"/>
            <a:chOff x="8976870" y="2848980"/>
            <a:chExt cx="1027366" cy="1027366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A33816A-E0CF-E0F4-1828-AC3DD6D94B88}"/>
                </a:ext>
              </a:extLst>
            </p:cNvPr>
            <p:cNvSpPr>
              <a:spLocks noChangeAspect="1"/>
            </p:cNvSpPr>
            <p:nvPr/>
          </p:nvSpPr>
          <p:spPr>
            <a:xfrm rot="1397324">
              <a:off x="8976870" y="2848980"/>
              <a:ext cx="1027366" cy="1027366"/>
            </a:xfrm>
            <a:prstGeom prst="ellipse">
              <a:avLst/>
            </a:prstGeom>
            <a:noFill/>
            <a:ln w="793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587DBE62-321F-44AC-CFBE-0FFD67407DD9}"/>
                </a:ext>
              </a:extLst>
            </p:cNvPr>
            <p:cNvSpPr>
              <a:spLocks noChangeAspect="1"/>
            </p:cNvSpPr>
            <p:nvPr/>
          </p:nvSpPr>
          <p:spPr>
            <a:xfrm rot="1397324">
              <a:off x="9357932" y="3230042"/>
              <a:ext cx="265242" cy="265242"/>
            </a:xfrm>
            <a:prstGeom prst="ellipse">
              <a:avLst/>
            </a:prstGeom>
            <a:noFill/>
            <a:ln w="793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C715E317-1E66-0997-AF01-8A10FEA86334}"/>
                </a:ext>
              </a:extLst>
            </p:cNvPr>
            <p:cNvCxnSpPr>
              <a:cxnSpLocks/>
              <a:stCxn id="185" idx="6"/>
              <a:endCxn id="184" idx="6"/>
            </p:cNvCxnSpPr>
            <p:nvPr/>
          </p:nvCxnSpPr>
          <p:spPr>
            <a:xfrm>
              <a:off x="9612369" y="3415097"/>
              <a:ext cx="350014" cy="150658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2AD302D2-2AC3-E492-3534-C25095826BBF}"/>
                </a:ext>
              </a:extLst>
            </p:cNvPr>
            <p:cNvCxnSpPr>
              <a:cxnSpLocks/>
              <a:stCxn id="185" idx="0"/>
              <a:endCxn id="184" idx="0"/>
            </p:cNvCxnSpPr>
            <p:nvPr/>
          </p:nvCxnSpPr>
          <p:spPr>
            <a:xfrm flipV="1">
              <a:off x="9542987" y="2890833"/>
              <a:ext cx="150658" cy="350014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0B66CB4C-663C-BA30-09E8-7FF2C4038A17}"/>
                </a:ext>
              </a:extLst>
            </p:cNvPr>
            <p:cNvCxnSpPr>
              <a:cxnSpLocks/>
              <a:stCxn id="185" idx="7"/>
              <a:endCxn id="184" idx="7"/>
            </p:cNvCxnSpPr>
            <p:nvPr/>
          </p:nvCxnSpPr>
          <p:spPr>
            <a:xfrm flipV="1">
              <a:off x="9613766" y="3172636"/>
              <a:ext cx="354030" cy="140967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BD5F8059-397E-E462-96A0-0C400BC258D4}"/>
                </a:ext>
              </a:extLst>
            </p:cNvPr>
            <p:cNvCxnSpPr>
              <a:cxnSpLocks/>
              <a:stCxn id="185" idx="5"/>
              <a:endCxn id="184" idx="5"/>
            </p:cNvCxnSpPr>
            <p:nvPr/>
          </p:nvCxnSpPr>
          <p:spPr>
            <a:xfrm>
              <a:off x="9539613" y="3485876"/>
              <a:ext cx="140967" cy="354030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341F9EA4-4007-4D53-3B4F-7A7812F6CCCB}"/>
                </a:ext>
              </a:extLst>
            </p:cNvPr>
            <p:cNvCxnSpPr>
              <a:cxnSpLocks/>
              <a:stCxn id="185" idx="4"/>
              <a:endCxn id="184" idx="4"/>
            </p:cNvCxnSpPr>
            <p:nvPr/>
          </p:nvCxnSpPr>
          <p:spPr>
            <a:xfrm flipH="1">
              <a:off x="9287461" y="3484479"/>
              <a:ext cx="150658" cy="350014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817AF4A1-7744-1D3A-324D-97E8E7421DBC}"/>
                </a:ext>
              </a:extLst>
            </p:cNvPr>
            <p:cNvCxnSpPr>
              <a:cxnSpLocks/>
              <a:stCxn id="185" idx="3"/>
              <a:endCxn id="184" idx="3"/>
            </p:cNvCxnSpPr>
            <p:nvPr/>
          </p:nvCxnSpPr>
          <p:spPr>
            <a:xfrm flipH="1">
              <a:off x="9013310" y="3411723"/>
              <a:ext cx="354030" cy="140967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ACEB055-DD25-599D-1BBE-56843FAB0E32}"/>
                </a:ext>
              </a:extLst>
            </p:cNvPr>
            <p:cNvCxnSpPr>
              <a:cxnSpLocks/>
              <a:stCxn id="185" idx="2"/>
              <a:endCxn id="184" idx="2"/>
            </p:cNvCxnSpPr>
            <p:nvPr/>
          </p:nvCxnSpPr>
          <p:spPr>
            <a:xfrm flipH="1" flipV="1">
              <a:off x="9018723" y="3159571"/>
              <a:ext cx="350014" cy="150658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8FF49F34-8021-EB5B-D71F-7F7153D3D498}"/>
                </a:ext>
              </a:extLst>
            </p:cNvPr>
            <p:cNvCxnSpPr>
              <a:cxnSpLocks/>
              <a:stCxn id="185" idx="1"/>
              <a:endCxn id="184" idx="1"/>
            </p:cNvCxnSpPr>
            <p:nvPr/>
          </p:nvCxnSpPr>
          <p:spPr>
            <a:xfrm flipH="1" flipV="1">
              <a:off x="9300526" y="2885420"/>
              <a:ext cx="140967" cy="354030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782E157-84ED-88C2-E606-54E2F6A46096}"/>
              </a:ext>
            </a:extLst>
          </p:cNvPr>
          <p:cNvCxnSpPr>
            <a:cxnSpLocks/>
          </p:cNvCxnSpPr>
          <p:nvPr/>
        </p:nvCxnSpPr>
        <p:spPr>
          <a:xfrm flipV="1">
            <a:off x="8645535" y="2291787"/>
            <a:ext cx="0" cy="199303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9297FFE-F115-BB71-6F01-6DCE7EFF67DB}"/>
              </a:ext>
            </a:extLst>
          </p:cNvPr>
          <p:cNvCxnSpPr>
            <a:cxnSpLocks/>
          </p:cNvCxnSpPr>
          <p:nvPr/>
        </p:nvCxnSpPr>
        <p:spPr>
          <a:xfrm flipV="1">
            <a:off x="8645534" y="2189928"/>
            <a:ext cx="1745743" cy="209489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8EEBBE39-D664-27C8-B303-E280A79BFDE3}"/>
                  </a:ext>
                </a:extLst>
              </p:cNvPr>
              <p:cNvSpPr txBox="1"/>
              <p:nvPr/>
            </p:nvSpPr>
            <p:spPr>
              <a:xfrm>
                <a:off x="8612929" y="3139140"/>
                <a:ext cx="7416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sun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8EEBBE39-D664-27C8-B303-E280A79BF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929" y="3139140"/>
                <a:ext cx="741649" cy="461665"/>
              </a:xfrm>
              <a:prstGeom prst="rect">
                <a:avLst/>
              </a:prstGeom>
              <a:blipFill>
                <a:blip r:embed="rId2"/>
                <a:stretch>
                  <a:fillRect l="-2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41354BF-957C-5DE7-9BCB-C0ED8C88D4C6}"/>
              </a:ext>
            </a:extLst>
          </p:cNvPr>
          <p:cNvGrpSpPr/>
          <p:nvPr/>
        </p:nvGrpSpPr>
        <p:grpSpPr>
          <a:xfrm rot="1397324">
            <a:off x="10300307" y="1251816"/>
            <a:ext cx="1027366" cy="1027366"/>
            <a:chOff x="7043479" y="1515519"/>
            <a:chExt cx="1027366" cy="102736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ABA6506-B5B9-C71F-298B-22A45D3EEE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43479" y="1515519"/>
              <a:ext cx="1027366" cy="1027366"/>
            </a:xfrm>
            <a:prstGeom prst="ellipse">
              <a:avLst/>
            </a:prstGeom>
            <a:solidFill>
              <a:schemeClr val="bg1"/>
            </a:solidFill>
            <a:ln w="793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84B61B5-2D53-3CFB-9416-61EE7F7932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50433" y="1722473"/>
              <a:ext cx="613458" cy="613458"/>
            </a:xfrm>
            <a:prstGeom prst="ellipse">
              <a:avLst/>
            </a:prstGeom>
            <a:solidFill>
              <a:schemeClr val="bg1"/>
            </a:solidFill>
            <a:ln w="793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594A591-DB59-72E2-B2F4-BB94E21FA2C6}"/>
                </a:ext>
              </a:extLst>
            </p:cNvPr>
            <p:cNvCxnSpPr>
              <a:cxnSpLocks/>
              <a:stCxn id="30" idx="6"/>
              <a:endCxn id="31" idx="6"/>
            </p:cNvCxnSpPr>
            <p:nvPr/>
          </p:nvCxnSpPr>
          <p:spPr>
            <a:xfrm>
              <a:off x="7863891" y="2029202"/>
              <a:ext cx="206954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AEC646B-566F-6654-BD61-41FE3558A0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55139" y="1827176"/>
              <a:ext cx="404046" cy="404046"/>
            </a:xfrm>
            <a:prstGeom prst="ellipse">
              <a:avLst/>
            </a:prstGeom>
            <a:noFill/>
            <a:ln w="793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9C5D9AB-CCEF-2FB1-8FC6-9A7929D5FDAA}"/>
                </a:ext>
              </a:extLst>
            </p:cNvPr>
            <p:cNvCxnSpPr>
              <a:cxnSpLocks/>
              <a:stCxn id="30" idx="0"/>
              <a:endCxn id="31" idx="0"/>
            </p:cNvCxnSpPr>
            <p:nvPr/>
          </p:nvCxnSpPr>
          <p:spPr>
            <a:xfrm flipV="1">
              <a:off x="7557162" y="1515519"/>
              <a:ext cx="0" cy="206954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1EE48AD-2283-BD18-DE66-357782675D10}"/>
                </a:ext>
              </a:extLst>
            </p:cNvPr>
            <p:cNvCxnSpPr>
              <a:cxnSpLocks/>
              <a:stCxn id="30" idx="7"/>
              <a:endCxn id="31" idx="7"/>
            </p:cNvCxnSpPr>
            <p:nvPr/>
          </p:nvCxnSpPr>
          <p:spPr>
            <a:xfrm flipV="1">
              <a:off x="7774052" y="1665973"/>
              <a:ext cx="146339" cy="146339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5170C17-B42A-DC3C-9320-D11DC3906433}"/>
                </a:ext>
              </a:extLst>
            </p:cNvPr>
            <p:cNvCxnSpPr>
              <a:cxnSpLocks/>
              <a:stCxn id="30" idx="5"/>
              <a:endCxn id="31" idx="5"/>
            </p:cNvCxnSpPr>
            <p:nvPr/>
          </p:nvCxnSpPr>
          <p:spPr>
            <a:xfrm>
              <a:off x="7774052" y="2246092"/>
              <a:ext cx="146339" cy="146339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56E38C2-6AAC-F1BF-3613-A9C9F4447E2D}"/>
                </a:ext>
              </a:extLst>
            </p:cNvPr>
            <p:cNvCxnSpPr>
              <a:cxnSpLocks/>
              <a:stCxn id="30" idx="4"/>
              <a:endCxn id="31" idx="4"/>
            </p:cNvCxnSpPr>
            <p:nvPr/>
          </p:nvCxnSpPr>
          <p:spPr>
            <a:xfrm>
              <a:off x="7557162" y="2335931"/>
              <a:ext cx="0" cy="206954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5E34A3C-11C6-9E3E-E801-EB963413049A}"/>
                </a:ext>
              </a:extLst>
            </p:cNvPr>
            <p:cNvCxnSpPr>
              <a:cxnSpLocks/>
              <a:stCxn id="30" idx="3"/>
              <a:endCxn id="31" idx="3"/>
            </p:cNvCxnSpPr>
            <p:nvPr/>
          </p:nvCxnSpPr>
          <p:spPr>
            <a:xfrm flipH="1">
              <a:off x="7193933" y="2246092"/>
              <a:ext cx="146339" cy="146339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4A99F72-088F-26F8-CC8F-FAFA4947E474}"/>
                </a:ext>
              </a:extLst>
            </p:cNvPr>
            <p:cNvCxnSpPr>
              <a:cxnSpLocks/>
              <a:stCxn id="30" idx="2"/>
              <a:endCxn id="31" idx="2"/>
            </p:cNvCxnSpPr>
            <p:nvPr/>
          </p:nvCxnSpPr>
          <p:spPr>
            <a:xfrm flipH="1">
              <a:off x="7043479" y="2029202"/>
              <a:ext cx="206954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DB264BB-8871-F996-209D-3787A371E89A}"/>
                </a:ext>
              </a:extLst>
            </p:cNvPr>
            <p:cNvCxnSpPr>
              <a:cxnSpLocks/>
              <a:stCxn id="30" idx="1"/>
              <a:endCxn id="31" idx="1"/>
            </p:cNvCxnSpPr>
            <p:nvPr/>
          </p:nvCxnSpPr>
          <p:spPr>
            <a:xfrm flipH="1" flipV="1">
              <a:off x="7193933" y="1665973"/>
              <a:ext cx="146339" cy="146339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CB0B21CD-F087-B63A-E272-6C75B1529BA0}"/>
              </a:ext>
            </a:extLst>
          </p:cNvPr>
          <p:cNvGrpSpPr/>
          <p:nvPr/>
        </p:nvGrpSpPr>
        <p:grpSpPr>
          <a:xfrm>
            <a:off x="9013184" y="2603228"/>
            <a:ext cx="505222" cy="505220"/>
            <a:chOff x="8976870" y="2848980"/>
            <a:chExt cx="1027366" cy="1027366"/>
          </a:xfrm>
        </p:grpSpPr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1C39AAFC-38FF-6DF1-C4DA-2A39065D5D8A}"/>
                </a:ext>
              </a:extLst>
            </p:cNvPr>
            <p:cNvSpPr>
              <a:spLocks noChangeAspect="1"/>
            </p:cNvSpPr>
            <p:nvPr/>
          </p:nvSpPr>
          <p:spPr>
            <a:xfrm rot="1397324">
              <a:off x="8976870" y="2848980"/>
              <a:ext cx="1027366" cy="1027366"/>
            </a:xfrm>
            <a:prstGeom prst="ellipse">
              <a:avLst/>
            </a:prstGeom>
            <a:noFill/>
            <a:ln w="793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0C937BDC-55CB-3B8B-18CB-2205D46D7E0C}"/>
                </a:ext>
              </a:extLst>
            </p:cNvPr>
            <p:cNvSpPr>
              <a:spLocks noChangeAspect="1"/>
            </p:cNvSpPr>
            <p:nvPr/>
          </p:nvSpPr>
          <p:spPr>
            <a:xfrm rot="1397324">
              <a:off x="9357932" y="3230042"/>
              <a:ext cx="265242" cy="265242"/>
            </a:xfrm>
            <a:prstGeom prst="ellipse">
              <a:avLst/>
            </a:prstGeom>
            <a:noFill/>
            <a:ln w="793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22918B50-4B2F-F8C2-9B39-CEACAE33A47D}"/>
                </a:ext>
              </a:extLst>
            </p:cNvPr>
            <p:cNvCxnSpPr>
              <a:cxnSpLocks/>
              <a:stCxn id="196" idx="6"/>
              <a:endCxn id="195" idx="6"/>
            </p:cNvCxnSpPr>
            <p:nvPr/>
          </p:nvCxnSpPr>
          <p:spPr>
            <a:xfrm>
              <a:off x="9612369" y="3415097"/>
              <a:ext cx="350014" cy="150658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9B520E80-8F3D-0190-88D3-B53A75BBCF3F}"/>
                </a:ext>
              </a:extLst>
            </p:cNvPr>
            <p:cNvCxnSpPr>
              <a:cxnSpLocks/>
              <a:stCxn id="196" idx="0"/>
              <a:endCxn id="195" idx="0"/>
            </p:cNvCxnSpPr>
            <p:nvPr/>
          </p:nvCxnSpPr>
          <p:spPr>
            <a:xfrm flipV="1">
              <a:off x="9542987" y="2890833"/>
              <a:ext cx="150658" cy="350014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01F31770-6866-6E8A-145F-25165C4B96F5}"/>
                </a:ext>
              </a:extLst>
            </p:cNvPr>
            <p:cNvCxnSpPr>
              <a:cxnSpLocks/>
              <a:stCxn id="196" idx="7"/>
              <a:endCxn id="195" idx="7"/>
            </p:cNvCxnSpPr>
            <p:nvPr/>
          </p:nvCxnSpPr>
          <p:spPr>
            <a:xfrm flipV="1">
              <a:off x="9613766" y="3172636"/>
              <a:ext cx="354030" cy="140967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AA6B681C-A5D3-4315-F834-16CA806C8825}"/>
                </a:ext>
              </a:extLst>
            </p:cNvPr>
            <p:cNvCxnSpPr>
              <a:cxnSpLocks/>
              <a:stCxn id="196" idx="5"/>
              <a:endCxn id="195" idx="5"/>
            </p:cNvCxnSpPr>
            <p:nvPr/>
          </p:nvCxnSpPr>
          <p:spPr>
            <a:xfrm>
              <a:off x="9539613" y="3485876"/>
              <a:ext cx="140967" cy="354030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3D161D42-0139-3E8F-2944-1BAB71BDC017}"/>
                </a:ext>
              </a:extLst>
            </p:cNvPr>
            <p:cNvCxnSpPr>
              <a:cxnSpLocks/>
              <a:stCxn id="196" idx="4"/>
              <a:endCxn id="195" idx="4"/>
            </p:cNvCxnSpPr>
            <p:nvPr/>
          </p:nvCxnSpPr>
          <p:spPr>
            <a:xfrm flipH="1">
              <a:off x="9287461" y="3484479"/>
              <a:ext cx="150658" cy="350014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E0957315-93A1-4625-160E-D875C90C8482}"/>
                </a:ext>
              </a:extLst>
            </p:cNvPr>
            <p:cNvCxnSpPr>
              <a:cxnSpLocks/>
              <a:stCxn id="196" idx="3"/>
              <a:endCxn id="195" idx="3"/>
            </p:cNvCxnSpPr>
            <p:nvPr/>
          </p:nvCxnSpPr>
          <p:spPr>
            <a:xfrm flipH="1">
              <a:off x="9013310" y="3411723"/>
              <a:ext cx="354030" cy="140967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B66D94C-EC9A-6783-08DF-987620812E98}"/>
                </a:ext>
              </a:extLst>
            </p:cNvPr>
            <p:cNvCxnSpPr>
              <a:cxnSpLocks/>
              <a:stCxn id="196" idx="2"/>
              <a:endCxn id="195" idx="2"/>
            </p:cNvCxnSpPr>
            <p:nvPr/>
          </p:nvCxnSpPr>
          <p:spPr>
            <a:xfrm flipH="1" flipV="1">
              <a:off x="9018723" y="3159571"/>
              <a:ext cx="350014" cy="150658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E7156FCF-99C5-709B-5C4A-2A3E1343053D}"/>
                </a:ext>
              </a:extLst>
            </p:cNvPr>
            <p:cNvCxnSpPr>
              <a:cxnSpLocks/>
              <a:stCxn id="196" idx="1"/>
              <a:endCxn id="195" idx="1"/>
            </p:cNvCxnSpPr>
            <p:nvPr/>
          </p:nvCxnSpPr>
          <p:spPr>
            <a:xfrm flipH="1" flipV="1">
              <a:off x="9300526" y="2885420"/>
              <a:ext cx="140967" cy="354030"/>
            </a:xfrm>
            <a:prstGeom prst="line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C8D9CD94-AA84-08ED-F932-27921A873346}"/>
              </a:ext>
            </a:extLst>
          </p:cNvPr>
          <p:cNvCxnSpPr>
            <a:cxnSpLocks/>
          </p:cNvCxnSpPr>
          <p:nvPr/>
        </p:nvCxnSpPr>
        <p:spPr>
          <a:xfrm flipH="1">
            <a:off x="8548322" y="2142283"/>
            <a:ext cx="1766115" cy="214253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E1BD5AB8-653B-3FD1-8B42-B0D65F5FA30D}"/>
              </a:ext>
            </a:extLst>
          </p:cNvPr>
          <p:cNvCxnSpPr>
            <a:cxnSpLocks/>
          </p:cNvCxnSpPr>
          <p:nvPr/>
        </p:nvCxnSpPr>
        <p:spPr>
          <a:xfrm flipH="1">
            <a:off x="8804477" y="2269864"/>
            <a:ext cx="1652968" cy="200527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6ABF5572-5551-7C35-8B82-D9ED7EF4B574}"/>
              </a:ext>
            </a:extLst>
          </p:cNvPr>
          <p:cNvCxnSpPr>
            <a:cxnSpLocks/>
          </p:cNvCxnSpPr>
          <p:nvPr/>
        </p:nvCxnSpPr>
        <p:spPr>
          <a:xfrm flipH="1">
            <a:off x="8933311" y="2271358"/>
            <a:ext cx="1652968" cy="200527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D659D705-291D-BD5B-20F8-4AFC655262BF}"/>
              </a:ext>
            </a:extLst>
          </p:cNvPr>
          <p:cNvCxnSpPr>
            <a:cxnSpLocks/>
          </p:cNvCxnSpPr>
          <p:nvPr/>
        </p:nvCxnSpPr>
        <p:spPr>
          <a:xfrm flipH="1">
            <a:off x="8413526" y="2054848"/>
            <a:ext cx="1838189" cy="222997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rc 20">
            <a:extLst>
              <a:ext uri="{FF2B5EF4-FFF2-40B4-BE49-F238E27FC236}">
                <a16:creationId xmlns:a16="http://schemas.microsoft.com/office/drawing/2014/main" id="{A81BAE1D-0CF5-8332-285B-8BF0F5E96ECA}"/>
              </a:ext>
            </a:extLst>
          </p:cNvPr>
          <p:cNvSpPr>
            <a:spLocks noChangeAspect="1"/>
          </p:cNvSpPr>
          <p:nvPr/>
        </p:nvSpPr>
        <p:spPr>
          <a:xfrm>
            <a:off x="7935621" y="3614694"/>
            <a:ext cx="1419828" cy="1419828"/>
          </a:xfrm>
          <a:prstGeom prst="arc">
            <a:avLst>
              <a:gd name="adj1" fmla="val 16200000"/>
              <a:gd name="adj2" fmla="val 18510771"/>
            </a:avLst>
          </a:prstGeom>
          <a:ln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C6504211-10AA-DACA-1517-55F6C6DFA252}"/>
              </a:ext>
            </a:extLst>
          </p:cNvPr>
          <p:cNvCxnSpPr>
            <a:cxnSpLocks/>
          </p:cNvCxnSpPr>
          <p:nvPr/>
        </p:nvCxnSpPr>
        <p:spPr>
          <a:xfrm>
            <a:off x="6391582" y="4320828"/>
            <a:ext cx="4782258" cy="0"/>
          </a:xfrm>
          <a:prstGeom prst="straightConnector1">
            <a:avLst/>
          </a:prstGeom>
          <a:ln w="825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A417758E-155F-2BB6-7656-EFD6CD59D486}"/>
              </a:ext>
            </a:extLst>
          </p:cNvPr>
          <p:cNvCxnSpPr>
            <a:cxnSpLocks/>
          </p:cNvCxnSpPr>
          <p:nvPr/>
        </p:nvCxnSpPr>
        <p:spPr>
          <a:xfrm flipV="1">
            <a:off x="11258999" y="2477158"/>
            <a:ext cx="0" cy="1089953"/>
          </a:xfrm>
          <a:prstGeom prst="straightConnector1">
            <a:avLst/>
          </a:prstGeom>
          <a:ln w="6350">
            <a:solidFill>
              <a:schemeClr val="tx1"/>
            </a:solidFill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E9655E11-03BE-1A62-6D6A-572A30C29C55}"/>
                  </a:ext>
                </a:extLst>
              </p:cNvPr>
              <p:cNvSpPr txBox="1"/>
              <p:nvPr/>
            </p:nvSpPr>
            <p:spPr>
              <a:xfrm>
                <a:off x="8615428" y="3140253"/>
                <a:ext cx="7416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C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sun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E9655E11-03BE-1A62-6D6A-572A30C29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428" y="3140253"/>
                <a:ext cx="741649" cy="461665"/>
              </a:xfrm>
              <a:prstGeom prst="rect">
                <a:avLst/>
              </a:prstGeom>
              <a:blipFill>
                <a:blip r:embed="rId3"/>
                <a:stretch>
                  <a:fillRect l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AE138339-0406-D3D2-90C7-2D1E00849D4C}"/>
                  </a:ext>
                </a:extLst>
              </p:cNvPr>
              <p:cNvSpPr txBox="1"/>
              <p:nvPr/>
            </p:nvSpPr>
            <p:spPr>
              <a:xfrm>
                <a:off x="11219013" y="2759155"/>
                <a:ext cx="7416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atm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AE138339-0406-D3D2-90C7-2D1E00849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9013" y="2759155"/>
                <a:ext cx="741649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85E60A24-731F-55DB-4468-AC3C17257AD8}"/>
              </a:ext>
            </a:extLst>
          </p:cNvPr>
          <p:cNvGrpSpPr/>
          <p:nvPr/>
        </p:nvGrpSpPr>
        <p:grpSpPr>
          <a:xfrm flipV="1">
            <a:off x="2825495" y="2874137"/>
            <a:ext cx="839650" cy="976522"/>
            <a:chOff x="3217762" y="4486155"/>
            <a:chExt cx="1388962" cy="502534"/>
          </a:xfrm>
        </p:grpSpPr>
        <p:cxnSp>
          <p:nvCxnSpPr>
            <p:cNvPr id="249" name="Straight Arrow Connector 248">
              <a:extLst>
                <a:ext uri="{FF2B5EF4-FFF2-40B4-BE49-F238E27FC236}">
                  <a16:creationId xmlns:a16="http://schemas.microsoft.com/office/drawing/2014/main" id="{A0248A86-96E0-CA08-9B87-34D69CA99CBC}"/>
                </a:ext>
              </a:extLst>
            </p:cNvPr>
            <p:cNvCxnSpPr/>
            <p:nvPr/>
          </p:nvCxnSpPr>
          <p:spPr>
            <a:xfrm flipH="1" flipV="1">
              <a:off x="3217762" y="4803494"/>
              <a:ext cx="1388962" cy="185195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Arrow Connector 249">
              <a:extLst>
                <a:ext uri="{FF2B5EF4-FFF2-40B4-BE49-F238E27FC236}">
                  <a16:creationId xmlns:a16="http://schemas.microsoft.com/office/drawing/2014/main" id="{4C19D00D-4736-0240-A4D5-412E97D1F7FD}"/>
                </a:ext>
              </a:extLst>
            </p:cNvPr>
            <p:cNvCxnSpPr/>
            <p:nvPr/>
          </p:nvCxnSpPr>
          <p:spPr>
            <a:xfrm flipH="1" flipV="1">
              <a:off x="3628663" y="4653023"/>
              <a:ext cx="978061" cy="335666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Arrow Connector 250">
              <a:extLst>
                <a:ext uri="{FF2B5EF4-FFF2-40B4-BE49-F238E27FC236}">
                  <a16:creationId xmlns:a16="http://schemas.microsoft.com/office/drawing/2014/main" id="{6B61A5B9-AFF1-5EFC-FBAE-C0004A51DD66}"/>
                </a:ext>
              </a:extLst>
            </p:cNvPr>
            <p:cNvCxnSpPr/>
            <p:nvPr/>
          </p:nvCxnSpPr>
          <p:spPr>
            <a:xfrm flipH="1" flipV="1">
              <a:off x="3912243" y="4486155"/>
              <a:ext cx="694481" cy="502534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C38C0D8D-4A4C-5D70-6E8F-49DC5962C39D}"/>
              </a:ext>
            </a:extLst>
          </p:cNvPr>
          <p:cNvGrpSpPr/>
          <p:nvPr/>
        </p:nvGrpSpPr>
        <p:grpSpPr>
          <a:xfrm>
            <a:off x="2767939" y="1747462"/>
            <a:ext cx="839650" cy="963715"/>
            <a:chOff x="3217762" y="4486155"/>
            <a:chExt cx="1388962" cy="502534"/>
          </a:xfrm>
        </p:grpSpPr>
        <p:cxnSp>
          <p:nvCxnSpPr>
            <p:cNvPr id="253" name="Straight Arrow Connector 252">
              <a:extLst>
                <a:ext uri="{FF2B5EF4-FFF2-40B4-BE49-F238E27FC236}">
                  <a16:creationId xmlns:a16="http://schemas.microsoft.com/office/drawing/2014/main" id="{38169B65-62FC-13EE-092D-BFAE782CC0FD}"/>
                </a:ext>
              </a:extLst>
            </p:cNvPr>
            <p:cNvCxnSpPr/>
            <p:nvPr/>
          </p:nvCxnSpPr>
          <p:spPr>
            <a:xfrm flipH="1" flipV="1">
              <a:off x="3217762" y="4803494"/>
              <a:ext cx="1388962" cy="185195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Arrow Connector 253">
              <a:extLst>
                <a:ext uri="{FF2B5EF4-FFF2-40B4-BE49-F238E27FC236}">
                  <a16:creationId xmlns:a16="http://schemas.microsoft.com/office/drawing/2014/main" id="{7CCAA63C-1D6C-991C-A5C1-88D99027F810}"/>
                </a:ext>
              </a:extLst>
            </p:cNvPr>
            <p:cNvCxnSpPr/>
            <p:nvPr/>
          </p:nvCxnSpPr>
          <p:spPr>
            <a:xfrm flipH="1" flipV="1">
              <a:off x="3628663" y="4653023"/>
              <a:ext cx="978061" cy="335666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Arrow Connector 254">
              <a:extLst>
                <a:ext uri="{FF2B5EF4-FFF2-40B4-BE49-F238E27FC236}">
                  <a16:creationId xmlns:a16="http://schemas.microsoft.com/office/drawing/2014/main" id="{03D113F3-B4B8-3869-F293-CC7007ACDD94}"/>
                </a:ext>
              </a:extLst>
            </p:cNvPr>
            <p:cNvCxnSpPr/>
            <p:nvPr/>
          </p:nvCxnSpPr>
          <p:spPr>
            <a:xfrm flipH="1" flipV="1">
              <a:off x="3912243" y="4486155"/>
              <a:ext cx="694481" cy="502534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23F0F675-C8BF-0DCC-6542-CCAB5757AFD1}"/>
              </a:ext>
            </a:extLst>
          </p:cNvPr>
          <p:cNvCxnSpPr>
            <a:cxnSpLocks/>
          </p:cNvCxnSpPr>
          <p:nvPr/>
        </p:nvCxnSpPr>
        <p:spPr>
          <a:xfrm flipH="1">
            <a:off x="1697695" y="2804646"/>
            <a:ext cx="1293484" cy="0"/>
          </a:xfrm>
          <a:prstGeom prst="straightConnector1">
            <a:avLst/>
          </a:prstGeom>
          <a:ln w="1270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9DE9EF67-EF93-C53C-2D84-449EA1C8DA7D}"/>
              </a:ext>
            </a:extLst>
          </p:cNvPr>
          <p:cNvCxnSpPr>
            <a:cxnSpLocks/>
          </p:cNvCxnSpPr>
          <p:nvPr/>
        </p:nvCxnSpPr>
        <p:spPr>
          <a:xfrm flipH="1">
            <a:off x="2069439" y="2899685"/>
            <a:ext cx="3314420" cy="0"/>
          </a:xfrm>
          <a:prstGeom prst="straightConnector1">
            <a:avLst/>
          </a:prstGeom>
          <a:ln w="889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Rectangle 257">
            <a:extLst>
              <a:ext uri="{FF2B5EF4-FFF2-40B4-BE49-F238E27FC236}">
                <a16:creationId xmlns:a16="http://schemas.microsoft.com/office/drawing/2014/main" id="{506F0CBA-C6BF-F0B4-D46D-8C2D09F9D4F2}"/>
              </a:ext>
            </a:extLst>
          </p:cNvPr>
          <p:cNvSpPr/>
          <p:nvPr/>
        </p:nvSpPr>
        <p:spPr>
          <a:xfrm>
            <a:off x="4543181" y="2136864"/>
            <a:ext cx="13231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Luz </a:t>
            </a:r>
            <a:r>
              <a:rPr lang="en-US" dirty="0" err="1"/>
              <a:t>incidente</a:t>
            </a:r>
            <a:endParaRPr lang="en-US" dirty="0"/>
          </a:p>
        </p:txBody>
      </p: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C20BDB97-41E6-7273-3090-06705B06364B}"/>
              </a:ext>
            </a:extLst>
          </p:cNvPr>
          <p:cNvCxnSpPr>
            <a:cxnSpLocks/>
          </p:cNvCxnSpPr>
          <p:nvPr/>
        </p:nvCxnSpPr>
        <p:spPr>
          <a:xfrm flipH="1">
            <a:off x="3950247" y="2569151"/>
            <a:ext cx="1433612" cy="0"/>
          </a:xfrm>
          <a:prstGeom prst="straightConnector1">
            <a:avLst/>
          </a:prstGeom>
          <a:ln w="88900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8CB8F6F6-E06F-91BA-C1D2-082CC7A1128B}"/>
              </a:ext>
            </a:extLst>
          </p:cNvPr>
          <p:cNvCxnSpPr>
            <a:cxnSpLocks/>
          </p:cNvCxnSpPr>
          <p:nvPr/>
        </p:nvCxnSpPr>
        <p:spPr>
          <a:xfrm flipH="1">
            <a:off x="3950247" y="2645685"/>
            <a:ext cx="1433612" cy="0"/>
          </a:xfrm>
          <a:prstGeom prst="straightConnector1">
            <a:avLst/>
          </a:prstGeom>
          <a:ln w="889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9232FF29-C548-933F-E84B-2FF71DC45108}"/>
              </a:ext>
            </a:extLst>
          </p:cNvPr>
          <p:cNvCxnSpPr>
            <a:cxnSpLocks/>
          </p:cNvCxnSpPr>
          <p:nvPr/>
        </p:nvCxnSpPr>
        <p:spPr>
          <a:xfrm flipH="1">
            <a:off x="2069439" y="2735311"/>
            <a:ext cx="3314420" cy="0"/>
          </a:xfrm>
          <a:prstGeom prst="straightConnector1">
            <a:avLst/>
          </a:prstGeom>
          <a:ln w="88900">
            <a:solidFill>
              <a:srgbClr val="00B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EC575824-A683-92ED-DEE4-991E2269D3EE}"/>
              </a:ext>
            </a:extLst>
          </p:cNvPr>
          <p:cNvCxnSpPr>
            <a:cxnSpLocks/>
          </p:cNvCxnSpPr>
          <p:nvPr/>
        </p:nvCxnSpPr>
        <p:spPr>
          <a:xfrm flipH="1">
            <a:off x="2069439" y="2813325"/>
            <a:ext cx="3314420" cy="0"/>
          </a:xfrm>
          <a:prstGeom prst="straightConnector1">
            <a:avLst/>
          </a:prstGeom>
          <a:ln w="88900">
            <a:solidFill>
              <a:schemeClr val="accent4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Rectangle 262">
            <a:extLst>
              <a:ext uri="{FF2B5EF4-FFF2-40B4-BE49-F238E27FC236}">
                <a16:creationId xmlns:a16="http://schemas.microsoft.com/office/drawing/2014/main" id="{0932EA3A-46E9-5139-DFEC-9F34DB40A134}"/>
              </a:ext>
            </a:extLst>
          </p:cNvPr>
          <p:cNvSpPr/>
          <p:nvPr/>
        </p:nvSpPr>
        <p:spPr>
          <a:xfrm rot="16200000">
            <a:off x="2453232" y="2378337"/>
            <a:ext cx="2499721" cy="49431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Gases </a:t>
            </a:r>
            <a:r>
              <a:rPr lang="en-US" dirty="0" err="1">
                <a:solidFill>
                  <a:schemeClr val="tx1"/>
                </a:solidFill>
              </a:rPr>
              <a:t>atmosf</a:t>
            </a:r>
            <a:r>
              <a:rPr lang="es-CL" dirty="0">
                <a:solidFill>
                  <a:schemeClr val="tx1"/>
                </a:solidFill>
              </a:rPr>
              <a:t>éricos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11D62A14-DEDF-457E-7884-08C5C56D0A98}"/>
              </a:ext>
            </a:extLst>
          </p:cNvPr>
          <p:cNvSpPr/>
          <p:nvPr/>
        </p:nvSpPr>
        <p:spPr>
          <a:xfrm>
            <a:off x="1145818" y="1932635"/>
            <a:ext cx="14576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/>
              <a:t>Componente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especular</a:t>
            </a:r>
            <a:endParaRPr lang="en-US" dirty="0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72CFE6F0-F388-A430-51C8-5329DB7E24E3}"/>
              </a:ext>
            </a:extLst>
          </p:cNvPr>
          <p:cNvSpPr/>
          <p:nvPr/>
        </p:nvSpPr>
        <p:spPr>
          <a:xfrm>
            <a:off x="1978626" y="3875354"/>
            <a:ext cx="20251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>
                <a:solidFill>
                  <a:srgbClr val="0070C0"/>
                </a:solidFill>
              </a:rPr>
              <a:t>Componente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difusa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266" name="Picture 2" descr="White glowing light burst sun on blue sky Vector Image">
            <a:extLst>
              <a:ext uri="{FF2B5EF4-FFF2-40B4-BE49-F238E27FC236}">
                <a16:creationId xmlns:a16="http://schemas.microsoft.com/office/drawing/2014/main" id="{6A87188F-37F0-EAF9-0EEE-A1A194FACC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98"/>
          <a:stretch/>
        </p:blipFill>
        <p:spPr bwMode="auto">
          <a:xfrm>
            <a:off x="-2855923" y="929167"/>
            <a:ext cx="3571951" cy="354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5884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: Shape 158">
            <a:extLst>
              <a:ext uri="{FF2B5EF4-FFF2-40B4-BE49-F238E27FC236}">
                <a16:creationId xmlns:a16="http://schemas.microsoft.com/office/drawing/2014/main" id="{D53AC804-B3D8-88CE-4FEB-6713B9D598D2}"/>
              </a:ext>
            </a:extLst>
          </p:cNvPr>
          <p:cNvSpPr/>
          <p:nvPr/>
        </p:nvSpPr>
        <p:spPr>
          <a:xfrm>
            <a:off x="4631668" y="2364388"/>
            <a:ext cx="800100" cy="1879169"/>
          </a:xfrm>
          <a:custGeom>
            <a:avLst/>
            <a:gdLst>
              <a:gd name="connsiteX0" fmla="*/ 0 w 800100"/>
              <a:gd name="connsiteY0" fmla="*/ 0 h 1879169"/>
              <a:gd name="connsiteX1" fmla="*/ 800100 w 800100"/>
              <a:gd name="connsiteY1" fmla="*/ 0 h 1879169"/>
              <a:gd name="connsiteX2" fmla="*/ 800100 w 800100"/>
              <a:gd name="connsiteY2" fmla="*/ 1879169 h 1879169"/>
              <a:gd name="connsiteX3" fmla="*/ 0 w 800100"/>
              <a:gd name="connsiteY3" fmla="*/ 1879169 h 187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100" h="1879169">
                <a:moveTo>
                  <a:pt x="0" y="0"/>
                </a:moveTo>
                <a:lnTo>
                  <a:pt x="800100" y="0"/>
                </a:lnTo>
                <a:lnTo>
                  <a:pt x="800100" y="1879169"/>
                </a:lnTo>
                <a:lnTo>
                  <a:pt x="0" y="1879169"/>
                </a:lnTo>
                <a:close/>
              </a:path>
            </a:pathLst>
          </a:custGeom>
          <a:pattFill prst="wdDn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E20B60-09CC-DAEA-D6AB-493EA037CA20}"/>
                  </a:ext>
                </a:extLst>
              </p:cNvPr>
              <p:cNvSpPr txBox="1"/>
              <p:nvPr/>
            </p:nvSpPr>
            <p:spPr>
              <a:xfrm flipH="1">
                <a:off x="3190519" y="2955788"/>
                <a:ext cx="465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E20B60-09CC-DAEA-D6AB-493EA037C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190519" y="2955788"/>
                <a:ext cx="46572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15E79A-0087-E618-5EC4-995EB576ED28}"/>
                  </a:ext>
                </a:extLst>
              </p:cNvPr>
              <p:cNvSpPr txBox="1"/>
              <p:nvPr/>
            </p:nvSpPr>
            <p:spPr>
              <a:xfrm flipH="1">
                <a:off x="6898380" y="3194783"/>
                <a:ext cx="465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15E79A-0087-E618-5EC4-995EB576E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898380" y="3194783"/>
                <a:ext cx="46572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5B5E4E-A916-310D-63A2-B3EAF260BBB9}"/>
                  </a:ext>
                </a:extLst>
              </p:cNvPr>
              <p:cNvSpPr txBox="1"/>
              <p:nvPr/>
            </p:nvSpPr>
            <p:spPr>
              <a:xfrm flipH="1">
                <a:off x="4086135" y="2311125"/>
                <a:ext cx="465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5B5E4E-A916-310D-63A2-B3EAF260B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086135" y="2311125"/>
                <a:ext cx="46572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BDCA92-D4B4-7833-505E-E15E88C29C83}"/>
                  </a:ext>
                </a:extLst>
              </p:cNvPr>
              <p:cNvSpPr txBox="1"/>
              <p:nvPr/>
            </p:nvSpPr>
            <p:spPr>
              <a:xfrm flipH="1">
                <a:off x="5511576" y="2311125"/>
                <a:ext cx="465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BDCA92-D4B4-7833-505E-E15E88C29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11576" y="2311125"/>
                <a:ext cx="46572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2FE4522-917D-2100-FEB0-188387759044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4318997" y="2680457"/>
            <a:ext cx="312671" cy="69210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75087A8-117B-8687-6F70-3ECA91F91535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5431768" y="2680457"/>
            <a:ext cx="312670" cy="69210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D9532C8-CFFC-9FD1-1C02-59EB06FDA031}"/>
              </a:ext>
            </a:extLst>
          </p:cNvPr>
          <p:cNvSpPr/>
          <p:nvPr/>
        </p:nvSpPr>
        <p:spPr>
          <a:xfrm>
            <a:off x="4631668" y="3308350"/>
            <a:ext cx="800100" cy="128418"/>
          </a:xfrm>
          <a:custGeom>
            <a:avLst/>
            <a:gdLst>
              <a:gd name="connsiteX0" fmla="*/ 0 w 4206875"/>
              <a:gd name="connsiteY0" fmla="*/ 482600 h 949325"/>
              <a:gd name="connsiteX1" fmla="*/ 425450 w 4206875"/>
              <a:gd name="connsiteY1" fmla="*/ 479425 h 949325"/>
              <a:gd name="connsiteX2" fmla="*/ 844550 w 4206875"/>
              <a:gd name="connsiteY2" fmla="*/ 0 h 949325"/>
              <a:gd name="connsiteX3" fmla="*/ 1263650 w 4206875"/>
              <a:gd name="connsiteY3" fmla="*/ 939800 h 949325"/>
              <a:gd name="connsiteX4" fmla="*/ 1689100 w 4206875"/>
              <a:gd name="connsiteY4" fmla="*/ 6350 h 949325"/>
              <a:gd name="connsiteX5" fmla="*/ 2114550 w 4206875"/>
              <a:gd name="connsiteY5" fmla="*/ 949325 h 949325"/>
              <a:gd name="connsiteX6" fmla="*/ 2520950 w 4206875"/>
              <a:gd name="connsiteY6" fmla="*/ 0 h 949325"/>
              <a:gd name="connsiteX7" fmla="*/ 2943225 w 4206875"/>
              <a:gd name="connsiteY7" fmla="*/ 942975 h 949325"/>
              <a:gd name="connsiteX8" fmla="*/ 3362325 w 4206875"/>
              <a:gd name="connsiteY8" fmla="*/ 12700 h 949325"/>
              <a:gd name="connsiteX9" fmla="*/ 3594100 w 4206875"/>
              <a:gd name="connsiteY9" fmla="*/ 485775 h 949325"/>
              <a:gd name="connsiteX10" fmla="*/ 4206875 w 4206875"/>
              <a:gd name="connsiteY10" fmla="*/ 473075 h 949325"/>
              <a:gd name="connsiteX0" fmla="*/ 0 w 4206875"/>
              <a:gd name="connsiteY0" fmla="*/ 482600 h 949325"/>
              <a:gd name="connsiteX1" fmla="*/ 615950 w 4206875"/>
              <a:gd name="connsiteY1" fmla="*/ 485775 h 949325"/>
              <a:gd name="connsiteX2" fmla="*/ 844550 w 4206875"/>
              <a:gd name="connsiteY2" fmla="*/ 0 h 949325"/>
              <a:gd name="connsiteX3" fmla="*/ 1263650 w 4206875"/>
              <a:gd name="connsiteY3" fmla="*/ 939800 h 949325"/>
              <a:gd name="connsiteX4" fmla="*/ 1689100 w 4206875"/>
              <a:gd name="connsiteY4" fmla="*/ 6350 h 949325"/>
              <a:gd name="connsiteX5" fmla="*/ 2114550 w 4206875"/>
              <a:gd name="connsiteY5" fmla="*/ 949325 h 949325"/>
              <a:gd name="connsiteX6" fmla="*/ 2520950 w 4206875"/>
              <a:gd name="connsiteY6" fmla="*/ 0 h 949325"/>
              <a:gd name="connsiteX7" fmla="*/ 2943225 w 4206875"/>
              <a:gd name="connsiteY7" fmla="*/ 942975 h 949325"/>
              <a:gd name="connsiteX8" fmla="*/ 3362325 w 4206875"/>
              <a:gd name="connsiteY8" fmla="*/ 12700 h 949325"/>
              <a:gd name="connsiteX9" fmla="*/ 3594100 w 4206875"/>
              <a:gd name="connsiteY9" fmla="*/ 485775 h 949325"/>
              <a:gd name="connsiteX10" fmla="*/ 4206875 w 4206875"/>
              <a:gd name="connsiteY10" fmla="*/ 473075 h 949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6875" h="949325">
                <a:moveTo>
                  <a:pt x="0" y="482600"/>
                </a:moveTo>
                <a:lnTo>
                  <a:pt x="615950" y="485775"/>
                </a:lnTo>
                <a:lnTo>
                  <a:pt x="844550" y="0"/>
                </a:lnTo>
                <a:lnTo>
                  <a:pt x="1263650" y="939800"/>
                </a:lnTo>
                <a:lnTo>
                  <a:pt x="1689100" y="6350"/>
                </a:lnTo>
                <a:lnTo>
                  <a:pt x="2114550" y="949325"/>
                </a:lnTo>
                <a:lnTo>
                  <a:pt x="2520950" y="0"/>
                </a:lnTo>
                <a:lnTo>
                  <a:pt x="2943225" y="942975"/>
                </a:lnTo>
                <a:lnTo>
                  <a:pt x="3362325" y="12700"/>
                </a:lnTo>
                <a:lnTo>
                  <a:pt x="3594100" y="485775"/>
                </a:lnTo>
                <a:lnTo>
                  <a:pt x="4206875" y="473075"/>
                </a:ln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29BA1E19-C365-AC77-7928-03F4C64D430D}"/>
              </a:ext>
            </a:extLst>
          </p:cNvPr>
          <p:cNvSpPr/>
          <p:nvPr/>
        </p:nvSpPr>
        <p:spPr>
          <a:xfrm>
            <a:off x="3556000" y="3308350"/>
            <a:ext cx="1020693" cy="128418"/>
          </a:xfrm>
          <a:custGeom>
            <a:avLst/>
            <a:gdLst>
              <a:gd name="connsiteX0" fmla="*/ 0 w 4206875"/>
              <a:gd name="connsiteY0" fmla="*/ 482600 h 949325"/>
              <a:gd name="connsiteX1" fmla="*/ 425450 w 4206875"/>
              <a:gd name="connsiteY1" fmla="*/ 479425 h 949325"/>
              <a:gd name="connsiteX2" fmla="*/ 844550 w 4206875"/>
              <a:gd name="connsiteY2" fmla="*/ 0 h 949325"/>
              <a:gd name="connsiteX3" fmla="*/ 1263650 w 4206875"/>
              <a:gd name="connsiteY3" fmla="*/ 939800 h 949325"/>
              <a:gd name="connsiteX4" fmla="*/ 1689100 w 4206875"/>
              <a:gd name="connsiteY4" fmla="*/ 6350 h 949325"/>
              <a:gd name="connsiteX5" fmla="*/ 2114550 w 4206875"/>
              <a:gd name="connsiteY5" fmla="*/ 949325 h 949325"/>
              <a:gd name="connsiteX6" fmla="*/ 2520950 w 4206875"/>
              <a:gd name="connsiteY6" fmla="*/ 0 h 949325"/>
              <a:gd name="connsiteX7" fmla="*/ 2943225 w 4206875"/>
              <a:gd name="connsiteY7" fmla="*/ 942975 h 949325"/>
              <a:gd name="connsiteX8" fmla="*/ 3362325 w 4206875"/>
              <a:gd name="connsiteY8" fmla="*/ 12700 h 949325"/>
              <a:gd name="connsiteX9" fmla="*/ 3594100 w 4206875"/>
              <a:gd name="connsiteY9" fmla="*/ 485775 h 949325"/>
              <a:gd name="connsiteX10" fmla="*/ 4206875 w 4206875"/>
              <a:gd name="connsiteY10" fmla="*/ 473075 h 949325"/>
              <a:gd name="connsiteX0" fmla="*/ 0 w 4206875"/>
              <a:gd name="connsiteY0" fmla="*/ 482600 h 949325"/>
              <a:gd name="connsiteX1" fmla="*/ 615950 w 4206875"/>
              <a:gd name="connsiteY1" fmla="*/ 485775 h 949325"/>
              <a:gd name="connsiteX2" fmla="*/ 844550 w 4206875"/>
              <a:gd name="connsiteY2" fmla="*/ 0 h 949325"/>
              <a:gd name="connsiteX3" fmla="*/ 1263650 w 4206875"/>
              <a:gd name="connsiteY3" fmla="*/ 939800 h 949325"/>
              <a:gd name="connsiteX4" fmla="*/ 1689100 w 4206875"/>
              <a:gd name="connsiteY4" fmla="*/ 6350 h 949325"/>
              <a:gd name="connsiteX5" fmla="*/ 2114550 w 4206875"/>
              <a:gd name="connsiteY5" fmla="*/ 949325 h 949325"/>
              <a:gd name="connsiteX6" fmla="*/ 2520950 w 4206875"/>
              <a:gd name="connsiteY6" fmla="*/ 0 h 949325"/>
              <a:gd name="connsiteX7" fmla="*/ 2943225 w 4206875"/>
              <a:gd name="connsiteY7" fmla="*/ 942975 h 949325"/>
              <a:gd name="connsiteX8" fmla="*/ 3362325 w 4206875"/>
              <a:gd name="connsiteY8" fmla="*/ 12700 h 949325"/>
              <a:gd name="connsiteX9" fmla="*/ 3594100 w 4206875"/>
              <a:gd name="connsiteY9" fmla="*/ 485775 h 949325"/>
              <a:gd name="connsiteX10" fmla="*/ 4206875 w 4206875"/>
              <a:gd name="connsiteY10" fmla="*/ 473075 h 949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6875" h="949325">
                <a:moveTo>
                  <a:pt x="0" y="482600"/>
                </a:moveTo>
                <a:lnTo>
                  <a:pt x="615950" y="485775"/>
                </a:lnTo>
                <a:lnTo>
                  <a:pt x="844550" y="0"/>
                </a:lnTo>
                <a:lnTo>
                  <a:pt x="1263650" y="939800"/>
                </a:lnTo>
                <a:lnTo>
                  <a:pt x="1689100" y="6350"/>
                </a:lnTo>
                <a:lnTo>
                  <a:pt x="2114550" y="949325"/>
                </a:lnTo>
                <a:lnTo>
                  <a:pt x="2520950" y="0"/>
                </a:lnTo>
                <a:lnTo>
                  <a:pt x="2943225" y="942975"/>
                </a:lnTo>
                <a:lnTo>
                  <a:pt x="3362325" y="12700"/>
                </a:lnTo>
                <a:lnTo>
                  <a:pt x="3594100" y="485775"/>
                </a:lnTo>
                <a:lnTo>
                  <a:pt x="4206875" y="473075"/>
                </a:lnTo>
              </a:path>
            </a:pathLst>
          </a:custGeom>
          <a:noFill/>
          <a:ln w="38100">
            <a:solidFill>
              <a:schemeClr val="tx1"/>
            </a:solidFill>
            <a:head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BA89273D-99F0-D2F0-0477-1026F9215B9E}"/>
              </a:ext>
            </a:extLst>
          </p:cNvPr>
          <p:cNvSpPr/>
          <p:nvPr/>
        </p:nvSpPr>
        <p:spPr>
          <a:xfrm>
            <a:off x="5744438" y="3572770"/>
            <a:ext cx="836004" cy="128418"/>
          </a:xfrm>
          <a:custGeom>
            <a:avLst/>
            <a:gdLst>
              <a:gd name="connsiteX0" fmla="*/ 0 w 4206875"/>
              <a:gd name="connsiteY0" fmla="*/ 482600 h 949325"/>
              <a:gd name="connsiteX1" fmla="*/ 425450 w 4206875"/>
              <a:gd name="connsiteY1" fmla="*/ 479425 h 949325"/>
              <a:gd name="connsiteX2" fmla="*/ 844550 w 4206875"/>
              <a:gd name="connsiteY2" fmla="*/ 0 h 949325"/>
              <a:gd name="connsiteX3" fmla="*/ 1263650 w 4206875"/>
              <a:gd name="connsiteY3" fmla="*/ 939800 h 949325"/>
              <a:gd name="connsiteX4" fmla="*/ 1689100 w 4206875"/>
              <a:gd name="connsiteY4" fmla="*/ 6350 h 949325"/>
              <a:gd name="connsiteX5" fmla="*/ 2114550 w 4206875"/>
              <a:gd name="connsiteY5" fmla="*/ 949325 h 949325"/>
              <a:gd name="connsiteX6" fmla="*/ 2520950 w 4206875"/>
              <a:gd name="connsiteY6" fmla="*/ 0 h 949325"/>
              <a:gd name="connsiteX7" fmla="*/ 2943225 w 4206875"/>
              <a:gd name="connsiteY7" fmla="*/ 942975 h 949325"/>
              <a:gd name="connsiteX8" fmla="*/ 3362325 w 4206875"/>
              <a:gd name="connsiteY8" fmla="*/ 12700 h 949325"/>
              <a:gd name="connsiteX9" fmla="*/ 3594100 w 4206875"/>
              <a:gd name="connsiteY9" fmla="*/ 485775 h 949325"/>
              <a:gd name="connsiteX10" fmla="*/ 4206875 w 4206875"/>
              <a:gd name="connsiteY10" fmla="*/ 473075 h 949325"/>
              <a:gd name="connsiteX0" fmla="*/ 0 w 4206875"/>
              <a:gd name="connsiteY0" fmla="*/ 482600 h 949325"/>
              <a:gd name="connsiteX1" fmla="*/ 615950 w 4206875"/>
              <a:gd name="connsiteY1" fmla="*/ 485775 h 949325"/>
              <a:gd name="connsiteX2" fmla="*/ 844550 w 4206875"/>
              <a:gd name="connsiteY2" fmla="*/ 0 h 949325"/>
              <a:gd name="connsiteX3" fmla="*/ 1263650 w 4206875"/>
              <a:gd name="connsiteY3" fmla="*/ 939800 h 949325"/>
              <a:gd name="connsiteX4" fmla="*/ 1689100 w 4206875"/>
              <a:gd name="connsiteY4" fmla="*/ 6350 h 949325"/>
              <a:gd name="connsiteX5" fmla="*/ 2114550 w 4206875"/>
              <a:gd name="connsiteY5" fmla="*/ 949325 h 949325"/>
              <a:gd name="connsiteX6" fmla="*/ 2520950 w 4206875"/>
              <a:gd name="connsiteY6" fmla="*/ 0 h 949325"/>
              <a:gd name="connsiteX7" fmla="*/ 2943225 w 4206875"/>
              <a:gd name="connsiteY7" fmla="*/ 942975 h 949325"/>
              <a:gd name="connsiteX8" fmla="*/ 3362325 w 4206875"/>
              <a:gd name="connsiteY8" fmla="*/ 12700 h 949325"/>
              <a:gd name="connsiteX9" fmla="*/ 3594100 w 4206875"/>
              <a:gd name="connsiteY9" fmla="*/ 485775 h 949325"/>
              <a:gd name="connsiteX10" fmla="*/ 4206875 w 4206875"/>
              <a:gd name="connsiteY10" fmla="*/ 473075 h 949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6875" h="949325">
                <a:moveTo>
                  <a:pt x="0" y="482600"/>
                </a:moveTo>
                <a:lnTo>
                  <a:pt x="615950" y="485775"/>
                </a:lnTo>
                <a:lnTo>
                  <a:pt x="844550" y="0"/>
                </a:lnTo>
                <a:lnTo>
                  <a:pt x="1263650" y="939800"/>
                </a:lnTo>
                <a:lnTo>
                  <a:pt x="1689100" y="6350"/>
                </a:lnTo>
                <a:lnTo>
                  <a:pt x="2114550" y="949325"/>
                </a:lnTo>
                <a:lnTo>
                  <a:pt x="2520950" y="0"/>
                </a:lnTo>
                <a:lnTo>
                  <a:pt x="2943225" y="942975"/>
                </a:lnTo>
                <a:lnTo>
                  <a:pt x="3362325" y="12700"/>
                </a:lnTo>
                <a:lnTo>
                  <a:pt x="3594100" y="485775"/>
                </a:lnTo>
                <a:lnTo>
                  <a:pt x="4206875" y="473075"/>
                </a:lnTo>
              </a:path>
            </a:pathLst>
          </a:custGeom>
          <a:noFill/>
          <a:ln w="38100">
            <a:solidFill>
              <a:schemeClr val="tx1"/>
            </a:solidFill>
            <a:head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6316BB69-9FF6-5FB9-92A4-0849CA7DB855}"/>
              </a:ext>
            </a:extLst>
          </p:cNvPr>
          <p:cNvSpPr/>
          <p:nvPr/>
        </p:nvSpPr>
        <p:spPr>
          <a:xfrm>
            <a:off x="5744438" y="3108349"/>
            <a:ext cx="836004" cy="128418"/>
          </a:xfrm>
          <a:custGeom>
            <a:avLst/>
            <a:gdLst>
              <a:gd name="connsiteX0" fmla="*/ 0 w 4206875"/>
              <a:gd name="connsiteY0" fmla="*/ 482600 h 949325"/>
              <a:gd name="connsiteX1" fmla="*/ 425450 w 4206875"/>
              <a:gd name="connsiteY1" fmla="*/ 479425 h 949325"/>
              <a:gd name="connsiteX2" fmla="*/ 844550 w 4206875"/>
              <a:gd name="connsiteY2" fmla="*/ 0 h 949325"/>
              <a:gd name="connsiteX3" fmla="*/ 1263650 w 4206875"/>
              <a:gd name="connsiteY3" fmla="*/ 939800 h 949325"/>
              <a:gd name="connsiteX4" fmla="*/ 1689100 w 4206875"/>
              <a:gd name="connsiteY4" fmla="*/ 6350 h 949325"/>
              <a:gd name="connsiteX5" fmla="*/ 2114550 w 4206875"/>
              <a:gd name="connsiteY5" fmla="*/ 949325 h 949325"/>
              <a:gd name="connsiteX6" fmla="*/ 2520950 w 4206875"/>
              <a:gd name="connsiteY6" fmla="*/ 0 h 949325"/>
              <a:gd name="connsiteX7" fmla="*/ 2943225 w 4206875"/>
              <a:gd name="connsiteY7" fmla="*/ 942975 h 949325"/>
              <a:gd name="connsiteX8" fmla="*/ 3362325 w 4206875"/>
              <a:gd name="connsiteY8" fmla="*/ 12700 h 949325"/>
              <a:gd name="connsiteX9" fmla="*/ 3594100 w 4206875"/>
              <a:gd name="connsiteY9" fmla="*/ 485775 h 949325"/>
              <a:gd name="connsiteX10" fmla="*/ 4206875 w 4206875"/>
              <a:gd name="connsiteY10" fmla="*/ 473075 h 949325"/>
              <a:gd name="connsiteX0" fmla="*/ 0 w 4206875"/>
              <a:gd name="connsiteY0" fmla="*/ 482600 h 949325"/>
              <a:gd name="connsiteX1" fmla="*/ 615950 w 4206875"/>
              <a:gd name="connsiteY1" fmla="*/ 485775 h 949325"/>
              <a:gd name="connsiteX2" fmla="*/ 844550 w 4206875"/>
              <a:gd name="connsiteY2" fmla="*/ 0 h 949325"/>
              <a:gd name="connsiteX3" fmla="*/ 1263650 w 4206875"/>
              <a:gd name="connsiteY3" fmla="*/ 939800 h 949325"/>
              <a:gd name="connsiteX4" fmla="*/ 1689100 w 4206875"/>
              <a:gd name="connsiteY4" fmla="*/ 6350 h 949325"/>
              <a:gd name="connsiteX5" fmla="*/ 2114550 w 4206875"/>
              <a:gd name="connsiteY5" fmla="*/ 949325 h 949325"/>
              <a:gd name="connsiteX6" fmla="*/ 2520950 w 4206875"/>
              <a:gd name="connsiteY6" fmla="*/ 0 h 949325"/>
              <a:gd name="connsiteX7" fmla="*/ 2943225 w 4206875"/>
              <a:gd name="connsiteY7" fmla="*/ 942975 h 949325"/>
              <a:gd name="connsiteX8" fmla="*/ 3362325 w 4206875"/>
              <a:gd name="connsiteY8" fmla="*/ 12700 h 949325"/>
              <a:gd name="connsiteX9" fmla="*/ 3594100 w 4206875"/>
              <a:gd name="connsiteY9" fmla="*/ 485775 h 949325"/>
              <a:gd name="connsiteX10" fmla="*/ 4206875 w 4206875"/>
              <a:gd name="connsiteY10" fmla="*/ 473075 h 949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6875" h="949325">
                <a:moveTo>
                  <a:pt x="0" y="482600"/>
                </a:moveTo>
                <a:lnTo>
                  <a:pt x="615950" y="485775"/>
                </a:lnTo>
                <a:lnTo>
                  <a:pt x="844550" y="0"/>
                </a:lnTo>
                <a:lnTo>
                  <a:pt x="1263650" y="939800"/>
                </a:lnTo>
                <a:lnTo>
                  <a:pt x="1689100" y="6350"/>
                </a:lnTo>
                <a:lnTo>
                  <a:pt x="2114550" y="949325"/>
                </a:lnTo>
                <a:lnTo>
                  <a:pt x="2520950" y="0"/>
                </a:lnTo>
                <a:lnTo>
                  <a:pt x="2943225" y="942975"/>
                </a:lnTo>
                <a:lnTo>
                  <a:pt x="3362325" y="12700"/>
                </a:lnTo>
                <a:lnTo>
                  <a:pt x="3594100" y="485775"/>
                </a:lnTo>
                <a:lnTo>
                  <a:pt x="4206875" y="473075"/>
                </a:lnTo>
              </a:path>
            </a:pathLst>
          </a:custGeom>
          <a:noFill/>
          <a:ln w="38100">
            <a:solidFill>
              <a:schemeClr val="tx1"/>
            </a:solidFill>
            <a:head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EFC6C58-019F-610F-88F9-D1D352CD7AF6}"/>
              </a:ext>
            </a:extLst>
          </p:cNvPr>
          <p:cNvCxnSpPr>
            <a:cxnSpLocks/>
            <a:stCxn id="45" idx="0"/>
          </p:cNvCxnSpPr>
          <p:nvPr/>
        </p:nvCxnSpPr>
        <p:spPr>
          <a:xfrm flipH="1">
            <a:off x="5431768" y="3173632"/>
            <a:ext cx="312670" cy="1989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8B689DC-6F74-1669-1BED-97D85B11BE72}"/>
              </a:ext>
            </a:extLst>
          </p:cNvPr>
          <p:cNvCxnSpPr>
            <a:cxnSpLocks/>
            <a:stCxn id="44" idx="0"/>
          </p:cNvCxnSpPr>
          <p:nvPr/>
        </p:nvCxnSpPr>
        <p:spPr>
          <a:xfrm flipH="1" flipV="1">
            <a:off x="5431768" y="3372559"/>
            <a:ext cx="312670" cy="2654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67475E9-19EA-5B18-32D1-8193FB291D18}"/>
              </a:ext>
            </a:extLst>
          </p:cNvPr>
          <p:cNvCxnSpPr>
            <a:cxnSpLocks/>
            <a:stCxn id="45" idx="10"/>
            <a:endCxn id="5" idx="3"/>
          </p:cNvCxnSpPr>
          <p:nvPr/>
        </p:nvCxnSpPr>
        <p:spPr>
          <a:xfrm>
            <a:off x="6580442" y="3172343"/>
            <a:ext cx="317938" cy="2071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8A32691-B647-60F3-402C-039D51364FCF}"/>
              </a:ext>
            </a:extLst>
          </p:cNvPr>
          <p:cNvCxnSpPr>
            <a:cxnSpLocks/>
            <a:stCxn id="44" idx="10"/>
            <a:endCxn id="5" idx="3"/>
          </p:cNvCxnSpPr>
          <p:nvPr/>
        </p:nvCxnSpPr>
        <p:spPr>
          <a:xfrm flipV="1">
            <a:off x="6580442" y="3379449"/>
            <a:ext cx="317938" cy="257315"/>
          </a:xfrm>
          <a:prstGeom prst="line">
            <a:avLst/>
          </a:prstGeom>
          <a:ln w="3810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6A1A025-A835-D550-EFD9-0F20BA7EFC72}"/>
                  </a:ext>
                </a:extLst>
              </p:cNvPr>
              <p:cNvSpPr txBox="1"/>
              <p:nvPr/>
            </p:nvSpPr>
            <p:spPr>
              <a:xfrm flipH="1">
                <a:off x="4770984" y="2939018"/>
                <a:ext cx="465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f>
                        <m:fPr>
                          <m:type m:val="lin"/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6A1A025-A835-D550-EFD9-0F20BA7EF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770984" y="2939018"/>
                <a:ext cx="465725" cy="369332"/>
              </a:xfrm>
              <a:prstGeom prst="rect">
                <a:avLst/>
              </a:prstGeom>
              <a:blipFill>
                <a:blip r:embed="rId6"/>
                <a:stretch>
                  <a:fillRect l="-50000" t="-116393" r="-90789" b="-175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3782E6D-5D57-1E3B-1EDC-C63FCBE3B4CC}"/>
                  </a:ext>
                </a:extLst>
              </p:cNvPr>
              <p:cNvSpPr txBox="1"/>
              <p:nvPr/>
            </p:nvSpPr>
            <p:spPr>
              <a:xfrm flipH="1">
                <a:off x="5701221" y="3715452"/>
                <a:ext cx="1035522" cy="378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lin"/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3782E6D-5D57-1E3B-1EDC-C63FCBE3B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701221" y="3715452"/>
                <a:ext cx="1035522" cy="378630"/>
              </a:xfrm>
              <a:prstGeom prst="rect">
                <a:avLst/>
              </a:prstGeom>
              <a:blipFill>
                <a:blip r:embed="rId7"/>
                <a:stretch>
                  <a:fillRect l="-17647" t="-111111" r="-5294" b="-168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919BC4C5-2160-57BB-FCC1-1C792AACFE1A}"/>
                  </a:ext>
                </a:extLst>
              </p:cNvPr>
              <p:cNvSpPr txBox="1"/>
              <p:nvPr/>
            </p:nvSpPr>
            <p:spPr>
              <a:xfrm flipH="1">
                <a:off x="5701221" y="2700390"/>
                <a:ext cx="1035522" cy="378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lin"/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919BC4C5-2160-57BB-FCC1-1C792AACF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701221" y="2700390"/>
                <a:ext cx="1035522" cy="378630"/>
              </a:xfrm>
              <a:prstGeom prst="rect">
                <a:avLst/>
              </a:prstGeom>
              <a:blipFill>
                <a:blip r:embed="rId8"/>
                <a:stretch>
                  <a:fillRect l="-17647" t="-112903" r="-5294" b="-17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ECB34C45-C997-F586-313C-903E9465219A}"/>
                  </a:ext>
                </a:extLst>
              </p:cNvPr>
              <p:cNvSpPr txBox="1"/>
              <p:nvPr/>
            </p:nvSpPr>
            <p:spPr>
              <a:xfrm flipH="1">
                <a:off x="3568374" y="3447449"/>
                <a:ext cx="1035522" cy="378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lin"/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ECB34C45-C997-F586-313C-903E94652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568374" y="3447449"/>
                <a:ext cx="1035522" cy="378630"/>
              </a:xfrm>
              <a:prstGeom prst="rect">
                <a:avLst/>
              </a:prstGeom>
              <a:blipFill>
                <a:blip r:embed="rId9"/>
                <a:stretch>
                  <a:fillRect l="-15882" t="-112903" r="-7059" b="-17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1031747B-20D9-DD9D-B1E5-BB8B36C7F149}"/>
              </a:ext>
            </a:extLst>
          </p:cNvPr>
          <p:cNvCxnSpPr>
            <a:cxnSpLocks/>
            <a:stCxn id="159" idx="1"/>
            <a:endCxn id="159" idx="2"/>
          </p:cNvCxnSpPr>
          <p:nvPr/>
        </p:nvCxnSpPr>
        <p:spPr>
          <a:xfrm>
            <a:off x="5431768" y="2364388"/>
            <a:ext cx="0" cy="1879169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E3588501-1E46-9E54-221E-041C23A9A2ED}"/>
              </a:ext>
            </a:extLst>
          </p:cNvPr>
          <p:cNvCxnSpPr>
            <a:cxnSpLocks/>
            <a:stCxn id="159" idx="0"/>
            <a:endCxn id="159" idx="3"/>
          </p:cNvCxnSpPr>
          <p:nvPr/>
        </p:nvCxnSpPr>
        <p:spPr>
          <a:xfrm>
            <a:off x="4631668" y="2364388"/>
            <a:ext cx="0" cy="1879169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5133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: Shape 158">
            <a:extLst>
              <a:ext uri="{FF2B5EF4-FFF2-40B4-BE49-F238E27FC236}">
                <a16:creationId xmlns:a16="http://schemas.microsoft.com/office/drawing/2014/main" id="{D53AC804-B3D8-88CE-4FEB-6713B9D598D2}"/>
              </a:ext>
            </a:extLst>
          </p:cNvPr>
          <p:cNvSpPr/>
          <p:nvPr/>
        </p:nvSpPr>
        <p:spPr>
          <a:xfrm>
            <a:off x="8920090" y="1669189"/>
            <a:ext cx="800100" cy="3121512"/>
          </a:xfrm>
          <a:custGeom>
            <a:avLst/>
            <a:gdLst>
              <a:gd name="connsiteX0" fmla="*/ 0 w 800100"/>
              <a:gd name="connsiteY0" fmla="*/ 0 h 1879169"/>
              <a:gd name="connsiteX1" fmla="*/ 800100 w 800100"/>
              <a:gd name="connsiteY1" fmla="*/ 0 h 1879169"/>
              <a:gd name="connsiteX2" fmla="*/ 800100 w 800100"/>
              <a:gd name="connsiteY2" fmla="*/ 1879169 h 1879169"/>
              <a:gd name="connsiteX3" fmla="*/ 0 w 800100"/>
              <a:gd name="connsiteY3" fmla="*/ 1879169 h 187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100" h="1879169">
                <a:moveTo>
                  <a:pt x="0" y="0"/>
                </a:moveTo>
                <a:lnTo>
                  <a:pt x="800100" y="0"/>
                </a:lnTo>
                <a:lnTo>
                  <a:pt x="800100" y="1879169"/>
                </a:lnTo>
                <a:lnTo>
                  <a:pt x="0" y="1879169"/>
                </a:lnTo>
                <a:close/>
              </a:path>
            </a:pathLst>
          </a:custGeom>
          <a:pattFill prst="wdDnDiag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E20B60-09CC-DAEA-D6AB-493EA037CA20}"/>
                  </a:ext>
                </a:extLst>
              </p:cNvPr>
              <p:cNvSpPr txBox="1"/>
              <p:nvPr/>
            </p:nvSpPr>
            <p:spPr>
              <a:xfrm flipH="1">
                <a:off x="6096000" y="2846652"/>
                <a:ext cx="4657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E20B60-09CC-DAEA-D6AB-493EA037C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96000" y="2846652"/>
                <a:ext cx="465725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15E79A-0087-E618-5EC4-995EB576ED28}"/>
                  </a:ext>
                </a:extLst>
              </p:cNvPr>
              <p:cNvSpPr txBox="1"/>
              <p:nvPr/>
            </p:nvSpPr>
            <p:spPr>
              <a:xfrm flipH="1">
                <a:off x="11186802" y="3120755"/>
                <a:ext cx="4657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15E79A-0087-E618-5EC4-995EB576E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186802" y="3120755"/>
                <a:ext cx="46572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5B5E4E-A916-310D-63A2-B3EAF260BBB9}"/>
                  </a:ext>
                </a:extLst>
              </p:cNvPr>
              <p:cNvSpPr txBox="1"/>
              <p:nvPr/>
            </p:nvSpPr>
            <p:spPr>
              <a:xfrm flipH="1">
                <a:off x="7015412" y="2268541"/>
                <a:ext cx="4291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CL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𝑤𝑖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5B5E4E-A916-310D-63A2-B3EAF260B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15412" y="2268541"/>
                <a:ext cx="429125" cy="400110"/>
              </a:xfrm>
              <a:prstGeom prst="rect">
                <a:avLst/>
              </a:prstGeom>
              <a:blipFill>
                <a:blip r:embed="rId4"/>
                <a:stretch>
                  <a:fillRect r="-17143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BDCA92-D4B4-7833-505E-E15E88C29C83}"/>
                  </a:ext>
                </a:extLst>
              </p:cNvPr>
              <p:cNvSpPr txBox="1"/>
              <p:nvPr/>
            </p:nvSpPr>
            <p:spPr>
              <a:xfrm flipH="1">
                <a:off x="9799998" y="1977992"/>
                <a:ext cx="4657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b>
                        <m:sSubPr>
                          <m:ctrlPr>
                            <a:rPr lang="es-CL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𝑤𝑜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BDCA92-D4B4-7833-505E-E15E88C29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799998" y="1977992"/>
                <a:ext cx="465725" cy="400110"/>
              </a:xfrm>
              <a:prstGeom prst="rect">
                <a:avLst/>
              </a:prstGeom>
              <a:blipFill>
                <a:blip r:embed="rId5"/>
                <a:stretch>
                  <a:fillRect r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2FE4522-917D-2100-FEB0-188387759044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7229973" y="2668651"/>
            <a:ext cx="330972" cy="62988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75087A8-117B-8687-6F70-3ECA91F91535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9716100" y="2378102"/>
            <a:ext cx="316761" cy="91935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D9532C8-CFFC-9FD1-1C02-59EB06FDA031}"/>
              </a:ext>
            </a:extLst>
          </p:cNvPr>
          <p:cNvSpPr/>
          <p:nvPr/>
        </p:nvSpPr>
        <p:spPr>
          <a:xfrm>
            <a:off x="8920091" y="3234321"/>
            <a:ext cx="800100" cy="128418"/>
          </a:xfrm>
          <a:custGeom>
            <a:avLst/>
            <a:gdLst>
              <a:gd name="connsiteX0" fmla="*/ 0 w 4206875"/>
              <a:gd name="connsiteY0" fmla="*/ 482600 h 949325"/>
              <a:gd name="connsiteX1" fmla="*/ 425450 w 4206875"/>
              <a:gd name="connsiteY1" fmla="*/ 479425 h 949325"/>
              <a:gd name="connsiteX2" fmla="*/ 844550 w 4206875"/>
              <a:gd name="connsiteY2" fmla="*/ 0 h 949325"/>
              <a:gd name="connsiteX3" fmla="*/ 1263650 w 4206875"/>
              <a:gd name="connsiteY3" fmla="*/ 939800 h 949325"/>
              <a:gd name="connsiteX4" fmla="*/ 1689100 w 4206875"/>
              <a:gd name="connsiteY4" fmla="*/ 6350 h 949325"/>
              <a:gd name="connsiteX5" fmla="*/ 2114550 w 4206875"/>
              <a:gd name="connsiteY5" fmla="*/ 949325 h 949325"/>
              <a:gd name="connsiteX6" fmla="*/ 2520950 w 4206875"/>
              <a:gd name="connsiteY6" fmla="*/ 0 h 949325"/>
              <a:gd name="connsiteX7" fmla="*/ 2943225 w 4206875"/>
              <a:gd name="connsiteY7" fmla="*/ 942975 h 949325"/>
              <a:gd name="connsiteX8" fmla="*/ 3362325 w 4206875"/>
              <a:gd name="connsiteY8" fmla="*/ 12700 h 949325"/>
              <a:gd name="connsiteX9" fmla="*/ 3594100 w 4206875"/>
              <a:gd name="connsiteY9" fmla="*/ 485775 h 949325"/>
              <a:gd name="connsiteX10" fmla="*/ 4206875 w 4206875"/>
              <a:gd name="connsiteY10" fmla="*/ 473075 h 949325"/>
              <a:gd name="connsiteX0" fmla="*/ 0 w 4206875"/>
              <a:gd name="connsiteY0" fmla="*/ 482600 h 949325"/>
              <a:gd name="connsiteX1" fmla="*/ 615950 w 4206875"/>
              <a:gd name="connsiteY1" fmla="*/ 485775 h 949325"/>
              <a:gd name="connsiteX2" fmla="*/ 844550 w 4206875"/>
              <a:gd name="connsiteY2" fmla="*/ 0 h 949325"/>
              <a:gd name="connsiteX3" fmla="*/ 1263650 w 4206875"/>
              <a:gd name="connsiteY3" fmla="*/ 939800 h 949325"/>
              <a:gd name="connsiteX4" fmla="*/ 1689100 w 4206875"/>
              <a:gd name="connsiteY4" fmla="*/ 6350 h 949325"/>
              <a:gd name="connsiteX5" fmla="*/ 2114550 w 4206875"/>
              <a:gd name="connsiteY5" fmla="*/ 949325 h 949325"/>
              <a:gd name="connsiteX6" fmla="*/ 2520950 w 4206875"/>
              <a:gd name="connsiteY6" fmla="*/ 0 h 949325"/>
              <a:gd name="connsiteX7" fmla="*/ 2943225 w 4206875"/>
              <a:gd name="connsiteY7" fmla="*/ 942975 h 949325"/>
              <a:gd name="connsiteX8" fmla="*/ 3362325 w 4206875"/>
              <a:gd name="connsiteY8" fmla="*/ 12700 h 949325"/>
              <a:gd name="connsiteX9" fmla="*/ 3594100 w 4206875"/>
              <a:gd name="connsiteY9" fmla="*/ 485775 h 949325"/>
              <a:gd name="connsiteX10" fmla="*/ 4206875 w 4206875"/>
              <a:gd name="connsiteY10" fmla="*/ 473075 h 949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6875" h="949325">
                <a:moveTo>
                  <a:pt x="0" y="482600"/>
                </a:moveTo>
                <a:lnTo>
                  <a:pt x="615950" y="485775"/>
                </a:lnTo>
                <a:lnTo>
                  <a:pt x="844550" y="0"/>
                </a:lnTo>
                <a:lnTo>
                  <a:pt x="1263650" y="939800"/>
                </a:lnTo>
                <a:lnTo>
                  <a:pt x="1689100" y="6350"/>
                </a:lnTo>
                <a:lnTo>
                  <a:pt x="2114550" y="949325"/>
                </a:lnTo>
                <a:lnTo>
                  <a:pt x="2520950" y="0"/>
                </a:lnTo>
                <a:lnTo>
                  <a:pt x="2943225" y="942975"/>
                </a:lnTo>
                <a:lnTo>
                  <a:pt x="3362325" y="12700"/>
                </a:lnTo>
                <a:lnTo>
                  <a:pt x="3594100" y="485775"/>
                </a:lnTo>
                <a:lnTo>
                  <a:pt x="4206875" y="473075"/>
                </a:ln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29BA1E19-C365-AC77-7928-03F4C64D430D}"/>
              </a:ext>
            </a:extLst>
          </p:cNvPr>
          <p:cNvSpPr/>
          <p:nvPr/>
        </p:nvSpPr>
        <p:spPr>
          <a:xfrm>
            <a:off x="6485276" y="3234321"/>
            <a:ext cx="1020693" cy="128418"/>
          </a:xfrm>
          <a:custGeom>
            <a:avLst/>
            <a:gdLst>
              <a:gd name="connsiteX0" fmla="*/ 0 w 4206875"/>
              <a:gd name="connsiteY0" fmla="*/ 482600 h 949325"/>
              <a:gd name="connsiteX1" fmla="*/ 425450 w 4206875"/>
              <a:gd name="connsiteY1" fmla="*/ 479425 h 949325"/>
              <a:gd name="connsiteX2" fmla="*/ 844550 w 4206875"/>
              <a:gd name="connsiteY2" fmla="*/ 0 h 949325"/>
              <a:gd name="connsiteX3" fmla="*/ 1263650 w 4206875"/>
              <a:gd name="connsiteY3" fmla="*/ 939800 h 949325"/>
              <a:gd name="connsiteX4" fmla="*/ 1689100 w 4206875"/>
              <a:gd name="connsiteY4" fmla="*/ 6350 h 949325"/>
              <a:gd name="connsiteX5" fmla="*/ 2114550 w 4206875"/>
              <a:gd name="connsiteY5" fmla="*/ 949325 h 949325"/>
              <a:gd name="connsiteX6" fmla="*/ 2520950 w 4206875"/>
              <a:gd name="connsiteY6" fmla="*/ 0 h 949325"/>
              <a:gd name="connsiteX7" fmla="*/ 2943225 w 4206875"/>
              <a:gd name="connsiteY7" fmla="*/ 942975 h 949325"/>
              <a:gd name="connsiteX8" fmla="*/ 3362325 w 4206875"/>
              <a:gd name="connsiteY8" fmla="*/ 12700 h 949325"/>
              <a:gd name="connsiteX9" fmla="*/ 3594100 w 4206875"/>
              <a:gd name="connsiteY9" fmla="*/ 485775 h 949325"/>
              <a:gd name="connsiteX10" fmla="*/ 4206875 w 4206875"/>
              <a:gd name="connsiteY10" fmla="*/ 473075 h 949325"/>
              <a:gd name="connsiteX0" fmla="*/ 0 w 4206875"/>
              <a:gd name="connsiteY0" fmla="*/ 482600 h 949325"/>
              <a:gd name="connsiteX1" fmla="*/ 615950 w 4206875"/>
              <a:gd name="connsiteY1" fmla="*/ 485775 h 949325"/>
              <a:gd name="connsiteX2" fmla="*/ 844550 w 4206875"/>
              <a:gd name="connsiteY2" fmla="*/ 0 h 949325"/>
              <a:gd name="connsiteX3" fmla="*/ 1263650 w 4206875"/>
              <a:gd name="connsiteY3" fmla="*/ 939800 h 949325"/>
              <a:gd name="connsiteX4" fmla="*/ 1689100 w 4206875"/>
              <a:gd name="connsiteY4" fmla="*/ 6350 h 949325"/>
              <a:gd name="connsiteX5" fmla="*/ 2114550 w 4206875"/>
              <a:gd name="connsiteY5" fmla="*/ 949325 h 949325"/>
              <a:gd name="connsiteX6" fmla="*/ 2520950 w 4206875"/>
              <a:gd name="connsiteY6" fmla="*/ 0 h 949325"/>
              <a:gd name="connsiteX7" fmla="*/ 2943225 w 4206875"/>
              <a:gd name="connsiteY7" fmla="*/ 942975 h 949325"/>
              <a:gd name="connsiteX8" fmla="*/ 3362325 w 4206875"/>
              <a:gd name="connsiteY8" fmla="*/ 12700 h 949325"/>
              <a:gd name="connsiteX9" fmla="*/ 3594100 w 4206875"/>
              <a:gd name="connsiteY9" fmla="*/ 485775 h 949325"/>
              <a:gd name="connsiteX10" fmla="*/ 4206875 w 4206875"/>
              <a:gd name="connsiteY10" fmla="*/ 473075 h 949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6875" h="949325">
                <a:moveTo>
                  <a:pt x="0" y="482600"/>
                </a:moveTo>
                <a:lnTo>
                  <a:pt x="615950" y="485775"/>
                </a:lnTo>
                <a:lnTo>
                  <a:pt x="844550" y="0"/>
                </a:lnTo>
                <a:lnTo>
                  <a:pt x="1263650" y="939800"/>
                </a:lnTo>
                <a:lnTo>
                  <a:pt x="1689100" y="6350"/>
                </a:lnTo>
                <a:lnTo>
                  <a:pt x="2114550" y="949325"/>
                </a:lnTo>
                <a:lnTo>
                  <a:pt x="2520950" y="0"/>
                </a:lnTo>
                <a:lnTo>
                  <a:pt x="2943225" y="942975"/>
                </a:lnTo>
                <a:lnTo>
                  <a:pt x="3362325" y="12700"/>
                </a:lnTo>
                <a:lnTo>
                  <a:pt x="3594100" y="485775"/>
                </a:lnTo>
                <a:lnTo>
                  <a:pt x="4206875" y="473075"/>
                </a:lnTo>
              </a:path>
            </a:pathLst>
          </a:custGeom>
          <a:noFill/>
          <a:ln w="38100">
            <a:solidFill>
              <a:schemeClr val="tx1"/>
            </a:solidFill>
            <a:head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BA89273D-99F0-D2F0-0477-1026F9215B9E}"/>
              </a:ext>
            </a:extLst>
          </p:cNvPr>
          <p:cNvSpPr/>
          <p:nvPr/>
        </p:nvSpPr>
        <p:spPr>
          <a:xfrm>
            <a:off x="10032861" y="3498742"/>
            <a:ext cx="836003" cy="128418"/>
          </a:xfrm>
          <a:custGeom>
            <a:avLst/>
            <a:gdLst>
              <a:gd name="connsiteX0" fmla="*/ 0 w 4206875"/>
              <a:gd name="connsiteY0" fmla="*/ 482600 h 949325"/>
              <a:gd name="connsiteX1" fmla="*/ 425450 w 4206875"/>
              <a:gd name="connsiteY1" fmla="*/ 479425 h 949325"/>
              <a:gd name="connsiteX2" fmla="*/ 844550 w 4206875"/>
              <a:gd name="connsiteY2" fmla="*/ 0 h 949325"/>
              <a:gd name="connsiteX3" fmla="*/ 1263650 w 4206875"/>
              <a:gd name="connsiteY3" fmla="*/ 939800 h 949325"/>
              <a:gd name="connsiteX4" fmla="*/ 1689100 w 4206875"/>
              <a:gd name="connsiteY4" fmla="*/ 6350 h 949325"/>
              <a:gd name="connsiteX5" fmla="*/ 2114550 w 4206875"/>
              <a:gd name="connsiteY5" fmla="*/ 949325 h 949325"/>
              <a:gd name="connsiteX6" fmla="*/ 2520950 w 4206875"/>
              <a:gd name="connsiteY6" fmla="*/ 0 h 949325"/>
              <a:gd name="connsiteX7" fmla="*/ 2943225 w 4206875"/>
              <a:gd name="connsiteY7" fmla="*/ 942975 h 949325"/>
              <a:gd name="connsiteX8" fmla="*/ 3362325 w 4206875"/>
              <a:gd name="connsiteY8" fmla="*/ 12700 h 949325"/>
              <a:gd name="connsiteX9" fmla="*/ 3594100 w 4206875"/>
              <a:gd name="connsiteY9" fmla="*/ 485775 h 949325"/>
              <a:gd name="connsiteX10" fmla="*/ 4206875 w 4206875"/>
              <a:gd name="connsiteY10" fmla="*/ 473075 h 949325"/>
              <a:gd name="connsiteX0" fmla="*/ 0 w 4206875"/>
              <a:gd name="connsiteY0" fmla="*/ 482600 h 949325"/>
              <a:gd name="connsiteX1" fmla="*/ 615950 w 4206875"/>
              <a:gd name="connsiteY1" fmla="*/ 485775 h 949325"/>
              <a:gd name="connsiteX2" fmla="*/ 844550 w 4206875"/>
              <a:gd name="connsiteY2" fmla="*/ 0 h 949325"/>
              <a:gd name="connsiteX3" fmla="*/ 1263650 w 4206875"/>
              <a:gd name="connsiteY3" fmla="*/ 939800 h 949325"/>
              <a:gd name="connsiteX4" fmla="*/ 1689100 w 4206875"/>
              <a:gd name="connsiteY4" fmla="*/ 6350 h 949325"/>
              <a:gd name="connsiteX5" fmla="*/ 2114550 w 4206875"/>
              <a:gd name="connsiteY5" fmla="*/ 949325 h 949325"/>
              <a:gd name="connsiteX6" fmla="*/ 2520950 w 4206875"/>
              <a:gd name="connsiteY6" fmla="*/ 0 h 949325"/>
              <a:gd name="connsiteX7" fmla="*/ 2943225 w 4206875"/>
              <a:gd name="connsiteY7" fmla="*/ 942975 h 949325"/>
              <a:gd name="connsiteX8" fmla="*/ 3362325 w 4206875"/>
              <a:gd name="connsiteY8" fmla="*/ 12700 h 949325"/>
              <a:gd name="connsiteX9" fmla="*/ 3594100 w 4206875"/>
              <a:gd name="connsiteY9" fmla="*/ 485775 h 949325"/>
              <a:gd name="connsiteX10" fmla="*/ 4206875 w 4206875"/>
              <a:gd name="connsiteY10" fmla="*/ 473075 h 949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6875" h="949325">
                <a:moveTo>
                  <a:pt x="0" y="482600"/>
                </a:moveTo>
                <a:lnTo>
                  <a:pt x="615950" y="485775"/>
                </a:lnTo>
                <a:lnTo>
                  <a:pt x="844550" y="0"/>
                </a:lnTo>
                <a:lnTo>
                  <a:pt x="1263650" y="939800"/>
                </a:lnTo>
                <a:lnTo>
                  <a:pt x="1689100" y="6350"/>
                </a:lnTo>
                <a:lnTo>
                  <a:pt x="2114550" y="949325"/>
                </a:lnTo>
                <a:lnTo>
                  <a:pt x="2520950" y="0"/>
                </a:lnTo>
                <a:lnTo>
                  <a:pt x="2943225" y="942975"/>
                </a:lnTo>
                <a:lnTo>
                  <a:pt x="3362325" y="12700"/>
                </a:lnTo>
                <a:lnTo>
                  <a:pt x="3594100" y="485775"/>
                </a:lnTo>
                <a:lnTo>
                  <a:pt x="4206875" y="473075"/>
                </a:lnTo>
              </a:path>
            </a:pathLst>
          </a:custGeom>
          <a:noFill/>
          <a:ln w="38100">
            <a:solidFill>
              <a:schemeClr val="tx1"/>
            </a:solidFill>
            <a:head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6316BB69-9FF6-5FB9-92A4-0849CA7DB855}"/>
              </a:ext>
            </a:extLst>
          </p:cNvPr>
          <p:cNvSpPr/>
          <p:nvPr/>
        </p:nvSpPr>
        <p:spPr>
          <a:xfrm>
            <a:off x="10032861" y="3034321"/>
            <a:ext cx="836003" cy="128418"/>
          </a:xfrm>
          <a:custGeom>
            <a:avLst/>
            <a:gdLst>
              <a:gd name="connsiteX0" fmla="*/ 0 w 4206875"/>
              <a:gd name="connsiteY0" fmla="*/ 482600 h 949325"/>
              <a:gd name="connsiteX1" fmla="*/ 425450 w 4206875"/>
              <a:gd name="connsiteY1" fmla="*/ 479425 h 949325"/>
              <a:gd name="connsiteX2" fmla="*/ 844550 w 4206875"/>
              <a:gd name="connsiteY2" fmla="*/ 0 h 949325"/>
              <a:gd name="connsiteX3" fmla="*/ 1263650 w 4206875"/>
              <a:gd name="connsiteY3" fmla="*/ 939800 h 949325"/>
              <a:gd name="connsiteX4" fmla="*/ 1689100 w 4206875"/>
              <a:gd name="connsiteY4" fmla="*/ 6350 h 949325"/>
              <a:gd name="connsiteX5" fmla="*/ 2114550 w 4206875"/>
              <a:gd name="connsiteY5" fmla="*/ 949325 h 949325"/>
              <a:gd name="connsiteX6" fmla="*/ 2520950 w 4206875"/>
              <a:gd name="connsiteY6" fmla="*/ 0 h 949325"/>
              <a:gd name="connsiteX7" fmla="*/ 2943225 w 4206875"/>
              <a:gd name="connsiteY7" fmla="*/ 942975 h 949325"/>
              <a:gd name="connsiteX8" fmla="*/ 3362325 w 4206875"/>
              <a:gd name="connsiteY8" fmla="*/ 12700 h 949325"/>
              <a:gd name="connsiteX9" fmla="*/ 3594100 w 4206875"/>
              <a:gd name="connsiteY9" fmla="*/ 485775 h 949325"/>
              <a:gd name="connsiteX10" fmla="*/ 4206875 w 4206875"/>
              <a:gd name="connsiteY10" fmla="*/ 473075 h 949325"/>
              <a:gd name="connsiteX0" fmla="*/ 0 w 4206875"/>
              <a:gd name="connsiteY0" fmla="*/ 482600 h 949325"/>
              <a:gd name="connsiteX1" fmla="*/ 615950 w 4206875"/>
              <a:gd name="connsiteY1" fmla="*/ 485775 h 949325"/>
              <a:gd name="connsiteX2" fmla="*/ 844550 w 4206875"/>
              <a:gd name="connsiteY2" fmla="*/ 0 h 949325"/>
              <a:gd name="connsiteX3" fmla="*/ 1263650 w 4206875"/>
              <a:gd name="connsiteY3" fmla="*/ 939800 h 949325"/>
              <a:gd name="connsiteX4" fmla="*/ 1689100 w 4206875"/>
              <a:gd name="connsiteY4" fmla="*/ 6350 h 949325"/>
              <a:gd name="connsiteX5" fmla="*/ 2114550 w 4206875"/>
              <a:gd name="connsiteY5" fmla="*/ 949325 h 949325"/>
              <a:gd name="connsiteX6" fmla="*/ 2520950 w 4206875"/>
              <a:gd name="connsiteY6" fmla="*/ 0 h 949325"/>
              <a:gd name="connsiteX7" fmla="*/ 2943225 w 4206875"/>
              <a:gd name="connsiteY7" fmla="*/ 942975 h 949325"/>
              <a:gd name="connsiteX8" fmla="*/ 3362325 w 4206875"/>
              <a:gd name="connsiteY8" fmla="*/ 12700 h 949325"/>
              <a:gd name="connsiteX9" fmla="*/ 3594100 w 4206875"/>
              <a:gd name="connsiteY9" fmla="*/ 485775 h 949325"/>
              <a:gd name="connsiteX10" fmla="*/ 4206875 w 4206875"/>
              <a:gd name="connsiteY10" fmla="*/ 473075 h 949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6875" h="949325">
                <a:moveTo>
                  <a:pt x="0" y="482600"/>
                </a:moveTo>
                <a:lnTo>
                  <a:pt x="615950" y="485775"/>
                </a:lnTo>
                <a:lnTo>
                  <a:pt x="844550" y="0"/>
                </a:lnTo>
                <a:lnTo>
                  <a:pt x="1263650" y="939800"/>
                </a:lnTo>
                <a:lnTo>
                  <a:pt x="1689100" y="6350"/>
                </a:lnTo>
                <a:lnTo>
                  <a:pt x="2114550" y="949325"/>
                </a:lnTo>
                <a:lnTo>
                  <a:pt x="2520950" y="0"/>
                </a:lnTo>
                <a:lnTo>
                  <a:pt x="2943225" y="942975"/>
                </a:lnTo>
                <a:lnTo>
                  <a:pt x="3362325" y="12700"/>
                </a:lnTo>
                <a:lnTo>
                  <a:pt x="3594100" y="485775"/>
                </a:lnTo>
                <a:lnTo>
                  <a:pt x="4206875" y="473075"/>
                </a:lnTo>
              </a:path>
            </a:pathLst>
          </a:custGeom>
          <a:noFill/>
          <a:ln w="38100">
            <a:solidFill>
              <a:schemeClr val="tx1"/>
            </a:solidFill>
            <a:head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EFC6C58-019F-610F-88F9-D1D352CD7AF6}"/>
              </a:ext>
            </a:extLst>
          </p:cNvPr>
          <p:cNvCxnSpPr>
            <a:cxnSpLocks/>
            <a:stCxn id="45" idx="0"/>
          </p:cNvCxnSpPr>
          <p:nvPr/>
        </p:nvCxnSpPr>
        <p:spPr>
          <a:xfrm flipH="1">
            <a:off x="9720191" y="3099604"/>
            <a:ext cx="312670" cy="1989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8B689DC-6F74-1669-1BED-97D85B11BE72}"/>
              </a:ext>
            </a:extLst>
          </p:cNvPr>
          <p:cNvCxnSpPr>
            <a:cxnSpLocks/>
            <a:stCxn id="44" idx="0"/>
          </p:cNvCxnSpPr>
          <p:nvPr/>
        </p:nvCxnSpPr>
        <p:spPr>
          <a:xfrm flipH="1" flipV="1">
            <a:off x="9720191" y="3298531"/>
            <a:ext cx="312670" cy="2654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67475E9-19EA-5B18-32D1-8193FB291D18}"/>
              </a:ext>
            </a:extLst>
          </p:cNvPr>
          <p:cNvCxnSpPr>
            <a:cxnSpLocks/>
            <a:stCxn id="45" idx="10"/>
            <a:endCxn id="5" idx="3"/>
          </p:cNvCxnSpPr>
          <p:nvPr/>
        </p:nvCxnSpPr>
        <p:spPr>
          <a:xfrm>
            <a:off x="10868865" y="3098314"/>
            <a:ext cx="317938" cy="2224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8A32691-B647-60F3-402C-039D51364FCF}"/>
              </a:ext>
            </a:extLst>
          </p:cNvPr>
          <p:cNvCxnSpPr>
            <a:cxnSpLocks/>
            <a:stCxn id="44" idx="10"/>
            <a:endCxn id="5" idx="3"/>
          </p:cNvCxnSpPr>
          <p:nvPr/>
        </p:nvCxnSpPr>
        <p:spPr>
          <a:xfrm flipV="1">
            <a:off x="10868865" y="3320810"/>
            <a:ext cx="317938" cy="241926"/>
          </a:xfrm>
          <a:prstGeom prst="line">
            <a:avLst/>
          </a:prstGeom>
          <a:ln w="3810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6A1A025-A835-D550-EFD9-0F20BA7EFC72}"/>
                  </a:ext>
                </a:extLst>
              </p:cNvPr>
              <p:cNvSpPr txBox="1"/>
              <p:nvPr/>
            </p:nvSpPr>
            <p:spPr>
              <a:xfrm flipH="1">
                <a:off x="8900445" y="2815676"/>
                <a:ext cx="7939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lin"/>
                          <m:ctrlPr>
                            <a:rPr lang="es-CL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sz="2000" b="0" i="0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sz="2000" b="0" i="0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6A1A025-A835-D550-EFD9-0F20BA7EF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900445" y="2815676"/>
                <a:ext cx="793984" cy="400110"/>
              </a:xfrm>
              <a:prstGeom prst="rect">
                <a:avLst/>
              </a:prstGeom>
              <a:blipFill>
                <a:blip r:embed="rId6"/>
                <a:stretch>
                  <a:fillRect l="-11538" t="-116667" r="-64615" b="-17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3782E6D-5D57-1E3B-1EDC-C63FCBE3B4CC}"/>
                  </a:ext>
                </a:extLst>
              </p:cNvPr>
              <p:cNvSpPr txBox="1"/>
              <p:nvPr/>
            </p:nvSpPr>
            <p:spPr>
              <a:xfrm flipH="1">
                <a:off x="9989643" y="3641424"/>
                <a:ext cx="1035522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lin"/>
                          <m:ctrlPr>
                            <a:rPr lang="es-CL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sz="2000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3782E6D-5D57-1E3B-1EDC-C63FCBE3B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989643" y="3641424"/>
                <a:ext cx="1035522" cy="413511"/>
              </a:xfrm>
              <a:prstGeom prst="rect">
                <a:avLst/>
              </a:prstGeom>
              <a:blipFill>
                <a:blip r:embed="rId7"/>
                <a:stretch>
                  <a:fillRect l="-21765" t="-111765" r="-12941" b="-170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919BC4C5-2160-57BB-FCC1-1C792AACFE1A}"/>
                  </a:ext>
                </a:extLst>
              </p:cNvPr>
              <p:cNvSpPr txBox="1"/>
              <p:nvPr/>
            </p:nvSpPr>
            <p:spPr>
              <a:xfrm flipH="1">
                <a:off x="9989643" y="2589296"/>
                <a:ext cx="1035522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lin"/>
                          <m:ctrlPr>
                            <a:rPr lang="es-CL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sz="2000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919BC4C5-2160-57BB-FCC1-1C792AACF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989643" y="2589296"/>
                <a:ext cx="1035522" cy="413511"/>
              </a:xfrm>
              <a:prstGeom prst="rect">
                <a:avLst/>
              </a:prstGeom>
              <a:blipFill>
                <a:blip r:embed="rId8"/>
                <a:stretch>
                  <a:fillRect l="-21765" t="-111765" r="-12941" b="-170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ECB34C45-C997-F586-313C-903E9465219A}"/>
                  </a:ext>
                </a:extLst>
              </p:cNvPr>
              <p:cNvSpPr txBox="1"/>
              <p:nvPr/>
            </p:nvSpPr>
            <p:spPr>
              <a:xfrm flipH="1">
                <a:off x="6497649" y="3373421"/>
                <a:ext cx="1035522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lin"/>
                          <m:ctrlPr>
                            <a:rPr lang="es-CL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sz="2000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ECB34C45-C997-F586-313C-903E94652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97649" y="3373421"/>
                <a:ext cx="1035522" cy="413511"/>
              </a:xfrm>
              <a:prstGeom prst="rect">
                <a:avLst/>
              </a:prstGeom>
              <a:blipFill>
                <a:blip r:embed="rId9"/>
                <a:stretch>
                  <a:fillRect l="-21765" t="-111765" r="-12941" b="-170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1031747B-20D9-DD9D-B1E5-BB8B36C7F149}"/>
              </a:ext>
            </a:extLst>
          </p:cNvPr>
          <p:cNvCxnSpPr>
            <a:cxnSpLocks/>
            <a:stCxn id="159" idx="1"/>
            <a:endCxn id="159" idx="2"/>
          </p:cNvCxnSpPr>
          <p:nvPr/>
        </p:nvCxnSpPr>
        <p:spPr>
          <a:xfrm>
            <a:off x="9720190" y="1669189"/>
            <a:ext cx="0" cy="3121512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E3588501-1E46-9E54-221E-041C23A9A2ED}"/>
              </a:ext>
            </a:extLst>
          </p:cNvPr>
          <p:cNvCxnSpPr>
            <a:cxnSpLocks/>
            <a:stCxn id="159" idx="0"/>
            <a:endCxn id="159" idx="3"/>
          </p:cNvCxnSpPr>
          <p:nvPr/>
        </p:nvCxnSpPr>
        <p:spPr>
          <a:xfrm>
            <a:off x="8920090" y="1669189"/>
            <a:ext cx="0" cy="3121512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4A1B502-9E79-7F9D-4F15-A8FB0D00F413}"/>
              </a:ext>
            </a:extLst>
          </p:cNvPr>
          <p:cNvSpPr/>
          <p:nvPr/>
        </p:nvSpPr>
        <p:spPr>
          <a:xfrm>
            <a:off x="7565021" y="1669189"/>
            <a:ext cx="1355062" cy="3121512"/>
          </a:xfrm>
          <a:custGeom>
            <a:avLst/>
            <a:gdLst>
              <a:gd name="connsiteX0" fmla="*/ 0 w 800100"/>
              <a:gd name="connsiteY0" fmla="*/ 0 h 1879169"/>
              <a:gd name="connsiteX1" fmla="*/ 800100 w 800100"/>
              <a:gd name="connsiteY1" fmla="*/ 0 h 1879169"/>
              <a:gd name="connsiteX2" fmla="*/ 800100 w 800100"/>
              <a:gd name="connsiteY2" fmla="*/ 1879169 h 1879169"/>
              <a:gd name="connsiteX3" fmla="*/ 0 w 800100"/>
              <a:gd name="connsiteY3" fmla="*/ 1879169 h 187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100" h="1879169">
                <a:moveTo>
                  <a:pt x="0" y="0"/>
                </a:moveTo>
                <a:lnTo>
                  <a:pt x="800100" y="0"/>
                </a:lnTo>
                <a:lnTo>
                  <a:pt x="800100" y="1879169"/>
                </a:lnTo>
                <a:lnTo>
                  <a:pt x="0" y="1879169"/>
                </a:lnTo>
                <a:close/>
              </a:path>
            </a:pathLst>
          </a:cu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611F695-0520-58DD-AF9C-3D618D80B198}"/>
              </a:ext>
            </a:extLst>
          </p:cNvPr>
          <p:cNvSpPr/>
          <p:nvPr/>
        </p:nvSpPr>
        <p:spPr>
          <a:xfrm>
            <a:off x="7565021" y="3234321"/>
            <a:ext cx="1355064" cy="128418"/>
          </a:xfrm>
          <a:custGeom>
            <a:avLst/>
            <a:gdLst>
              <a:gd name="connsiteX0" fmla="*/ 0 w 4206875"/>
              <a:gd name="connsiteY0" fmla="*/ 482600 h 949325"/>
              <a:gd name="connsiteX1" fmla="*/ 425450 w 4206875"/>
              <a:gd name="connsiteY1" fmla="*/ 479425 h 949325"/>
              <a:gd name="connsiteX2" fmla="*/ 844550 w 4206875"/>
              <a:gd name="connsiteY2" fmla="*/ 0 h 949325"/>
              <a:gd name="connsiteX3" fmla="*/ 1263650 w 4206875"/>
              <a:gd name="connsiteY3" fmla="*/ 939800 h 949325"/>
              <a:gd name="connsiteX4" fmla="*/ 1689100 w 4206875"/>
              <a:gd name="connsiteY4" fmla="*/ 6350 h 949325"/>
              <a:gd name="connsiteX5" fmla="*/ 2114550 w 4206875"/>
              <a:gd name="connsiteY5" fmla="*/ 949325 h 949325"/>
              <a:gd name="connsiteX6" fmla="*/ 2520950 w 4206875"/>
              <a:gd name="connsiteY6" fmla="*/ 0 h 949325"/>
              <a:gd name="connsiteX7" fmla="*/ 2943225 w 4206875"/>
              <a:gd name="connsiteY7" fmla="*/ 942975 h 949325"/>
              <a:gd name="connsiteX8" fmla="*/ 3362325 w 4206875"/>
              <a:gd name="connsiteY8" fmla="*/ 12700 h 949325"/>
              <a:gd name="connsiteX9" fmla="*/ 3594100 w 4206875"/>
              <a:gd name="connsiteY9" fmla="*/ 485775 h 949325"/>
              <a:gd name="connsiteX10" fmla="*/ 4206875 w 4206875"/>
              <a:gd name="connsiteY10" fmla="*/ 473075 h 949325"/>
              <a:gd name="connsiteX0" fmla="*/ 0 w 4206875"/>
              <a:gd name="connsiteY0" fmla="*/ 482600 h 949325"/>
              <a:gd name="connsiteX1" fmla="*/ 615950 w 4206875"/>
              <a:gd name="connsiteY1" fmla="*/ 485775 h 949325"/>
              <a:gd name="connsiteX2" fmla="*/ 844550 w 4206875"/>
              <a:gd name="connsiteY2" fmla="*/ 0 h 949325"/>
              <a:gd name="connsiteX3" fmla="*/ 1263650 w 4206875"/>
              <a:gd name="connsiteY3" fmla="*/ 939800 h 949325"/>
              <a:gd name="connsiteX4" fmla="*/ 1689100 w 4206875"/>
              <a:gd name="connsiteY4" fmla="*/ 6350 h 949325"/>
              <a:gd name="connsiteX5" fmla="*/ 2114550 w 4206875"/>
              <a:gd name="connsiteY5" fmla="*/ 949325 h 949325"/>
              <a:gd name="connsiteX6" fmla="*/ 2520950 w 4206875"/>
              <a:gd name="connsiteY6" fmla="*/ 0 h 949325"/>
              <a:gd name="connsiteX7" fmla="*/ 2943225 w 4206875"/>
              <a:gd name="connsiteY7" fmla="*/ 942975 h 949325"/>
              <a:gd name="connsiteX8" fmla="*/ 3362325 w 4206875"/>
              <a:gd name="connsiteY8" fmla="*/ 12700 h 949325"/>
              <a:gd name="connsiteX9" fmla="*/ 3594100 w 4206875"/>
              <a:gd name="connsiteY9" fmla="*/ 485775 h 949325"/>
              <a:gd name="connsiteX10" fmla="*/ 4206875 w 4206875"/>
              <a:gd name="connsiteY10" fmla="*/ 473075 h 949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6875" h="949325">
                <a:moveTo>
                  <a:pt x="0" y="482600"/>
                </a:moveTo>
                <a:lnTo>
                  <a:pt x="615950" y="485775"/>
                </a:lnTo>
                <a:lnTo>
                  <a:pt x="844550" y="0"/>
                </a:lnTo>
                <a:lnTo>
                  <a:pt x="1263650" y="939800"/>
                </a:lnTo>
                <a:lnTo>
                  <a:pt x="1689100" y="6350"/>
                </a:lnTo>
                <a:lnTo>
                  <a:pt x="2114550" y="949325"/>
                </a:lnTo>
                <a:lnTo>
                  <a:pt x="2520950" y="0"/>
                </a:lnTo>
                <a:lnTo>
                  <a:pt x="2943225" y="942975"/>
                </a:lnTo>
                <a:lnTo>
                  <a:pt x="3362325" y="12700"/>
                </a:lnTo>
                <a:lnTo>
                  <a:pt x="3594100" y="485775"/>
                </a:lnTo>
                <a:lnTo>
                  <a:pt x="4206875" y="473075"/>
                </a:ln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048A09-E929-B664-5B18-A92FC19A63FE}"/>
                  </a:ext>
                </a:extLst>
              </p:cNvPr>
              <p:cNvSpPr txBox="1"/>
              <p:nvPr/>
            </p:nvSpPr>
            <p:spPr>
              <a:xfrm flipH="1">
                <a:off x="7560941" y="2784606"/>
                <a:ext cx="1355058" cy="4315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CL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type m:val="lin"/>
                              <m:ctrlP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CL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s-CL" sz="2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048A09-E929-B664-5B18-A92FC19A6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60941" y="2784606"/>
                <a:ext cx="1355058" cy="431593"/>
              </a:xfrm>
              <a:prstGeom prst="rect">
                <a:avLst/>
              </a:prstGeom>
              <a:blipFill>
                <a:blip r:embed="rId10"/>
                <a:stretch>
                  <a:fillRect t="-107042" r="-12556" b="-159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F3A022-0811-EC64-BCEC-A50F86C2AE65}"/>
              </a:ext>
            </a:extLst>
          </p:cNvPr>
          <p:cNvCxnSpPr>
            <a:cxnSpLocks/>
            <a:stCxn id="2" idx="0"/>
            <a:endCxn id="2" idx="3"/>
          </p:cNvCxnSpPr>
          <p:nvPr/>
        </p:nvCxnSpPr>
        <p:spPr>
          <a:xfrm>
            <a:off x="7565021" y="1669189"/>
            <a:ext cx="0" cy="3121512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3556C4F-014D-5CA1-0B51-FE45423609BA}"/>
              </a:ext>
            </a:extLst>
          </p:cNvPr>
          <p:cNvSpPr/>
          <p:nvPr/>
        </p:nvSpPr>
        <p:spPr>
          <a:xfrm>
            <a:off x="776288" y="1731980"/>
            <a:ext cx="3950470" cy="2939345"/>
          </a:xfrm>
          <a:custGeom>
            <a:avLst/>
            <a:gdLst>
              <a:gd name="connsiteX0" fmla="*/ 117918 w 3013490"/>
              <a:gd name="connsiteY0" fmla="*/ 117296 h 2242186"/>
              <a:gd name="connsiteX1" fmla="*/ 117918 w 3013490"/>
              <a:gd name="connsiteY1" fmla="*/ 2122308 h 2242186"/>
              <a:gd name="connsiteX2" fmla="*/ 2898448 w 3013490"/>
              <a:gd name="connsiteY2" fmla="*/ 2122308 h 2242186"/>
              <a:gd name="connsiteX3" fmla="*/ 2898448 w 3013490"/>
              <a:gd name="connsiteY3" fmla="*/ 117296 h 2242186"/>
              <a:gd name="connsiteX4" fmla="*/ 0 w 3013490"/>
              <a:gd name="connsiteY4" fmla="*/ 0 h 2242186"/>
              <a:gd name="connsiteX5" fmla="*/ 3013490 w 3013490"/>
              <a:gd name="connsiteY5" fmla="*/ 0 h 2242186"/>
              <a:gd name="connsiteX6" fmla="*/ 3013490 w 3013490"/>
              <a:gd name="connsiteY6" fmla="*/ 2242186 h 2242186"/>
              <a:gd name="connsiteX7" fmla="*/ 0 w 3013490"/>
              <a:gd name="connsiteY7" fmla="*/ 2242186 h 2242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13490" h="2242186">
                <a:moveTo>
                  <a:pt x="117918" y="117296"/>
                </a:moveTo>
                <a:lnTo>
                  <a:pt x="117918" y="2122308"/>
                </a:lnTo>
                <a:lnTo>
                  <a:pt x="2898448" y="2122308"/>
                </a:lnTo>
                <a:lnTo>
                  <a:pt x="2898448" y="117296"/>
                </a:lnTo>
                <a:close/>
                <a:moveTo>
                  <a:pt x="0" y="0"/>
                </a:moveTo>
                <a:lnTo>
                  <a:pt x="3013490" y="0"/>
                </a:lnTo>
                <a:lnTo>
                  <a:pt x="3013490" y="2242186"/>
                </a:lnTo>
                <a:lnTo>
                  <a:pt x="0" y="2242186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288DB67-F610-6574-0E11-8776672CB59E}"/>
              </a:ext>
            </a:extLst>
          </p:cNvPr>
          <p:cNvGrpSpPr/>
          <p:nvPr/>
        </p:nvGrpSpPr>
        <p:grpSpPr>
          <a:xfrm>
            <a:off x="4822364" y="1731978"/>
            <a:ext cx="330003" cy="2939347"/>
            <a:chOff x="6649154" y="4195385"/>
            <a:chExt cx="291396" cy="24836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76E971A-E659-31BD-00F4-5CEAE0E4A88B}"/>
                </a:ext>
              </a:extLst>
            </p:cNvPr>
            <p:cNvGrpSpPr/>
            <p:nvPr/>
          </p:nvGrpSpPr>
          <p:grpSpPr>
            <a:xfrm>
              <a:off x="6649154" y="4195385"/>
              <a:ext cx="291396" cy="248362"/>
              <a:chOff x="3754339" y="5300127"/>
              <a:chExt cx="2194905" cy="248362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89CC864-495A-D15F-0E08-4E4AFA5DED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4339" y="5300127"/>
                <a:ext cx="21949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3081AC5-E393-71D5-3586-99BB4914E4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4339" y="5548489"/>
                <a:ext cx="21949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E04637D-7629-75BB-2358-7F8016EF28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89750" y="4195386"/>
              <a:ext cx="0" cy="24836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4DFA4E4-2F86-EFEA-DF75-3D81AA3BB18D}"/>
              </a:ext>
            </a:extLst>
          </p:cNvPr>
          <p:cNvGrpSpPr/>
          <p:nvPr/>
        </p:nvGrpSpPr>
        <p:grpSpPr>
          <a:xfrm rot="5400000">
            <a:off x="2586521" y="2980468"/>
            <a:ext cx="330003" cy="3950470"/>
            <a:chOff x="6649154" y="4195385"/>
            <a:chExt cx="291396" cy="24836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3DFD2EF-E93E-08C2-A834-5E3189100B96}"/>
                </a:ext>
              </a:extLst>
            </p:cNvPr>
            <p:cNvGrpSpPr/>
            <p:nvPr/>
          </p:nvGrpSpPr>
          <p:grpSpPr>
            <a:xfrm>
              <a:off x="6649154" y="4195385"/>
              <a:ext cx="291396" cy="248362"/>
              <a:chOff x="3754339" y="5300127"/>
              <a:chExt cx="2194905" cy="248362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64AE5B7D-CDCA-B970-5766-15D26EA3EB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4339" y="5300127"/>
                <a:ext cx="21949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2198B5C6-E786-EA67-A505-058C476CE9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4339" y="5548489"/>
                <a:ext cx="21949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5C617AC-89D5-D8FB-A93C-F466AC37DE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89750" y="4195386"/>
              <a:ext cx="0" cy="24836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FF45EF9-1604-4281-8520-444BED091BD7}"/>
                  </a:ext>
                </a:extLst>
              </p:cNvPr>
              <p:cNvSpPr txBox="1"/>
              <p:nvPr/>
            </p:nvSpPr>
            <p:spPr>
              <a:xfrm flipH="1">
                <a:off x="2933719" y="1006105"/>
                <a:ext cx="268341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s-CL" sz="2000" b="0" dirty="0"/>
                  <a:t>Temperatura exterior</a:t>
                </a:r>
              </a:p>
              <a:p>
                <a:pPr algn="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FF45EF9-1604-4281-8520-444BED091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33719" y="1006105"/>
                <a:ext cx="2683415" cy="707886"/>
              </a:xfrm>
              <a:prstGeom prst="rect">
                <a:avLst/>
              </a:prstGeom>
              <a:blipFill>
                <a:blip r:embed="rId11"/>
                <a:stretch>
                  <a:fillRect t="-4310"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1A85A1F-2E2E-6C7D-51E3-5A5E6AE13CF1}"/>
                  </a:ext>
                </a:extLst>
              </p:cNvPr>
              <p:cNvSpPr txBox="1"/>
              <p:nvPr/>
            </p:nvSpPr>
            <p:spPr>
              <a:xfrm flipH="1">
                <a:off x="1199881" y="2861009"/>
                <a:ext cx="322670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L" sz="2000" b="0" dirty="0"/>
                  <a:t>Temperatura interior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1A85A1F-2E2E-6C7D-51E3-5A5E6AE13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99881" y="2861009"/>
                <a:ext cx="3226708" cy="707886"/>
              </a:xfrm>
              <a:prstGeom prst="rect">
                <a:avLst/>
              </a:prstGeom>
              <a:blipFill>
                <a:blip r:embed="rId12"/>
                <a:stretch>
                  <a:fillRect t="-4310" b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E311CA0E-81D3-C22B-3C87-6463E751536E}"/>
              </a:ext>
            </a:extLst>
          </p:cNvPr>
          <p:cNvSpPr/>
          <p:nvPr/>
        </p:nvSpPr>
        <p:spPr>
          <a:xfrm>
            <a:off x="2610281" y="1423177"/>
            <a:ext cx="202954" cy="65177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FF000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1477AC2-85A7-7CA3-B8E6-4276A6BC1A51}"/>
              </a:ext>
            </a:extLst>
          </p:cNvPr>
          <p:cNvSpPr/>
          <p:nvPr/>
        </p:nvSpPr>
        <p:spPr>
          <a:xfrm rot="10800000">
            <a:off x="2610281" y="4270679"/>
            <a:ext cx="202954" cy="65177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FF000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8F47BF79-349C-BB90-BB03-FD9D0F722D5E}"/>
              </a:ext>
            </a:extLst>
          </p:cNvPr>
          <p:cNvSpPr/>
          <p:nvPr/>
        </p:nvSpPr>
        <p:spPr>
          <a:xfrm rot="6050847">
            <a:off x="4562395" y="2929191"/>
            <a:ext cx="202954" cy="65177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FF000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B984B298-BE84-5271-9932-FB3234873002}"/>
              </a:ext>
            </a:extLst>
          </p:cNvPr>
          <p:cNvSpPr/>
          <p:nvPr/>
        </p:nvSpPr>
        <p:spPr>
          <a:xfrm rot="15876866">
            <a:off x="743614" y="2823386"/>
            <a:ext cx="202954" cy="65177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FF000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4FA6B81-92C9-BA84-4217-3E1BB0566B70}"/>
                  </a:ext>
                </a:extLst>
              </p:cNvPr>
              <p:cNvSpPr txBox="1"/>
              <p:nvPr/>
            </p:nvSpPr>
            <p:spPr>
              <a:xfrm flipH="1">
                <a:off x="2347510" y="965537"/>
                <a:ext cx="4657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4FA6B81-92C9-BA84-4217-3E1BB0566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47510" y="965537"/>
                <a:ext cx="465725" cy="400110"/>
              </a:xfrm>
              <a:prstGeom prst="rect">
                <a:avLst/>
              </a:prstGeom>
              <a:blipFill>
                <a:blip r:embed="rId13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C2E9AD0-4FE9-7C28-BCBA-C8CA557F228E}"/>
                  </a:ext>
                </a:extLst>
              </p:cNvPr>
              <p:cNvSpPr txBox="1"/>
              <p:nvPr/>
            </p:nvSpPr>
            <p:spPr>
              <a:xfrm flipH="1">
                <a:off x="4165427" y="2734679"/>
                <a:ext cx="4657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C2E9AD0-4FE9-7C28-BCBA-C8CA557F2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165427" y="2734679"/>
                <a:ext cx="465725" cy="400110"/>
              </a:xfrm>
              <a:prstGeom prst="rect">
                <a:avLst/>
              </a:prstGeom>
              <a:blipFill>
                <a:blip r:embed="rId1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9ECFE72-B013-CAE2-467F-78F33B7FADFF}"/>
                  </a:ext>
                </a:extLst>
              </p:cNvPr>
              <p:cNvSpPr txBox="1"/>
              <p:nvPr/>
            </p:nvSpPr>
            <p:spPr>
              <a:xfrm flipH="1">
                <a:off x="327949" y="2760070"/>
                <a:ext cx="4657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9ECFE72-B013-CAE2-467F-78F33B7FA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27949" y="2760070"/>
                <a:ext cx="465725" cy="400110"/>
              </a:xfrm>
              <a:prstGeom prst="rect">
                <a:avLst/>
              </a:prstGeom>
              <a:blipFill>
                <a:blip r:embed="rId1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9518726-BE73-1A05-37A9-E016989CF8FA}"/>
                  </a:ext>
                </a:extLst>
              </p:cNvPr>
              <p:cNvSpPr txBox="1"/>
              <p:nvPr/>
            </p:nvSpPr>
            <p:spPr>
              <a:xfrm flipH="1">
                <a:off x="2764412" y="4669458"/>
                <a:ext cx="4657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9518726-BE73-1A05-37A9-E016989CF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64412" y="4669458"/>
                <a:ext cx="465725" cy="400110"/>
              </a:xfrm>
              <a:prstGeom prst="rect">
                <a:avLst/>
              </a:prstGeom>
              <a:blipFill>
                <a:blip r:embed="rId16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A90CF0B-F785-65CB-B843-E090A748CDD4}"/>
                  </a:ext>
                </a:extLst>
              </p:cNvPr>
              <p:cNvSpPr txBox="1"/>
              <p:nvPr/>
            </p:nvSpPr>
            <p:spPr>
              <a:xfrm flipH="1">
                <a:off x="8471891" y="3582959"/>
                <a:ext cx="4657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A90CF0B-F785-65CB-B843-E090A748C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471891" y="3582959"/>
                <a:ext cx="465725" cy="400110"/>
              </a:xfrm>
              <a:prstGeom prst="rect">
                <a:avLst/>
              </a:prstGeom>
              <a:blipFill>
                <a:blip r:embed="rId17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4ED7CD0-5468-B6CD-DCDC-7B22972E6F25}"/>
              </a:ext>
            </a:extLst>
          </p:cNvPr>
          <p:cNvSpPr/>
          <p:nvPr/>
        </p:nvSpPr>
        <p:spPr>
          <a:xfrm rot="5587186">
            <a:off x="8649776" y="2887060"/>
            <a:ext cx="202954" cy="1371633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FF000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645FEE1-FBA5-22C9-CF33-FF1B1C531121}"/>
                  </a:ext>
                </a:extLst>
              </p:cNvPr>
              <p:cNvSpPr txBox="1"/>
              <p:nvPr/>
            </p:nvSpPr>
            <p:spPr>
              <a:xfrm flipH="1">
                <a:off x="5104259" y="2980868"/>
                <a:ext cx="4291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645FEE1-FBA5-22C9-CF33-FF1B1C531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104259" y="2980868"/>
                <a:ext cx="429125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79439D7F-B8EB-30C2-B63A-90383D18DCFB}"/>
                  </a:ext>
                </a:extLst>
              </p:cNvPr>
              <p:cNvSpPr txBox="1"/>
              <p:nvPr/>
            </p:nvSpPr>
            <p:spPr>
              <a:xfrm flipH="1">
                <a:off x="2621664" y="5114243"/>
                <a:ext cx="4291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79439D7F-B8EB-30C2-B63A-90383D18D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21664" y="5114243"/>
                <a:ext cx="429125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TextBox 132">
            <a:extLst>
              <a:ext uri="{FF2B5EF4-FFF2-40B4-BE49-F238E27FC236}">
                <a16:creationId xmlns:a16="http://schemas.microsoft.com/office/drawing/2014/main" id="{9C3F5A3A-5B09-505D-90B7-14CFA4E5CA4A}"/>
              </a:ext>
            </a:extLst>
          </p:cNvPr>
          <p:cNvSpPr txBox="1"/>
          <p:nvPr/>
        </p:nvSpPr>
        <p:spPr>
          <a:xfrm flipH="1">
            <a:off x="327949" y="388684"/>
            <a:ext cx="4898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b="1" dirty="0"/>
              <a:t>Vista superior de la casa </a:t>
            </a:r>
            <a:endParaRPr lang="en-US" sz="2000" b="1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79D7BDB-4D23-FFEA-C0B2-B00D2E889ED0}"/>
              </a:ext>
            </a:extLst>
          </p:cNvPr>
          <p:cNvSpPr txBox="1"/>
          <p:nvPr/>
        </p:nvSpPr>
        <p:spPr>
          <a:xfrm flipH="1">
            <a:off x="6301969" y="394809"/>
            <a:ext cx="48985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b="1" dirty="0"/>
              <a:t>Pérdida de calor por los muros</a:t>
            </a:r>
          </a:p>
          <a:p>
            <a:pPr algn="ctr"/>
            <a:r>
              <a:rPr lang="es-CL" sz="2000" dirty="0"/>
              <a:t>(red de resistencias térmicas)</a:t>
            </a:r>
            <a:endParaRPr lang="en-US" sz="20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A89D8EC-A3F8-683F-8553-2DB41103FE70}"/>
              </a:ext>
            </a:extLst>
          </p:cNvPr>
          <p:cNvSpPr txBox="1"/>
          <p:nvPr/>
        </p:nvSpPr>
        <p:spPr>
          <a:xfrm flipH="1">
            <a:off x="7560941" y="4714890"/>
            <a:ext cx="1376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/>
              <a:t>aislante</a:t>
            </a:r>
            <a:endParaRPr lang="en-US" sz="2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BC504AE-2EFD-E6CE-D58C-35D1B6D14747}"/>
              </a:ext>
            </a:extLst>
          </p:cNvPr>
          <p:cNvSpPr txBox="1"/>
          <p:nvPr/>
        </p:nvSpPr>
        <p:spPr>
          <a:xfrm flipH="1">
            <a:off x="8872165" y="4714890"/>
            <a:ext cx="927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/>
              <a:t>ladrillo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684287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7F18AE63-0570-846A-C2F3-30A3E8F6D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91" y="1195609"/>
            <a:ext cx="9294471" cy="4466782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35BFF277-0860-5D11-713D-B55922CA0529}"/>
              </a:ext>
            </a:extLst>
          </p:cNvPr>
          <p:cNvSpPr/>
          <p:nvPr/>
        </p:nvSpPr>
        <p:spPr>
          <a:xfrm>
            <a:off x="5128098" y="4871526"/>
            <a:ext cx="462988" cy="330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437694D-0031-2140-5BF8-ADCE33F9DAF7}"/>
              </a:ext>
            </a:extLst>
          </p:cNvPr>
          <p:cNvSpPr/>
          <p:nvPr/>
        </p:nvSpPr>
        <p:spPr>
          <a:xfrm>
            <a:off x="4305138" y="3802283"/>
            <a:ext cx="462988" cy="330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6136632-9203-6EE9-E711-9DA808430722}"/>
                  </a:ext>
                </a:extLst>
              </p:cNvPr>
              <p:cNvSpPr txBox="1"/>
              <p:nvPr/>
            </p:nvSpPr>
            <p:spPr>
              <a:xfrm>
                <a:off x="4254338" y="3751483"/>
                <a:ext cx="7416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6136632-9203-6EE9-E711-9DA808430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338" y="3751483"/>
                <a:ext cx="741649" cy="400110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A3485E9-E33C-F40D-CD46-C0111EA2FA22}"/>
                  </a:ext>
                </a:extLst>
              </p:cNvPr>
              <p:cNvSpPr txBox="1"/>
              <p:nvPr/>
            </p:nvSpPr>
            <p:spPr>
              <a:xfrm>
                <a:off x="5029407" y="4805890"/>
                <a:ext cx="7416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CL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A3485E9-E33C-F40D-CD46-C0111EA2F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407" y="4805890"/>
                <a:ext cx="741649" cy="40011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04D0D7E-5980-3DAF-1CE8-8BE0E064A3B2}"/>
                  </a:ext>
                </a:extLst>
              </p:cNvPr>
              <p:cNvSpPr txBox="1"/>
              <p:nvPr/>
            </p:nvSpPr>
            <p:spPr>
              <a:xfrm>
                <a:off x="2763125" y="4481786"/>
                <a:ext cx="7416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04D0D7E-5980-3DAF-1CE8-8BE0E064A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125" y="4481786"/>
                <a:ext cx="741649" cy="400110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7EF3DA2-7830-5187-216B-6580E38CBD4B}"/>
                  </a:ext>
                </a:extLst>
              </p:cNvPr>
              <p:cNvSpPr txBox="1"/>
              <p:nvPr/>
            </p:nvSpPr>
            <p:spPr>
              <a:xfrm>
                <a:off x="8371445" y="2357541"/>
                <a:ext cx="7416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7EF3DA2-7830-5187-216B-6580E38CB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445" y="2357541"/>
                <a:ext cx="741649" cy="400110"/>
              </a:xfrm>
              <a:prstGeom prst="rect">
                <a:avLst/>
              </a:prstGeom>
              <a:blipFill>
                <a:blip r:embed="rId6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40114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E22AAA8-438E-CCDF-838F-C9FD17A4180F}"/>
              </a:ext>
            </a:extLst>
          </p:cNvPr>
          <p:cNvSpPr/>
          <p:nvPr/>
        </p:nvSpPr>
        <p:spPr>
          <a:xfrm>
            <a:off x="3383279" y="1975104"/>
            <a:ext cx="4663440" cy="2316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81711C4-71E3-0D12-C7EB-5A7C06E0E20C}"/>
              </a:ext>
            </a:extLst>
          </p:cNvPr>
          <p:cNvCxnSpPr>
            <a:cxnSpLocks/>
          </p:cNvCxnSpPr>
          <p:nvPr/>
        </p:nvCxnSpPr>
        <p:spPr>
          <a:xfrm>
            <a:off x="5705856" y="2401824"/>
            <a:ext cx="816864" cy="1377696"/>
          </a:xfrm>
          <a:prstGeom prst="straightConnector1">
            <a:avLst/>
          </a:prstGeom>
          <a:ln w="15875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82FA368-CA19-0864-5818-24CA036777F6}"/>
              </a:ext>
            </a:extLst>
          </p:cNvPr>
          <p:cNvCxnSpPr>
            <a:cxnSpLocks/>
          </p:cNvCxnSpPr>
          <p:nvPr/>
        </p:nvCxnSpPr>
        <p:spPr>
          <a:xfrm>
            <a:off x="5705856" y="1975104"/>
            <a:ext cx="0" cy="231648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c 10">
            <a:extLst>
              <a:ext uri="{FF2B5EF4-FFF2-40B4-BE49-F238E27FC236}">
                <a16:creationId xmlns:a16="http://schemas.microsoft.com/office/drawing/2014/main" id="{F06D0E9E-542E-7951-3A5B-2F77B213873D}"/>
              </a:ext>
            </a:extLst>
          </p:cNvPr>
          <p:cNvSpPr>
            <a:spLocks noChangeAspect="1"/>
          </p:cNvSpPr>
          <p:nvPr/>
        </p:nvSpPr>
        <p:spPr>
          <a:xfrm>
            <a:off x="4770118" y="1466086"/>
            <a:ext cx="1889762" cy="1889762"/>
          </a:xfrm>
          <a:prstGeom prst="arc">
            <a:avLst>
              <a:gd name="adj1" fmla="val 3556640"/>
              <a:gd name="adj2" fmla="val 5401371"/>
            </a:avLst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2E6BC0-310F-84D3-7E7A-C785AEFE3943}"/>
                  </a:ext>
                </a:extLst>
              </p:cNvPr>
              <p:cNvSpPr txBox="1"/>
              <p:nvPr/>
            </p:nvSpPr>
            <p:spPr>
              <a:xfrm>
                <a:off x="5513878" y="2859839"/>
                <a:ext cx="7416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s-CL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2E6BC0-310F-84D3-7E7A-C785AEFE3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78" y="2859839"/>
                <a:ext cx="741649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6D9F3E-D211-5084-13CA-37DBA807EE20}"/>
                  </a:ext>
                </a:extLst>
              </p:cNvPr>
              <p:cNvSpPr txBox="1"/>
              <p:nvPr/>
            </p:nvSpPr>
            <p:spPr>
              <a:xfrm>
                <a:off x="5781071" y="2625959"/>
                <a:ext cx="7416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6D9F3E-D211-5084-13CA-37DBA807E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071" y="2625959"/>
                <a:ext cx="74164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D690A5-1209-4C34-2C82-822E374138C9}"/>
                  </a:ext>
                </a:extLst>
              </p:cNvPr>
              <p:cNvSpPr txBox="1"/>
              <p:nvPr/>
            </p:nvSpPr>
            <p:spPr>
              <a:xfrm>
                <a:off x="6417556" y="3424836"/>
                <a:ext cx="7416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D690A5-1209-4C34-2C82-822E37413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556" y="3424836"/>
                <a:ext cx="74164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79952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A4F71AE-A614-4994-B266-DA247543FA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E6E7E8"/>
              </a:clrFrom>
              <a:clrTo>
                <a:srgbClr val="E6E7E8">
                  <a:alpha val="0"/>
                </a:srgbClr>
              </a:clrTo>
            </a:clrChange>
          </a:blip>
          <a:srcRect l="11737" t="56377" r="496"/>
          <a:stretch/>
        </p:blipFill>
        <p:spPr>
          <a:xfrm>
            <a:off x="5973013" y="1553592"/>
            <a:ext cx="4845586" cy="30863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0537F4D-771B-4C28-BB42-E13A9AEA4F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E6E7E8"/>
              </a:clrFrom>
              <a:clrTo>
                <a:srgbClr val="E6E7E8">
                  <a:alpha val="0"/>
                </a:srgbClr>
              </a:clrTo>
            </a:clrChange>
          </a:blip>
          <a:srcRect l="12233" b="48350"/>
          <a:stretch/>
        </p:blipFill>
        <p:spPr>
          <a:xfrm>
            <a:off x="861132" y="985668"/>
            <a:ext cx="4845586" cy="36542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013C5A-641C-8361-7474-E6293D29D491}"/>
              </a:ext>
            </a:extLst>
          </p:cNvPr>
          <p:cNvSpPr txBox="1"/>
          <p:nvPr/>
        </p:nvSpPr>
        <p:spPr>
          <a:xfrm>
            <a:off x="861133" y="4606723"/>
            <a:ext cx="484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Predictor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17515D-F8A7-636B-A227-3D785E573390}"/>
              </a:ext>
            </a:extLst>
          </p:cNvPr>
          <p:cNvSpPr txBox="1"/>
          <p:nvPr/>
        </p:nvSpPr>
        <p:spPr>
          <a:xfrm>
            <a:off x="6000400" y="4606723"/>
            <a:ext cx="484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Corrector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7EB35B-F32D-4047-8437-98D3CA2F327D}"/>
              </a:ext>
            </a:extLst>
          </p:cNvPr>
          <p:cNvSpPr/>
          <p:nvPr/>
        </p:nvSpPr>
        <p:spPr>
          <a:xfrm>
            <a:off x="1989585" y="4212955"/>
            <a:ext cx="1623627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CFD3E0-6DB6-44F6-AD77-083253E1702F}"/>
              </a:ext>
            </a:extLst>
          </p:cNvPr>
          <p:cNvSpPr/>
          <p:nvPr/>
        </p:nvSpPr>
        <p:spPr>
          <a:xfrm>
            <a:off x="7583993" y="4216079"/>
            <a:ext cx="1623627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44C8B2-115A-4A69-8582-CFA3089EFF6B}"/>
              </a:ext>
            </a:extLst>
          </p:cNvPr>
          <p:cNvSpPr/>
          <p:nvPr/>
        </p:nvSpPr>
        <p:spPr>
          <a:xfrm>
            <a:off x="1430785" y="1091927"/>
            <a:ext cx="2475171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406FD7-ED8A-441D-BDD2-E2301F1860E0}"/>
              </a:ext>
            </a:extLst>
          </p:cNvPr>
          <p:cNvSpPr/>
          <p:nvPr/>
        </p:nvSpPr>
        <p:spPr>
          <a:xfrm>
            <a:off x="6570133" y="1731499"/>
            <a:ext cx="3397956" cy="403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97EA0C-3BBC-451D-A2B6-471D4FC6C643}"/>
              </a:ext>
            </a:extLst>
          </p:cNvPr>
          <p:cNvSpPr/>
          <p:nvPr/>
        </p:nvSpPr>
        <p:spPr>
          <a:xfrm>
            <a:off x="7583993" y="1731499"/>
            <a:ext cx="1292578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908E4B-D602-45D6-A044-5616015A8AEC}"/>
              </a:ext>
            </a:extLst>
          </p:cNvPr>
          <p:cNvSpPr/>
          <p:nvPr/>
        </p:nvSpPr>
        <p:spPr>
          <a:xfrm>
            <a:off x="1430785" y="1789612"/>
            <a:ext cx="1370613" cy="648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A361C49-B6DB-4AB5-9797-83154C87BB38}"/>
                  </a:ext>
                </a:extLst>
              </p:cNvPr>
              <p:cNvSpPr/>
              <p:nvPr/>
            </p:nvSpPr>
            <p:spPr>
              <a:xfrm>
                <a:off x="1494946" y="1752967"/>
                <a:ext cx="140346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CL" sz="1600" dirty="0"/>
                  <a:t>Pendiente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CL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CL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b="1" dirty="0"/>
                  <a:t> </a:t>
                </a:r>
                <a:endParaRPr lang="en-US" sz="16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A361C49-B6DB-4AB5-9797-83154C87BB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946" y="1752967"/>
                <a:ext cx="1403461" cy="584775"/>
              </a:xfrm>
              <a:prstGeom prst="rect">
                <a:avLst/>
              </a:prstGeom>
              <a:blipFill>
                <a:blip r:embed="rId4"/>
                <a:stretch>
                  <a:fillRect t="-3158"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0C971CB-0E92-4816-86DB-E83A00CB9171}"/>
                  </a:ext>
                </a:extLst>
              </p:cNvPr>
              <p:cNvSpPr/>
              <p:nvPr/>
            </p:nvSpPr>
            <p:spPr>
              <a:xfrm>
                <a:off x="2678135" y="865700"/>
                <a:ext cx="217033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CL" sz="1600" dirty="0"/>
                  <a:t>Pendiente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CL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L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CL" sz="1600" b="0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</m:d>
                    </m:oMath>
                  </m:oMathPara>
                </a14:m>
                <a:endParaRPr lang="en-US" sz="1600" i="1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0C971CB-0E92-4816-86DB-E83A00CB91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135" y="865700"/>
                <a:ext cx="2170338" cy="584775"/>
              </a:xfrm>
              <a:prstGeom prst="rect">
                <a:avLst/>
              </a:prstGeom>
              <a:blipFill>
                <a:blip r:embed="rId5"/>
                <a:stretch>
                  <a:fillRect t="-3125"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628B7B8-4785-4E8D-A036-C4CD1033FFC1}"/>
                  </a:ext>
                </a:extLst>
              </p:cNvPr>
              <p:cNvSpPr/>
              <p:nvPr/>
            </p:nvSpPr>
            <p:spPr>
              <a:xfrm>
                <a:off x="6993451" y="1309033"/>
                <a:ext cx="2638863" cy="8148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CL" sz="1600" dirty="0"/>
                  <a:t>Pendiente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s-CL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s-CL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s-CL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CL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s-CL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s-CL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CL" sz="16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s-CL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CL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L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s-CL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</m:d>
                        </m:num>
                        <m:den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628B7B8-4785-4E8D-A036-C4CD1033FF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451" y="1309033"/>
                <a:ext cx="2638863" cy="814838"/>
              </a:xfrm>
              <a:prstGeom prst="rect">
                <a:avLst/>
              </a:prstGeom>
              <a:blipFill>
                <a:blip r:embed="rId6"/>
                <a:stretch>
                  <a:fillRect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24F1569-4C4F-49CA-9B01-B50C53BFF4AB}"/>
                  </a:ext>
                </a:extLst>
              </p:cNvPr>
              <p:cNvSpPr/>
              <p:nvPr/>
            </p:nvSpPr>
            <p:spPr>
              <a:xfrm>
                <a:off x="4083553" y="1765828"/>
                <a:ext cx="97347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24F1569-4C4F-49CA-9B01-B50C53BFF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553" y="1765828"/>
                <a:ext cx="973472" cy="338554"/>
              </a:xfrm>
              <a:prstGeom prst="rect">
                <a:avLst/>
              </a:prstGeom>
              <a:blipFill>
                <a:blip r:embed="rId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9F6CF46-C466-4FF0-ABA7-9D9028A0947C}"/>
              </a:ext>
            </a:extLst>
          </p:cNvPr>
          <p:cNvCxnSpPr>
            <a:cxnSpLocks/>
          </p:cNvCxnSpPr>
          <p:nvPr/>
        </p:nvCxnSpPr>
        <p:spPr>
          <a:xfrm>
            <a:off x="3793067" y="1615491"/>
            <a:ext cx="336813" cy="33186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E6120A-E16A-4BE2-80DB-474A7FFB7B47}"/>
              </a:ext>
            </a:extLst>
          </p:cNvPr>
          <p:cNvCxnSpPr>
            <a:cxnSpLocks/>
          </p:cNvCxnSpPr>
          <p:nvPr/>
        </p:nvCxnSpPr>
        <p:spPr>
          <a:xfrm flipH="1">
            <a:off x="7583993" y="2032000"/>
            <a:ext cx="137607" cy="63217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2B826-5BCC-4F37-87C1-B0BE9C79431F}"/>
              </a:ext>
            </a:extLst>
          </p:cNvPr>
          <p:cNvSpPr/>
          <p:nvPr/>
        </p:nvSpPr>
        <p:spPr>
          <a:xfrm>
            <a:off x="7083778" y="3837506"/>
            <a:ext cx="3734822" cy="403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D3311E-5ACC-4117-ADED-C3C712A1D5F4}"/>
              </a:ext>
            </a:extLst>
          </p:cNvPr>
          <p:cNvSpPr/>
          <p:nvPr/>
        </p:nvSpPr>
        <p:spPr>
          <a:xfrm>
            <a:off x="1710588" y="3899822"/>
            <a:ext cx="3996130" cy="403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300C140-E0BF-412D-8D4B-2F516BBAA64F}"/>
                  </a:ext>
                </a:extLst>
              </p:cNvPr>
              <p:cNvSpPr txBox="1"/>
              <p:nvPr/>
            </p:nvSpPr>
            <p:spPr>
              <a:xfrm>
                <a:off x="2116091" y="3802952"/>
                <a:ext cx="741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300C140-E0BF-412D-8D4B-2F516BBAA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091" y="3802952"/>
                <a:ext cx="741649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D9BDA5C-85ED-45AC-A731-303B8FE24B61}"/>
                  </a:ext>
                </a:extLst>
              </p:cNvPr>
              <p:cNvSpPr txBox="1"/>
              <p:nvPr/>
            </p:nvSpPr>
            <p:spPr>
              <a:xfrm>
                <a:off x="3444820" y="3795188"/>
                <a:ext cx="741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D9BDA5C-85ED-45AC-A731-303B8FE24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20" y="3795188"/>
                <a:ext cx="741649" cy="369332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2CBCFFA-A1B9-48DA-9DF7-B693C2EB26BC}"/>
                  </a:ext>
                </a:extLst>
              </p:cNvPr>
              <p:cNvSpPr txBox="1"/>
              <p:nvPr/>
            </p:nvSpPr>
            <p:spPr>
              <a:xfrm>
                <a:off x="5177809" y="3828633"/>
                <a:ext cx="741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2CBCFFA-A1B9-48DA-9DF7-B693C2EB2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809" y="3828633"/>
                <a:ext cx="74164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C580B56-F9C1-430C-B9E3-E40CEB0B917F}"/>
                  </a:ext>
                </a:extLst>
              </p:cNvPr>
              <p:cNvSpPr txBox="1"/>
              <p:nvPr/>
            </p:nvSpPr>
            <p:spPr>
              <a:xfrm>
                <a:off x="7239595" y="3733102"/>
                <a:ext cx="741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C580B56-F9C1-430C-B9E3-E40CEB0B9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595" y="3733102"/>
                <a:ext cx="74164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8A086ED-B055-4A00-BEE3-BB7E81DDE68F}"/>
                  </a:ext>
                </a:extLst>
              </p:cNvPr>
              <p:cNvSpPr txBox="1"/>
              <p:nvPr/>
            </p:nvSpPr>
            <p:spPr>
              <a:xfrm>
                <a:off x="8568324" y="3725338"/>
                <a:ext cx="741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8A086ED-B055-4A00-BEE3-BB7E81DDE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8324" y="3725338"/>
                <a:ext cx="74164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B7E144-8632-424C-8A18-687DB7A0611D}"/>
                  </a:ext>
                </a:extLst>
              </p:cNvPr>
              <p:cNvSpPr txBox="1"/>
              <p:nvPr/>
            </p:nvSpPr>
            <p:spPr>
              <a:xfrm>
                <a:off x="10343242" y="3795188"/>
                <a:ext cx="741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B7E144-8632-424C-8A18-687DB7A06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242" y="3795188"/>
                <a:ext cx="74164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509CA76-6293-4E85-92F0-048F6A249C31}"/>
                  </a:ext>
                </a:extLst>
              </p:cNvPr>
              <p:cNvSpPr/>
              <p:nvPr/>
            </p:nvSpPr>
            <p:spPr>
              <a:xfrm>
                <a:off x="9146641" y="2227031"/>
                <a:ext cx="1849800" cy="5533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509CA76-6293-4E85-92F0-048F6A249C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6641" y="2227031"/>
                <a:ext cx="1849800" cy="55335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5C18936-E3E3-4F19-B2DE-E0E67A6DD72C}"/>
              </a:ext>
            </a:extLst>
          </p:cNvPr>
          <p:cNvCxnSpPr>
            <a:cxnSpLocks/>
          </p:cNvCxnSpPr>
          <p:nvPr/>
        </p:nvCxnSpPr>
        <p:spPr>
          <a:xfrm>
            <a:off x="8939148" y="2256569"/>
            <a:ext cx="268472" cy="23285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8719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33A492-8402-41F0-8FC5-F3020702B1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E6E7E8"/>
              </a:clrFrom>
              <a:clrTo>
                <a:srgbClr val="E6E7E8">
                  <a:alpha val="0"/>
                </a:srgbClr>
              </a:clrTo>
            </a:clrChange>
          </a:blip>
          <a:srcRect l="13499" b="51974"/>
          <a:stretch/>
        </p:blipFill>
        <p:spPr>
          <a:xfrm>
            <a:off x="861134" y="1532510"/>
            <a:ext cx="4845587" cy="31074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013C5A-641C-8361-7474-E6293D29D491}"/>
              </a:ext>
            </a:extLst>
          </p:cNvPr>
          <p:cNvSpPr txBox="1"/>
          <p:nvPr/>
        </p:nvSpPr>
        <p:spPr>
          <a:xfrm>
            <a:off x="875057" y="4526266"/>
            <a:ext cx="484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Predictor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17515D-F8A7-636B-A227-3D785E573390}"/>
              </a:ext>
            </a:extLst>
          </p:cNvPr>
          <p:cNvSpPr txBox="1"/>
          <p:nvPr/>
        </p:nvSpPr>
        <p:spPr>
          <a:xfrm>
            <a:off x="6000400" y="4606723"/>
            <a:ext cx="484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Corrector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86169C-90C7-4295-89C4-6033174E90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E6E7E8"/>
              </a:clrFrom>
              <a:clrTo>
                <a:srgbClr val="E6E7E8">
                  <a:alpha val="0"/>
                </a:srgbClr>
              </a:clrTo>
            </a:clrChange>
          </a:blip>
          <a:srcRect l="13499" t="51974"/>
          <a:stretch/>
        </p:blipFill>
        <p:spPr>
          <a:xfrm>
            <a:off x="6000400" y="1603531"/>
            <a:ext cx="4845588" cy="31074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F7EB35B-F32D-4047-8437-98D3CA2F327D}"/>
              </a:ext>
            </a:extLst>
          </p:cNvPr>
          <p:cNvSpPr/>
          <p:nvPr/>
        </p:nvSpPr>
        <p:spPr>
          <a:xfrm>
            <a:off x="1962952" y="4145058"/>
            <a:ext cx="1623627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CFD3E0-6DB6-44F6-AD77-083253E1702F}"/>
              </a:ext>
            </a:extLst>
          </p:cNvPr>
          <p:cNvSpPr/>
          <p:nvPr/>
        </p:nvSpPr>
        <p:spPr>
          <a:xfrm>
            <a:off x="7583993" y="4216079"/>
            <a:ext cx="1623627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6B646B-5997-4A15-9D2C-8DFF7B302CF7}"/>
              </a:ext>
            </a:extLst>
          </p:cNvPr>
          <p:cNvSpPr/>
          <p:nvPr/>
        </p:nvSpPr>
        <p:spPr>
          <a:xfrm>
            <a:off x="1277645" y="1603530"/>
            <a:ext cx="3079866" cy="253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B044193-D496-4104-9894-78FBC970C69A}"/>
                  </a:ext>
                </a:extLst>
              </p:cNvPr>
              <p:cNvSpPr/>
              <p:nvPr/>
            </p:nvSpPr>
            <p:spPr>
              <a:xfrm>
                <a:off x="1741780" y="1232388"/>
                <a:ext cx="2554802" cy="6245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CL" sz="1600" dirty="0"/>
                  <a:t>Pendiente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CL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CL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+1/2</m:t>
                            </m:r>
                          </m:sub>
                        </m:sSub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r>
                  <a:rPr lang="en-US" sz="1600" b="1" dirty="0"/>
                  <a:t> </a:t>
                </a:r>
                <a:endParaRPr lang="en-US" sz="16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B044193-D496-4104-9894-78FBC970C6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780" y="1232388"/>
                <a:ext cx="2554802" cy="624530"/>
              </a:xfrm>
              <a:prstGeom prst="rect">
                <a:avLst/>
              </a:prstGeom>
              <a:blipFill>
                <a:blip r:embed="rId4"/>
                <a:stretch>
                  <a:fillRect t="-2913" b="-2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78DFDEA-7D83-490C-ACE3-0AE85F2A53F8}"/>
                  </a:ext>
                </a:extLst>
              </p:cNvPr>
              <p:cNvSpPr/>
              <p:nvPr/>
            </p:nvSpPr>
            <p:spPr>
              <a:xfrm>
                <a:off x="1151138" y="2039346"/>
                <a:ext cx="162362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CL" sz="1600" dirty="0"/>
                  <a:t>Pendiente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CL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CL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b="1" dirty="0"/>
                  <a:t> </a:t>
                </a:r>
                <a:endParaRPr lang="en-US" sz="16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78DFDEA-7D83-490C-ACE3-0AE85F2A53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38" y="2039346"/>
                <a:ext cx="1623627" cy="584775"/>
              </a:xfrm>
              <a:prstGeom prst="rect">
                <a:avLst/>
              </a:prstGeom>
              <a:blipFill>
                <a:blip r:embed="rId5"/>
                <a:stretch>
                  <a:fillRect t="-3158"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CDA2E14A-A0F0-4078-8978-E1544F8D2CAB}"/>
              </a:ext>
            </a:extLst>
          </p:cNvPr>
          <p:cNvSpPr/>
          <p:nvPr/>
        </p:nvSpPr>
        <p:spPr>
          <a:xfrm>
            <a:off x="6374578" y="1764083"/>
            <a:ext cx="3079866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9A94EE-10A2-46DB-AEED-EEA55DB2AF51}"/>
              </a:ext>
            </a:extLst>
          </p:cNvPr>
          <p:cNvSpPr/>
          <p:nvPr/>
        </p:nvSpPr>
        <p:spPr>
          <a:xfrm>
            <a:off x="1710588" y="3899822"/>
            <a:ext cx="3996130" cy="403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6BD2FCC-C47A-482A-ABB5-CB4117F3595B}"/>
                  </a:ext>
                </a:extLst>
              </p:cNvPr>
              <p:cNvSpPr txBox="1"/>
              <p:nvPr/>
            </p:nvSpPr>
            <p:spPr>
              <a:xfrm>
                <a:off x="1962237" y="3797962"/>
                <a:ext cx="741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6BD2FCC-C47A-482A-ABB5-CB4117F35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237" y="3797962"/>
                <a:ext cx="74164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4EDAF8B-1188-4F6B-896A-3090C76C31F7}"/>
                  </a:ext>
                </a:extLst>
              </p:cNvPr>
              <p:cNvSpPr txBox="1"/>
              <p:nvPr/>
            </p:nvSpPr>
            <p:spPr>
              <a:xfrm>
                <a:off x="2752855" y="3797962"/>
                <a:ext cx="741649" cy="394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+1/2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4EDAF8B-1188-4F6B-896A-3090C76C3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855" y="3797962"/>
                <a:ext cx="741649" cy="394210"/>
              </a:xfrm>
              <a:prstGeom prst="rect">
                <a:avLst/>
              </a:prstGeom>
              <a:blipFill>
                <a:blip r:embed="rId7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0B5AD52-0A91-4925-907D-999BFAAABC2B}"/>
                  </a:ext>
                </a:extLst>
              </p:cNvPr>
              <p:cNvSpPr txBox="1"/>
              <p:nvPr/>
            </p:nvSpPr>
            <p:spPr>
              <a:xfrm>
                <a:off x="5177809" y="3828633"/>
                <a:ext cx="741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0B5AD52-0A91-4925-907D-999BFAAAB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809" y="3828633"/>
                <a:ext cx="74164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DEB51BB5-1946-45A3-9ABE-0E28A3965F8A}"/>
              </a:ext>
            </a:extLst>
          </p:cNvPr>
          <p:cNvSpPr/>
          <p:nvPr/>
        </p:nvSpPr>
        <p:spPr>
          <a:xfrm>
            <a:off x="6794613" y="3928014"/>
            <a:ext cx="3996130" cy="403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147E6A4-6DDF-4FBA-B379-47CA4729F3F4}"/>
                  </a:ext>
                </a:extLst>
              </p:cNvPr>
              <p:cNvSpPr txBox="1"/>
              <p:nvPr/>
            </p:nvSpPr>
            <p:spPr>
              <a:xfrm>
                <a:off x="7109804" y="3831144"/>
                <a:ext cx="741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147E6A4-6DDF-4FBA-B379-47CA4729F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9804" y="3831144"/>
                <a:ext cx="74164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05A1C45-AA17-4ED9-8CE6-673D555FCB70}"/>
                  </a:ext>
                </a:extLst>
              </p:cNvPr>
              <p:cNvSpPr txBox="1"/>
              <p:nvPr/>
            </p:nvSpPr>
            <p:spPr>
              <a:xfrm>
                <a:off x="8483689" y="3823380"/>
                <a:ext cx="741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05A1C45-AA17-4ED9-8CE6-673D555FC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689" y="3823380"/>
                <a:ext cx="74164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B63F10-3539-4FBC-88BA-8F67B9E52AB1}"/>
                  </a:ext>
                </a:extLst>
              </p:cNvPr>
              <p:cNvSpPr txBox="1"/>
              <p:nvPr/>
            </p:nvSpPr>
            <p:spPr>
              <a:xfrm>
                <a:off x="10261834" y="3856825"/>
                <a:ext cx="741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B63F10-3539-4FBC-88BA-8F67B9E52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1834" y="3856825"/>
                <a:ext cx="74164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8A7B031-DF7A-4917-AE96-DFE560F2851D}"/>
                  </a:ext>
                </a:extLst>
              </p:cNvPr>
              <p:cNvSpPr/>
              <p:nvPr/>
            </p:nvSpPr>
            <p:spPr>
              <a:xfrm>
                <a:off x="6477605" y="1338408"/>
                <a:ext cx="2554802" cy="6245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CL" sz="1600" dirty="0"/>
                  <a:t>Pendiente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CL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CL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+1/2</m:t>
                            </m:r>
                          </m:sub>
                        </m:sSub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r>
                  <a:rPr lang="en-US" sz="1600" b="1" dirty="0"/>
                  <a:t> </a:t>
                </a:r>
                <a:endParaRPr lang="en-US" sz="16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8A7B031-DF7A-4917-AE96-DFE560F285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605" y="1338408"/>
                <a:ext cx="2554802" cy="624530"/>
              </a:xfrm>
              <a:prstGeom prst="rect">
                <a:avLst/>
              </a:prstGeom>
              <a:blipFill>
                <a:blip r:embed="rId12"/>
                <a:stretch>
                  <a:fillRect t="-2941"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90884B0-79E2-4DD6-ABD1-7EEF2910DE58}"/>
                  </a:ext>
                </a:extLst>
              </p:cNvPr>
              <p:cNvSpPr/>
              <p:nvPr/>
            </p:nvSpPr>
            <p:spPr>
              <a:xfrm>
                <a:off x="8854513" y="1837679"/>
                <a:ext cx="97821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600" i="1"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90884B0-79E2-4DD6-ABD1-7EEF2910DE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4513" y="1837679"/>
                <a:ext cx="978217" cy="338554"/>
              </a:xfrm>
              <a:prstGeom prst="rect">
                <a:avLst/>
              </a:prstGeom>
              <a:blipFill>
                <a:blip r:embed="rId13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575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9E55F7D-7213-7137-FE5C-2BD08B7D086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6E7E8"/>
              </a:clrFrom>
              <a:clrTo>
                <a:srgbClr val="E6E7E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06282" y="468902"/>
            <a:ext cx="7222198" cy="494219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50F6C62-315E-16AC-F681-544477A94767}"/>
              </a:ext>
            </a:extLst>
          </p:cNvPr>
          <p:cNvSpPr/>
          <p:nvPr/>
        </p:nvSpPr>
        <p:spPr>
          <a:xfrm>
            <a:off x="4368800" y="4283197"/>
            <a:ext cx="5120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058DC8-7032-43FB-CEB6-3A00D0CE35F6}"/>
                  </a:ext>
                </a:extLst>
              </p:cNvPr>
              <p:cNvSpPr txBox="1"/>
              <p:nvPr/>
            </p:nvSpPr>
            <p:spPr>
              <a:xfrm>
                <a:off x="4429760" y="4180225"/>
                <a:ext cx="7416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CL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058DC8-7032-43FB-CEB6-3A00D0CE3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760" y="4180225"/>
                <a:ext cx="74164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370C858-0650-148E-0885-3A52380CC475}"/>
                  </a:ext>
                </a:extLst>
              </p:cNvPr>
              <p:cNvSpPr txBox="1"/>
              <p:nvPr/>
            </p:nvSpPr>
            <p:spPr>
              <a:xfrm>
                <a:off x="6278913" y="4180225"/>
                <a:ext cx="7416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CL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370C858-0650-148E-0885-3A52380CC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913" y="4180225"/>
                <a:ext cx="7416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5901C76-13F8-819B-784F-DE6A063D6E56}"/>
                  </a:ext>
                </a:extLst>
              </p:cNvPr>
              <p:cNvSpPr txBox="1"/>
              <p:nvPr/>
            </p:nvSpPr>
            <p:spPr>
              <a:xfrm>
                <a:off x="8808751" y="4180225"/>
                <a:ext cx="7416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5901C76-13F8-819B-784F-DE6A063D6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751" y="4180225"/>
                <a:ext cx="74164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74B451EB-5C5F-973D-8596-5AB0285D60D7}"/>
              </a:ext>
            </a:extLst>
          </p:cNvPr>
          <p:cNvSpPr/>
          <p:nvPr/>
        </p:nvSpPr>
        <p:spPr>
          <a:xfrm>
            <a:off x="2895600" y="468902"/>
            <a:ext cx="304800" cy="3513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778956-49C6-DD22-3CDD-617D8CB16E0B}"/>
                  </a:ext>
                </a:extLst>
              </p:cNvPr>
              <p:cNvSpPr txBox="1"/>
              <p:nvPr/>
            </p:nvSpPr>
            <p:spPr>
              <a:xfrm>
                <a:off x="2702558" y="468358"/>
                <a:ext cx="7416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778956-49C6-DD22-3CDD-617D8CB16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558" y="468358"/>
                <a:ext cx="74164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C3547532-D6F6-C694-DB4A-154F0106475D}"/>
              </a:ext>
            </a:extLst>
          </p:cNvPr>
          <p:cNvSpPr/>
          <p:nvPr/>
        </p:nvSpPr>
        <p:spPr>
          <a:xfrm>
            <a:off x="5425440" y="3520510"/>
            <a:ext cx="391941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A093685-12BD-068B-74D2-2CC6F43653FA}"/>
                  </a:ext>
                </a:extLst>
              </p:cNvPr>
              <p:cNvSpPr txBox="1"/>
              <p:nvPr/>
            </p:nvSpPr>
            <p:spPr>
              <a:xfrm>
                <a:off x="5242608" y="3359530"/>
                <a:ext cx="7416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A093685-12BD-068B-74D2-2CC6F4365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608" y="3359530"/>
                <a:ext cx="74164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83138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F0C027-1B6C-9A7E-5844-534F8D7DF5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E6E7E8"/>
              </a:clrFrom>
              <a:clrTo>
                <a:srgbClr val="E6E7E8">
                  <a:alpha val="0"/>
                </a:srgbClr>
              </a:clrTo>
            </a:clrChange>
          </a:blip>
          <a:srcRect b="55781"/>
          <a:stretch/>
        </p:blipFill>
        <p:spPr>
          <a:xfrm>
            <a:off x="733449" y="1574157"/>
            <a:ext cx="4937760" cy="30325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BA08F2-66DA-8572-94DC-06BF11ED278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E6E7E8"/>
              </a:clrFrom>
              <a:clrTo>
                <a:srgbClr val="E6E7E8">
                  <a:alpha val="0"/>
                </a:srgbClr>
              </a:clrTo>
            </a:clrChange>
          </a:blip>
          <a:srcRect t="52560" b="3221"/>
          <a:stretch/>
        </p:blipFill>
        <p:spPr>
          <a:xfrm>
            <a:off x="5886112" y="1574156"/>
            <a:ext cx="4937760" cy="30325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013C5A-641C-8361-7474-E6293D29D491}"/>
              </a:ext>
            </a:extLst>
          </p:cNvPr>
          <p:cNvSpPr txBox="1"/>
          <p:nvPr/>
        </p:nvSpPr>
        <p:spPr>
          <a:xfrm>
            <a:off x="733449" y="4606723"/>
            <a:ext cx="5019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Predictor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17515D-F8A7-636B-A227-3D785E573390}"/>
              </a:ext>
            </a:extLst>
          </p:cNvPr>
          <p:cNvSpPr txBox="1"/>
          <p:nvPr/>
        </p:nvSpPr>
        <p:spPr>
          <a:xfrm>
            <a:off x="5886112" y="4606723"/>
            <a:ext cx="5019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Corrector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7038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75D972-03E1-44F4-2B75-F8638D26D50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7E8"/>
              </a:clrFrom>
              <a:clrTo>
                <a:srgbClr val="E6E7E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21751" y="1261640"/>
            <a:ext cx="8463255" cy="529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4619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904FEE3-3C76-F077-C8FD-5C8ABC940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52" y="1099458"/>
            <a:ext cx="4654946" cy="30588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ABFF4D15-0405-8778-C2B6-C7555C5A95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1619274"/>
                  </p:ext>
                </p:extLst>
              </p:nvPr>
            </p:nvGraphicFramePr>
            <p:xfrm>
              <a:off x="2137343" y="5260169"/>
              <a:ext cx="6400800" cy="7924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4274936354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275328565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44794343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52472394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36396951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64965258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95854489"/>
                        </a:ext>
                      </a:extLst>
                    </a:gridCol>
                  </a:tblGrid>
                  <a:tr h="3457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sz="2000" dirty="0">
                              <a:latin typeface="+mj-lt"/>
                            </a:rPr>
                            <a:t>,</a:t>
                          </a:r>
                          <a:r>
                            <a:rPr lang="en-US" sz="2000" baseline="0" dirty="0">
                              <a:latin typeface="+mj-lt"/>
                            </a:rPr>
                            <a:t> (min)</a:t>
                          </a:r>
                          <a:endParaRPr lang="en-US" sz="2000" dirty="0">
                            <a:latin typeface="+mj-lt"/>
                          </a:endParaRPr>
                        </a:p>
                      </a:txBody>
                      <a:tcPr marL="45720" marR="0" anchor="ctr">
                        <a:lnR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45720" marR="0" anchor="ctr">
                        <a:lnL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25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84570365"/>
                      </a:ext>
                    </a:extLst>
                  </a:tr>
                  <a:tr h="3457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sz="2000" dirty="0">
                              <a:latin typeface="+mj-lt"/>
                            </a:rPr>
                            <a:t> (</a:t>
                          </a:r>
                          <a:r>
                            <a:rPr lang="es-CL" sz="2000" dirty="0">
                              <a:latin typeface="+mj-lt"/>
                            </a:rPr>
                            <a:t>°C)</a:t>
                          </a:r>
                          <a:endParaRPr lang="en-US" sz="2000" dirty="0">
                            <a:latin typeface="+mj-lt"/>
                          </a:endParaRPr>
                        </a:p>
                      </a:txBody>
                      <a:tcPr marL="45720" marR="0" anchor="ctr">
                        <a:lnR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44.5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30.0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24.1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21.7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20.7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41692724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ABFF4D15-0405-8778-C2B6-C7555C5A95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1619274"/>
                  </p:ext>
                </p:extLst>
              </p:nvPr>
            </p:nvGraphicFramePr>
            <p:xfrm>
              <a:off x="2137343" y="5260169"/>
              <a:ext cx="6400800" cy="7924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4274936354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275328565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44794343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52472394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36396951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64965258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9585448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0" anchor="ctr">
                        <a:lnR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7576" r="-601333" b="-1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45720" marR="0" anchor="ctr">
                        <a:lnL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25</a:t>
                          </a:r>
                        </a:p>
                      </a:txBody>
                      <a:tcPr marL="45720" marR="0" anchor="ctr"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845703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0" anchor="ctr">
                        <a:lnR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t="-109231" r="-601333" b="-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3810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44.5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30.0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24.1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21.7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n-US" sz="20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20.7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416927244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902C8013-9B1A-D976-933B-D39189C8F6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229" y="369737"/>
            <a:ext cx="6579327" cy="42784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1A2D716-5566-553F-AE90-B1ADF461C6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9280" y="2133600"/>
            <a:ext cx="5837259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6564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C3D1D41-8924-3E39-15EC-83C641D3F376}"/>
              </a:ext>
            </a:extLst>
          </p:cNvPr>
          <p:cNvSpPr/>
          <p:nvPr/>
        </p:nvSpPr>
        <p:spPr>
          <a:xfrm>
            <a:off x="4807012" y="1053322"/>
            <a:ext cx="202954" cy="65177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0070C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7909DCE-4F4E-45A5-1CF1-026283DE27E5}"/>
              </a:ext>
            </a:extLst>
          </p:cNvPr>
          <p:cNvSpPr/>
          <p:nvPr/>
        </p:nvSpPr>
        <p:spPr>
          <a:xfrm flipV="1">
            <a:off x="4832372" y="2520513"/>
            <a:ext cx="202954" cy="59992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0070C0">
                <a:alpha val="46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809880-FC9E-F967-0446-783FF669AD05}"/>
              </a:ext>
            </a:extLst>
          </p:cNvPr>
          <p:cNvSpPr/>
          <p:nvPr/>
        </p:nvSpPr>
        <p:spPr>
          <a:xfrm>
            <a:off x="3091542" y="1781150"/>
            <a:ext cx="4350361" cy="683130"/>
          </a:xfrm>
          <a:prstGeom prst="rect">
            <a:avLst/>
          </a:prstGeom>
          <a:gradFill flip="none" rotWithShape="1">
            <a:gsLst>
              <a:gs pos="47600">
                <a:schemeClr val="bg1">
                  <a:lumMod val="95000"/>
                </a:schemeClr>
              </a:gs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8EA09A-F8E1-0FA1-6C39-7B6DA210EE2E}"/>
              </a:ext>
            </a:extLst>
          </p:cNvPr>
          <p:cNvSpPr/>
          <p:nvPr/>
        </p:nvSpPr>
        <p:spPr>
          <a:xfrm>
            <a:off x="2808841" y="1200151"/>
            <a:ext cx="282701" cy="1845128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7375B33-C881-24A1-1DEE-0B014E90F61C}"/>
                  </a:ext>
                </a:extLst>
              </p:cNvPr>
              <p:cNvSpPr txBox="1"/>
              <p:nvPr/>
            </p:nvSpPr>
            <p:spPr>
              <a:xfrm>
                <a:off x="5257485" y="1213771"/>
                <a:ext cx="14285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′(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es-C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s-C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7375B33-C881-24A1-1DEE-0B014E90F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485" y="1213771"/>
                <a:ext cx="1428533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B5E6479-0594-0CD0-8331-80F3FBD65D83}"/>
                  </a:ext>
                </a:extLst>
              </p:cNvPr>
              <p:cNvSpPr txBox="1"/>
              <p:nvPr/>
            </p:nvSpPr>
            <p:spPr>
              <a:xfrm>
                <a:off x="4931590" y="3056163"/>
                <a:ext cx="1328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L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B5E6479-0594-0CD0-8331-80F3FBD65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590" y="3056163"/>
                <a:ext cx="132856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9382FCC-3BB8-375C-C2C1-42A80F20EE7C}"/>
              </a:ext>
            </a:extLst>
          </p:cNvPr>
          <p:cNvGrpSpPr/>
          <p:nvPr/>
        </p:nvGrpSpPr>
        <p:grpSpPr>
          <a:xfrm>
            <a:off x="4493207" y="2509627"/>
            <a:ext cx="891967" cy="393593"/>
            <a:chOff x="4500827" y="2509627"/>
            <a:chExt cx="891967" cy="393593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B60AB8E-3C41-A8B0-8B8F-DD09E03EAB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25386" y="2528555"/>
              <a:ext cx="142782" cy="26420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8E199017-8347-0FB4-CE0A-6D02341A09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6208" y="2528555"/>
              <a:ext cx="71178" cy="3429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42D1917F-90F9-08DD-F988-B1E27594DEEA}"/>
                </a:ext>
              </a:extLst>
            </p:cNvPr>
            <p:cNvCxnSpPr>
              <a:cxnSpLocks/>
            </p:cNvCxnSpPr>
            <p:nvPr/>
          </p:nvCxnSpPr>
          <p:spPr>
            <a:xfrm>
              <a:off x="5053793" y="2528555"/>
              <a:ext cx="78702" cy="3429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205AE21F-57EC-255D-9C58-ACB009D5B5CD}"/>
                </a:ext>
              </a:extLst>
            </p:cNvPr>
            <p:cNvCxnSpPr>
              <a:cxnSpLocks/>
            </p:cNvCxnSpPr>
            <p:nvPr/>
          </p:nvCxnSpPr>
          <p:spPr>
            <a:xfrm>
              <a:off x="5132495" y="2528555"/>
              <a:ext cx="148165" cy="26420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C751C8F5-08FC-650D-B30F-D30856D854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0827" y="2509627"/>
              <a:ext cx="181663" cy="17595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5205100C-9AB1-5F6D-A628-C2843B6089DC}"/>
                </a:ext>
              </a:extLst>
            </p:cNvPr>
            <p:cNvCxnSpPr>
              <a:cxnSpLocks/>
            </p:cNvCxnSpPr>
            <p:nvPr/>
          </p:nvCxnSpPr>
          <p:spPr>
            <a:xfrm>
              <a:off x="5229333" y="2515339"/>
              <a:ext cx="163461" cy="19651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C6F8DF01-99E6-00CD-2E77-A3048E0E4683}"/>
                </a:ext>
              </a:extLst>
            </p:cNvPr>
            <p:cNvCxnSpPr>
              <a:cxnSpLocks/>
            </p:cNvCxnSpPr>
            <p:nvPr/>
          </p:nvCxnSpPr>
          <p:spPr>
            <a:xfrm>
              <a:off x="4966008" y="2528555"/>
              <a:ext cx="0" cy="37466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A05224A-CDAF-B5B9-F22B-DDE8E6C52D9A}"/>
              </a:ext>
            </a:extLst>
          </p:cNvPr>
          <p:cNvGrpSpPr/>
          <p:nvPr/>
        </p:nvGrpSpPr>
        <p:grpSpPr>
          <a:xfrm flipV="1">
            <a:off x="4477652" y="1359843"/>
            <a:ext cx="891967" cy="369332"/>
            <a:chOff x="4500827" y="2509627"/>
            <a:chExt cx="891967" cy="393593"/>
          </a:xfrm>
        </p:grpSpPr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845D8311-4204-379D-78BC-4041E47F28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25386" y="2528555"/>
              <a:ext cx="142782" cy="26420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C2F830CB-6E85-483F-C9CE-94C9BAE310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6208" y="2528555"/>
              <a:ext cx="71178" cy="3429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CB5359CA-9653-C970-FB8D-0591964C9718}"/>
                </a:ext>
              </a:extLst>
            </p:cNvPr>
            <p:cNvCxnSpPr>
              <a:cxnSpLocks/>
            </p:cNvCxnSpPr>
            <p:nvPr/>
          </p:nvCxnSpPr>
          <p:spPr>
            <a:xfrm>
              <a:off x="5053793" y="2528555"/>
              <a:ext cx="78702" cy="3429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844B3708-C5D6-437C-3648-715CAB4A6360}"/>
                </a:ext>
              </a:extLst>
            </p:cNvPr>
            <p:cNvCxnSpPr>
              <a:cxnSpLocks/>
            </p:cNvCxnSpPr>
            <p:nvPr/>
          </p:nvCxnSpPr>
          <p:spPr>
            <a:xfrm>
              <a:off x="5132495" y="2528555"/>
              <a:ext cx="148165" cy="26420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D390E474-FA71-A577-DEBB-0351872B85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0827" y="2509627"/>
              <a:ext cx="181663" cy="17595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27AC5CAF-7C80-4FFC-EF1B-1F879A0BD281}"/>
                </a:ext>
              </a:extLst>
            </p:cNvPr>
            <p:cNvCxnSpPr>
              <a:cxnSpLocks/>
            </p:cNvCxnSpPr>
            <p:nvPr/>
          </p:nvCxnSpPr>
          <p:spPr>
            <a:xfrm>
              <a:off x="5229333" y="2515339"/>
              <a:ext cx="163461" cy="19651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47FE1436-EE06-4CF6-074D-3DEDBDF4ABDB}"/>
                </a:ext>
              </a:extLst>
            </p:cNvPr>
            <p:cNvCxnSpPr>
              <a:cxnSpLocks/>
            </p:cNvCxnSpPr>
            <p:nvPr/>
          </p:nvCxnSpPr>
          <p:spPr>
            <a:xfrm>
              <a:off x="4958388" y="2528555"/>
              <a:ext cx="0" cy="37466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7ED5401-2483-E36A-9F89-B6F41AC14DC0}"/>
                  </a:ext>
                </a:extLst>
              </p:cNvPr>
              <p:cNvSpPr txBox="1"/>
              <p:nvPr/>
            </p:nvSpPr>
            <p:spPr>
              <a:xfrm>
                <a:off x="7277365" y="354985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7ED5401-2483-E36A-9F89-B6F41AC14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365" y="3549857"/>
                <a:ext cx="3657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4BD34A2A-8A2C-C7FD-C0C8-F2763A7F6929}"/>
              </a:ext>
            </a:extLst>
          </p:cNvPr>
          <p:cNvCxnSpPr>
            <a:cxnSpLocks/>
            <a:stCxn id="112" idx="0"/>
          </p:cNvCxnSpPr>
          <p:nvPr/>
        </p:nvCxnSpPr>
        <p:spPr>
          <a:xfrm flipH="1" flipV="1">
            <a:off x="7441903" y="1704560"/>
            <a:ext cx="18333" cy="184529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E6B8DE7C-7CB1-6BC2-E619-FD0A5B7C7B17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3087352" y="2050778"/>
            <a:ext cx="4191" cy="149396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950CF161-72DC-837D-0406-BB35C309CEA3}"/>
                  </a:ext>
                </a:extLst>
              </p:cNvPr>
              <p:cNvSpPr txBox="1"/>
              <p:nvPr/>
            </p:nvSpPr>
            <p:spPr>
              <a:xfrm>
                <a:off x="6994596" y="1213771"/>
                <a:ext cx="4656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950CF161-72DC-837D-0406-BB35C309C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596" y="1213771"/>
                <a:ext cx="46564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530B6F0-B04A-9AB5-76DF-7D7A40F97DB0}"/>
                  </a:ext>
                </a:extLst>
              </p:cNvPr>
              <p:cNvSpPr txBox="1"/>
              <p:nvPr/>
            </p:nvSpPr>
            <p:spPr>
              <a:xfrm>
                <a:off x="3090171" y="1181178"/>
                <a:ext cx="4633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530B6F0-B04A-9AB5-76DF-7D7A40F97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171" y="1181178"/>
                <a:ext cx="4633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Rectangle 132">
            <a:extLst>
              <a:ext uri="{FF2B5EF4-FFF2-40B4-BE49-F238E27FC236}">
                <a16:creationId xmlns:a16="http://schemas.microsoft.com/office/drawing/2014/main" id="{92830060-4444-9709-5E39-BAD5227C8A86}"/>
              </a:ext>
            </a:extLst>
          </p:cNvPr>
          <p:cNvSpPr/>
          <p:nvPr/>
        </p:nvSpPr>
        <p:spPr>
          <a:xfrm>
            <a:off x="4617766" y="1782102"/>
            <a:ext cx="638590" cy="692075"/>
          </a:xfrm>
          <a:prstGeom prst="rect">
            <a:avLst/>
          </a:prstGeom>
          <a:gradFill flip="none" rotWithShape="1">
            <a:gsLst>
              <a:gs pos="47600">
                <a:schemeClr val="bg1">
                  <a:lumMod val="95000"/>
                </a:schemeClr>
              </a:gs>
              <a:gs pos="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36F5665-EF28-A8F0-2673-8D5BBEBD108F}"/>
              </a:ext>
            </a:extLst>
          </p:cNvPr>
          <p:cNvCxnSpPr>
            <a:cxnSpLocks/>
          </p:cNvCxnSpPr>
          <p:nvPr/>
        </p:nvCxnSpPr>
        <p:spPr>
          <a:xfrm>
            <a:off x="5256356" y="1781150"/>
            <a:ext cx="0" cy="68313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7AC18B6-019D-0C55-A4D0-D21ACB9035C2}"/>
                  </a:ext>
                </a:extLst>
              </p:cNvPr>
              <p:cNvSpPr txBox="1"/>
              <p:nvPr/>
            </p:nvSpPr>
            <p:spPr>
              <a:xfrm>
                <a:off x="4682367" y="1947166"/>
                <a:ext cx="5010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7AC18B6-019D-0C55-A4D0-D21ACB903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367" y="1947166"/>
                <a:ext cx="50103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47D9CA79-4910-8DD2-5683-BF2FCC5BD4FC}"/>
              </a:ext>
            </a:extLst>
          </p:cNvPr>
          <p:cNvCxnSpPr>
            <a:cxnSpLocks/>
          </p:cNvCxnSpPr>
          <p:nvPr/>
        </p:nvCxnSpPr>
        <p:spPr>
          <a:xfrm>
            <a:off x="4617766" y="2243892"/>
            <a:ext cx="63859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947AC1F-BCD9-71E4-F185-961089D8F1C9}"/>
              </a:ext>
            </a:extLst>
          </p:cNvPr>
          <p:cNvCxnSpPr>
            <a:cxnSpLocks/>
          </p:cNvCxnSpPr>
          <p:nvPr/>
        </p:nvCxnSpPr>
        <p:spPr>
          <a:xfrm>
            <a:off x="4618816" y="1781150"/>
            <a:ext cx="0" cy="68313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B55C14C-8B8C-8835-E228-BBE524DADA62}"/>
              </a:ext>
            </a:extLst>
          </p:cNvPr>
          <p:cNvCxnSpPr>
            <a:cxnSpLocks/>
          </p:cNvCxnSpPr>
          <p:nvPr/>
        </p:nvCxnSpPr>
        <p:spPr>
          <a:xfrm>
            <a:off x="3091542" y="3486695"/>
            <a:ext cx="4869649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A8055D30-EF6F-04DC-7239-79BBCE74B802}"/>
                  </a:ext>
                </a:extLst>
              </p:cNvPr>
              <p:cNvSpPr txBox="1"/>
              <p:nvPr/>
            </p:nvSpPr>
            <p:spPr>
              <a:xfrm>
                <a:off x="7593205" y="3110765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A8055D30-EF6F-04DC-7239-79BBCE74B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205" y="3110765"/>
                <a:ext cx="36798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CC2D72A-A64B-AE26-FB39-AEB2A9946EC4}"/>
              </a:ext>
            </a:extLst>
          </p:cNvPr>
          <p:cNvSpPr txBox="1"/>
          <p:nvPr/>
        </p:nvSpPr>
        <p:spPr>
          <a:xfrm>
            <a:off x="5467355" y="932779"/>
            <a:ext cx="105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i="1" dirty="0">
                <a:solidFill>
                  <a:srgbClr val="FF0000"/>
                </a:solidFill>
              </a:rPr>
              <a:t>radiación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C3935-3687-C1D5-063F-03271CDE2A1C}"/>
              </a:ext>
            </a:extLst>
          </p:cNvPr>
          <p:cNvSpPr txBox="1"/>
          <p:nvPr/>
        </p:nvSpPr>
        <p:spPr>
          <a:xfrm>
            <a:off x="5018283" y="2797963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i="1" dirty="0">
                <a:solidFill>
                  <a:srgbClr val="0070C0"/>
                </a:solidFill>
              </a:rPr>
              <a:t>convección</a:t>
            </a:r>
            <a:endParaRPr lang="en-US" i="1" dirty="0">
              <a:solidFill>
                <a:srgbClr val="0070C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B54EE3-BECF-015A-CD53-A2D80A6873AB}"/>
              </a:ext>
            </a:extLst>
          </p:cNvPr>
          <p:cNvCxnSpPr>
            <a:cxnSpLocks/>
          </p:cNvCxnSpPr>
          <p:nvPr/>
        </p:nvCxnSpPr>
        <p:spPr>
          <a:xfrm>
            <a:off x="3087352" y="1200151"/>
            <a:ext cx="0" cy="184512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A4124D5-BC50-0F5E-DD0C-B3B284AA807A}"/>
              </a:ext>
            </a:extLst>
          </p:cNvPr>
          <p:cNvSpPr/>
          <p:nvPr/>
        </p:nvSpPr>
        <p:spPr>
          <a:xfrm>
            <a:off x="7451853" y="1200151"/>
            <a:ext cx="282701" cy="1845128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719088-EBFE-4539-CF8C-E3143514DB90}"/>
              </a:ext>
            </a:extLst>
          </p:cNvPr>
          <p:cNvCxnSpPr>
            <a:cxnSpLocks/>
          </p:cNvCxnSpPr>
          <p:nvPr/>
        </p:nvCxnSpPr>
        <p:spPr>
          <a:xfrm>
            <a:off x="7456044" y="1200151"/>
            <a:ext cx="0" cy="184512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BBCC26-5253-EB8D-06AD-A877DCB055F5}"/>
                  </a:ext>
                </a:extLst>
              </p:cNvPr>
              <p:cNvSpPr txBox="1"/>
              <p:nvPr/>
            </p:nvSpPr>
            <p:spPr>
              <a:xfrm>
                <a:off x="2904481" y="3544746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BBCC26-5253-EB8D-06AD-A877DCB05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481" y="3544746"/>
                <a:ext cx="36574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94211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DE0091B-E0DE-E8BD-7849-E5FEAA057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9" y="1952625"/>
            <a:ext cx="11258666" cy="2821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83926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C3D1D41-8924-3E39-15EC-83C641D3F376}"/>
              </a:ext>
            </a:extLst>
          </p:cNvPr>
          <p:cNvSpPr/>
          <p:nvPr/>
        </p:nvSpPr>
        <p:spPr>
          <a:xfrm>
            <a:off x="4807012" y="1053322"/>
            <a:ext cx="202954" cy="65177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0070C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7909DCE-4F4E-45A5-1CF1-026283DE27E5}"/>
              </a:ext>
            </a:extLst>
          </p:cNvPr>
          <p:cNvSpPr/>
          <p:nvPr/>
        </p:nvSpPr>
        <p:spPr>
          <a:xfrm flipV="1">
            <a:off x="4832372" y="2520513"/>
            <a:ext cx="202954" cy="59992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0070C0">
                <a:alpha val="46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809880-FC9E-F967-0446-783FF669AD05}"/>
              </a:ext>
            </a:extLst>
          </p:cNvPr>
          <p:cNvSpPr/>
          <p:nvPr/>
        </p:nvSpPr>
        <p:spPr>
          <a:xfrm>
            <a:off x="3091542" y="1781150"/>
            <a:ext cx="4350361" cy="683130"/>
          </a:xfrm>
          <a:prstGeom prst="rect">
            <a:avLst/>
          </a:prstGeom>
          <a:gradFill flip="none" rotWithShape="1">
            <a:gsLst>
              <a:gs pos="47600">
                <a:schemeClr val="bg1">
                  <a:lumMod val="95000"/>
                </a:schemeClr>
              </a:gs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8EA09A-F8E1-0FA1-6C39-7B6DA210EE2E}"/>
              </a:ext>
            </a:extLst>
          </p:cNvPr>
          <p:cNvSpPr/>
          <p:nvPr/>
        </p:nvSpPr>
        <p:spPr>
          <a:xfrm>
            <a:off x="2808841" y="1200151"/>
            <a:ext cx="282701" cy="1845128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7375B33-C881-24A1-1DEE-0B014E90F61C}"/>
                  </a:ext>
                </a:extLst>
              </p:cNvPr>
              <p:cNvSpPr txBox="1"/>
              <p:nvPr/>
            </p:nvSpPr>
            <p:spPr>
              <a:xfrm>
                <a:off x="5257485" y="1213771"/>
                <a:ext cx="14285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′(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es-C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s-C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7375B33-C881-24A1-1DEE-0B014E90F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485" y="1213771"/>
                <a:ext cx="1428533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B5E6479-0594-0CD0-8331-80F3FBD65D83}"/>
                  </a:ext>
                </a:extLst>
              </p:cNvPr>
              <p:cNvSpPr txBox="1"/>
              <p:nvPr/>
            </p:nvSpPr>
            <p:spPr>
              <a:xfrm>
                <a:off x="4931590" y="3056163"/>
                <a:ext cx="1328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L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B5E6479-0594-0CD0-8331-80F3FBD65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590" y="3056163"/>
                <a:ext cx="132856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9382FCC-3BB8-375C-C2C1-42A80F20EE7C}"/>
              </a:ext>
            </a:extLst>
          </p:cNvPr>
          <p:cNvGrpSpPr/>
          <p:nvPr/>
        </p:nvGrpSpPr>
        <p:grpSpPr>
          <a:xfrm>
            <a:off x="4493207" y="2509627"/>
            <a:ext cx="891967" cy="393593"/>
            <a:chOff x="4500827" y="2509627"/>
            <a:chExt cx="891967" cy="393593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B60AB8E-3C41-A8B0-8B8F-DD09E03EAB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25386" y="2528555"/>
              <a:ext cx="142782" cy="26420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8E199017-8347-0FB4-CE0A-6D02341A09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6208" y="2528555"/>
              <a:ext cx="71178" cy="3429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42D1917F-90F9-08DD-F988-B1E27594DEEA}"/>
                </a:ext>
              </a:extLst>
            </p:cNvPr>
            <p:cNvCxnSpPr>
              <a:cxnSpLocks/>
            </p:cNvCxnSpPr>
            <p:nvPr/>
          </p:nvCxnSpPr>
          <p:spPr>
            <a:xfrm>
              <a:off x="5053793" y="2528555"/>
              <a:ext cx="78702" cy="3429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205AE21F-57EC-255D-9C58-ACB009D5B5CD}"/>
                </a:ext>
              </a:extLst>
            </p:cNvPr>
            <p:cNvCxnSpPr>
              <a:cxnSpLocks/>
            </p:cNvCxnSpPr>
            <p:nvPr/>
          </p:nvCxnSpPr>
          <p:spPr>
            <a:xfrm>
              <a:off x="5132495" y="2528555"/>
              <a:ext cx="148165" cy="26420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C751C8F5-08FC-650D-B30F-D30856D854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0827" y="2509627"/>
              <a:ext cx="181663" cy="17595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5205100C-9AB1-5F6D-A628-C2843B6089DC}"/>
                </a:ext>
              </a:extLst>
            </p:cNvPr>
            <p:cNvCxnSpPr>
              <a:cxnSpLocks/>
            </p:cNvCxnSpPr>
            <p:nvPr/>
          </p:nvCxnSpPr>
          <p:spPr>
            <a:xfrm>
              <a:off x="5229333" y="2515339"/>
              <a:ext cx="163461" cy="19651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C6F8DF01-99E6-00CD-2E77-A3048E0E4683}"/>
                </a:ext>
              </a:extLst>
            </p:cNvPr>
            <p:cNvCxnSpPr>
              <a:cxnSpLocks/>
            </p:cNvCxnSpPr>
            <p:nvPr/>
          </p:nvCxnSpPr>
          <p:spPr>
            <a:xfrm>
              <a:off x="4966008" y="2528555"/>
              <a:ext cx="0" cy="37466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A05224A-CDAF-B5B9-F22B-DDE8E6C52D9A}"/>
              </a:ext>
            </a:extLst>
          </p:cNvPr>
          <p:cNvGrpSpPr/>
          <p:nvPr/>
        </p:nvGrpSpPr>
        <p:grpSpPr>
          <a:xfrm flipV="1">
            <a:off x="4477652" y="1359843"/>
            <a:ext cx="891967" cy="369332"/>
            <a:chOff x="4500827" y="2509627"/>
            <a:chExt cx="891967" cy="393593"/>
          </a:xfrm>
        </p:grpSpPr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845D8311-4204-379D-78BC-4041E47F28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25386" y="2528555"/>
              <a:ext cx="142782" cy="26420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C2F830CB-6E85-483F-C9CE-94C9BAE310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6208" y="2528555"/>
              <a:ext cx="71178" cy="3429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CB5359CA-9653-C970-FB8D-0591964C9718}"/>
                </a:ext>
              </a:extLst>
            </p:cNvPr>
            <p:cNvCxnSpPr>
              <a:cxnSpLocks/>
            </p:cNvCxnSpPr>
            <p:nvPr/>
          </p:nvCxnSpPr>
          <p:spPr>
            <a:xfrm>
              <a:off x="5053793" y="2528555"/>
              <a:ext cx="78702" cy="3429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844B3708-C5D6-437C-3648-715CAB4A6360}"/>
                </a:ext>
              </a:extLst>
            </p:cNvPr>
            <p:cNvCxnSpPr>
              <a:cxnSpLocks/>
            </p:cNvCxnSpPr>
            <p:nvPr/>
          </p:nvCxnSpPr>
          <p:spPr>
            <a:xfrm>
              <a:off x="5132495" y="2528555"/>
              <a:ext cx="148165" cy="26420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D390E474-FA71-A577-DEBB-0351872B85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0827" y="2509627"/>
              <a:ext cx="181663" cy="17595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27AC5CAF-7C80-4FFC-EF1B-1F879A0BD281}"/>
                </a:ext>
              </a:extLst>
            </p:cNvPr>
            <p:cNvCxnSpPr>
              <a:cxnSpLocks/>
            </p:cNvCxnSpPr>
            <p:nvPr/>
          </p:nvCxnSpPr>
          <p:spPr>
            <a:xfrm>
              <a:off x="5229333" y="2515339"/>
              <a:ext cx="163461" cy="19651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47FE1436-EE06-4CF6-074D-3DEDBDF4ABDB}"/>
                </a:ext>
              </a:extLst>
            </p:cNvPr>
            <p:cNvCxnSpPr>
              <a:cxnSpLocks/>
            </p:cNvCxnSpPr>
            <p:nvPr/>
          </p:nvCxnSpPr>
          <p:spPr>
            <a:xfrm>
              <a:off x="4958388" y="2528555"/>
              <a:ext cx="0" cy="37466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7ED5401-2483-E36A-9F89-B6F41AC14DC0}"/>
                  </a:ext>
                </a:extLst>
              </p:cNvPr>
              <p:cNvSpPr txBox="1"/>
              <p:nvPr/>
            </p:nvSpPr>
            <p:spPr>
              <a:xfrm>
                <a:off x="7277365" y="354985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7ED5401-2483-E36A-9F89-B6F41AC14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365" y="3549857"/>
                <a:ext cx="3657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4BD34A2A-8A2C-C7FD-C0C8-F2763A7F6929}"/>
              </a:ext>
            </a:extLst>
          </p:cNvPr>
          <p:cNvCxnSpPr>
            <a:cxnSpLocks/>
            <a:stCxn id="112" idx="0"/>
          </p:cNvCxnSpPr>
          <p:nvPr/>
        </p:nvCxnSpPr>
        <p:spPr>
          <a:xfrm flipH="1" flipV="1">
            <a:off x="7441903" y="1704560"/>
            <a:ext cx="18333" cy="184529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E6B8DE7C-7CB1-6BC2-E619-FD0A5B7C7B17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3087352" y="2050778"/>
            <a:ext cx="4191" cy="149396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530B6F0-B04A-9AB5-76DF-7D7A40F97DB0}"/>
                  </a:ext>
                </a:extLst>
              </p:cNvPr>
              <p:cNvSpPr txBox="1"/>
              <p:nvPr/>
            </p:nvSpPr>
            <p:spPr>
              <a:xfrm>
                <a:off x="3090171" y="1181178"/>
                <a:ext cx="4633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530B6F0-B04A-9AB5-76DF-7D7A40F97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171" y="1181178"/>
                <a:ext cx="46333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Rectangle 132">
            <a:extLst>
              <a:ext uri="{FF2B5EF4-FFF2-40B4-BE49-F238E27FC236}">
                <a16:creationId xmlns:a16="http://schemas.microsoft.com/office/drawing/2014/main" id="{92830060-4444-9709-5E39-BAD5227C8A86}"/>
              </a:ext>
            </a:extLst>
          </p:cNvPr>
          <p:cNvSpPr/>
          <p:nvPr/>
        </p:nvSpPr>
        <p:spPr>
          <a:xfrm>
            <a:off x="4617766" y="1782102"/>
            <a:ext cx="638590" cy="692075"/>
          </a:xfrm>
          <a:prstGeom prst="rect">
            <a:avLst/>
          </a:prstGeom>
          <a:gradFill flip="none" rotWithShape="1">
            <a:gsLst>
              <a:gs pos="47600">
                <a:schemeClr val="bg1">
                  <a:lumMod val="95000"/>
                </a:schemeClr>
              </a:gs>
              <a:gs pos="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36F5665-EF28-A8F0-2673-8D5BBEBD108F}"/>
              </a:ext>
            </a:extLst>
          </p:cNvPr>
          <p:cNvCxnSpPr>
            <a:cxnSpLocks/>
          </p:cNvCxnSpPr>
          <p:nvPr/>
        </p:nvCxnSpPr>
        <p:spPr>
          <a:xfrm>
            <a:off x="5256356" y="1781150"/>
            <a:ext cx="0" cy="68313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7AC18B6-019D-0C55-A4D0-D21ACB9035C2}"/>
                  </a:ext>
                </a:extLst>
              </p:cNvPr>
              <p:cNvSpPr txBox="1"/>
              <p:nvPr/>
            </p:nvSpPr>
            <p:spPr>
              <a:xfrm>
                <a:off x="4682367" y="1947166"/>
                <a:ext cx="5010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7AC18B6-019D-0C55-A4D0-D21ACB903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367" y="1947166"/>
                <a:ext cx="50103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47D9CA79-4910-8DD2-5683-BF2FCC5BD4FC}"/>
              </a:ext>
            </a:extLst>
          </p:cNvPr>
          <p:cNvCxnSpPr>
            <a:cxnSpLocks/>
          </p:cNvCxnSpPr>
          <p:nvPr/>
        </p:nvCxnSpPr>
        <p:spPr>
          <a:xfrm>
            <a:off x="4617766" y="2243892"/>
            <a:ext cx="63859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947AC1F-BCD9-71E4-F185-961089D8F1C9}"/>
              </a:ext>
            </a:extLst>
          </p:cNvPr>
          <p:cNvCxnSpPr>
            <a:cxnSpLocks/>
          </p:cNvCxnSpPr>
          <p:nvPr/>
        </p:nvCxnSpPr>
        <p:spPr>
          <a:xfrm>
            <a:off x="4618816" y="1781150"/>
            <a:ext cx="0" cy="68313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B55C14C-8B8C-8835-E228-BBE524DADA62}"/>
              </a:ext>
            </a:extLst>
          </p:cNvPr>
          <p:cNvCxnSpPr>
            <a:cxnSpLocks/>
          </p:cNvCxnSpPr>
          <p:nvPr/>
        </p:nvCxnSpPr>
        <p:spPr>
          <a:xfrm>
            <a:off x="3091542" y="3486695"/>
            <a:ext cx="4869649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A8055D30-EF6F-04DC-7239-79BBCE74B802}"/>
                  </a:ext>
                </a:extLst>
              </p:cNvPr>
              <p:cNvSpPr txBox="1"/>
              <p:nvPr/>
            </p:nvSpPr>
            <p:spPr>
              <a:xfrm>
                <a:off x="7593205" y="3110765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A8055D30-EF6F-04DC-7239-79BBCE74B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205" y="3110765"/>
                <a:ext cx="36798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CC2D72A-A64B-AE26-FB39-AEB2A9946EC4}"/>
              </a:ext>
            </a:extLst>
          </p:cNvPr>
          <p:cNvSpPr txBox="1"/>
          <p:nvPr/>
        </p:nvSpPr>
        <p:spPr>
          <a:xfrm>
            <a:off x="5467355" y="932779"/>
            <a:ext cx="105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i="1" dirty="0">
                <a:solidFill>
                  <a:srgbClr val="FF0000"/>
                </a:solidFill>
              </a:rPr>
              <a:t>radiación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C3935-3687-C1D5-063F-03271CDE2A1C}"/>
              </a:ext>
            </a:extLst>
          </p:cNvPr>
          <p:cNvSpPr txBox="1"/>
          <p:nvPr/>
        </p:nvSpPr>
        <p:spPr>
          <a:xfrm>
            <a:off x="5018283" y="2797963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i="1" dirty="0">
                <a:solidFill>
                  <a:srgbClr val="0070C0"/>
                </a:solidFill>
              </a:rPr>
              <a:t>convección</a:t>
            </a:r>
            <a:endParaRPr lang="en-US" i="1" dirty="0">
              <a:solidFill>
                <a:srgbClr val="0070C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B54EE3-BECF-015A-CD53-A2D80A6873AB}"/>
              </a:ext>
            </a:extLst>
          </p:cNvPr>
          <p:cNvCxnSpPr>
            <a:cxnSpLocks/>
          </p:cNvCxnSpPr>
          <p:nvPr/>
        </p:nvCxnSpPr>
        <p:spPr>
          <a:xfrm>
            <a:off x="3087352" y="1200151"/>
            <a:ext cx="0" cy="184512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BBCC26-5253-EB8D-06AD-A877DCB055F5}"/>
                  </a:ext>
                </a:extLst>
              </p:cNvPr>
              <p:cNvSpPr txBox="1"/>
              <p:nvPr/>
            </p:nvSpPr>
            <p:spPr>
              <a:xfrm>
                <a:off x="2904481" y="3544746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BBCC26-5253-EB8D-06AD-A877DCB05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481" y="3544746"/>
                <a:ext cx="36574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85D1B3-D2A0-AD62-671E-3245DFC3B127}"/>
                  </a:ext>
                </a:extLst>
              </p:cNvPr>
              <p:cNvSpPr txBox="1"/>
              <p:nvPr/>
            </p:nvSpPr>
            <p:spPr>
              <a:xfrm>
                <a:off x="6921131" y="960513"/>
                <a:ext cx="2525563" cy="746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s-CL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s-CL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85D1B3-D2A0-AD62-671E-3245DFC3B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131" y="960513"/>
                <a:ext cx="2525563" cy="7461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BB39322-A76E-0881-3089-7E31DF7EEF70}"/>
              </a:ext>
            </a:extLst>
          </p:cNvPr>
          <p:cNvSpPr/>
          <p:nvPr/>
        </p:nvSpPr>
        <p:spPr>
          <a:xfrm rot="5400000">
            <a:off x="7724022" y="1659385"/>
            <a:ext cx="202954" cy="65177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0070C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FA07166-355B-9B50-EEDF-1038B9780E82}"/>
              </a:ext>
            </a:extLst>
          </p:cNvPr>
          <p:cNvSpPr/>
          <p:nvPr/>
        </p:nvSpPr>
        <p:spPr>
          <a:xfrm rot="5400000">
            <a:off x="7762032" y="1941003"/>
            <a:ext cx="202954" cy="65177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0070C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283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C3D1D41-8924-3E39-15EC-83C641D3F376}"/>
              </a:ext>
            </a:extLst>
          </p:cNvPr>
          <p:cNvSpPr/>
          <p:nvPr/>
        </p:nvSpPr>
        <p:spPr>
          <a:xfrm>
            <a:off x="4807012" y="1053322"/>
            <a:ext cx="202954" cy="65177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0070C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7909DCE-4F4E-45A5-1CF1-026283DE27E5}"/>
              </a:ext>
            </a:extLst>
          </p:cNvPr>
          <p:cNvSpPr/>
          <p:nvPr/>
        </p:nvSpPr>
        <p:spPr>
          <a:xfrm flipV="1">
            <a:off x="4832372" y="2520513"/>
            <a:ext cx="202954" cy="59992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0070C0">
                <a:alpha val="46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809880-FC9E-F967-0446-783FF669AD05}"/>
              </a:ext>
            </a:extLst>
          </p:cNvPr>
          <p:cNvSpPr/>
          <p:nvPr/>
        </p:nvSpPr>
        <p:spPr>
          <a:xfrm>
            <a:off x="3091542" y="1781150"/>
            <a:ext cx="4350361" cy="683130"/>
          </a:xfrm>
          <a:prstGeom prst="rect">
            <a:avLst/>
          </a:prstGeom>
          <a:gradFill flip="none" rotWithShape="1">
            <a:gsLst>
              <a:gs pos="47600">
                <a:schemeClr val="bg1">
                  <a:lumMod val="95000"/>
                </a:schemeClr>
              </a:gs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8EA09A-F8E1-0FA1-6C39-7B6DA210EE2E}"/>
              </a:ext>
            </a:extLst>
          </p:cNvPr>
          <p:cNvSpPr/>
          <p:nvPr/>
        </p:nvSpPr>
        <p:spPr>
          <a:xfrm>
            <a:off x="2808841" y="1200151"/>
            <a:ext cx="282701" cy="1845128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B5E6479-0594-0CD0-8331-80F3FBD65D83}"/>
                  </a:ext>
                </a:extLst>
              </p:cNvPr>
              <p:cNvSpPr txBox="1"/>
              <p:nvPr/>
            </p:nvSpPr>
            <p:spPr>
              <a:xfrm>
                <a:off x="4931590" y="3056163"/>
                <a:ext cx="1328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L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B5E6479-0594-0CD0-8331-80F3FBD65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590" y="3056163"/>
                <a:ext cx="132856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7ED5401-2483-E36A-9F89-B6F41AC14DC0}"/>
                  </a:ext>
                </a:extLst>
              </p:cNvPr>
              <p:cNvSpPr txBox="1"/>
              <p:nvPr/>
            </p:nvSpPr>
            <p:spPr>
              <a:xfrm>
                <a:off x="7277365" y="354985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7ED5401-2483-E36A-9F89-B6F41AC14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365" y="3549857"/>
                <a:ext cx="3657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4BD34A2A-8A2C-C7FD-C0C8-F2763A7F6929}"/>
              </a:ext>
            </a:extLst>
          </p:cNvPr>
          <p:cNvCxnSpPr>
            <a:cxnSpLocks/>
            <a:stCxn id="112" idx="0"/>
          </p:cNvCxnSpPr>
          <p:nvPr/>
        </p:nvCxnSpPr>
        <p:spPr>
          <a:xfrm flipH="1" flipV="1">
            <a:off x="7441903" y="1704560"/>
            <a:ext cx="18333" cy="184529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E6B8DE7C-7CB1-6BC2-E619-FD0A5B7C7B17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3087352" y="2050778"/>
            <a:ext cx="4191" cy="149396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950CF161-72DC-837D-0406-BB35C309CEA3}"/>
                  </a:ext>
                </a:extLst>
              </p:cNvPr>
              <p:cNvSpPr txBox="1"/>
              <p:nvPr/>
            </p:nvSpPr>
            <p:spPr>
              <a:xfrm>
                <a:off x="6994596" y="1213771"/>
                <a:ext cx="4656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950CF161-72DC-837D-0406-BB35C309C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596" y="1213771"/>
                <a:ext cx="46564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530B6F0-B04A-9AB5-76DF-7D7A40F97DB0}"/>
                  </a:ext>
                </a:extLst>
              </p:cNvPr>
              <p:cNvSpPr txBox="1"/>
              <p:nvPr/>
            </p:nvSpPr>
            <p:spPr>
              <a:xfrm>
                <a:off x="3090171" y="1181178"/>
                <a:ext cx="4633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530B6F0-B04A-9AB5-76DF-7D7A40F97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171" y="1181178"/>
                <a:ext cx="46333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Rectangle 132">
            <a:extLst>
              <a:ext uri="{FF2B5EF4-FFF2-40B4-BE49-F238E27FC236}">
                <a16:creationId xmlns:a16="http://schemas.microsoft.com/office/drawing/2014/main" id="{92830060-4444-9709-5E39-BAD5227C8A86}"/>
              </a:ext>
            </a:extLst>
          </p:cNvPr>
          <p:cNvSpPr/>
          <p:nvPr/>
        </p:nvSpPr>
        <p:spPr>
          <a:xfrm>
            <a:off x="4617766" y="1782102"/>
            <a:ext cx="638590" cy="692075"/>
          </a:xfrm>
          <a:prstGeom prst="rect">
            <a:avLst/>
          </a:prstGeom>
          <a:gradFill flip="none" rotWithShape="1">
            <a:gsLst>
              <a:gs pos="47600">
                <a:schemeClr val="bg1">
                  <a:lumMod val="95000"/>
                </a:schemeClr>
              </a:gs>
              <a:gs pos="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36F5665-EF28-A8F0-2673-8D5BBEBD108F}"/>
              </a:ext>
            </a:extLst>
          </p:cNvPr>
          <p:cNvCxnSpPr>
            <a:cxnSpLocks/>
          </p:cNvCxnSpPr>
          <p:nvPr/>
        </p:nvCxnSpPr>
        <p:spPr>
          <a:xfrm>
            <a:off x="5256356" y="1781150"/>
            <a:ext cx="0" cy="68313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7AC18B6-019D-0C55-A4D0-D21ACB9035C2}"/>
                  </a:ext>
                </a:extLst>
              </p:cNvPr>
              <p:cNvSpPr txBox="1"/>
              <p:nvPr/>
            </p:nvSpPr>
            <p:spPr>
              <a:xfrm>
                <a:off x="4682367" y="1947166"/>
                <a:ext cx="5010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7AC18B6-019D-0C55-A4D0-D21ACB903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367" y="1947166"/>
                <a:ext cx="50103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47D9CA79-4910-8DD2-5683-BF2FCC5BD4FC}"/>
              </a:ext>
            </a:extLst>
          </p:cNvPr>
          <p:cNvCxnSpPr>
            <a:cxnSpLocks/>
          </p:cNvCxnSpPr>
          <p:nvPr/>
        </p:nvCxnSpPr>
        <p:spPr>
          <a:xfrm>
            <a:off x="4617766" y="2243892"/>
            <a:ext cx="63859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947AC1F-BCD9-71E4-F185-961089D8F1C9}"/>
              </a:ext>
            </a:extLst>
          </p:cNvPr>
          <p:cNvCxnSpPr>
            <a:cxnSpLocks/>
          </p:cNvCxnSpPr>
          <p:nvPr/>
        </p:nvCxnSpPr>
        <p:spPr>
          <a:xfrm>
            <a:off x="4618816" y="1781150"/>
            <a:ext cx="0" cy="68313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B55C14C-8B8C-8835-E228-BBE524DADA62}"/>
              </a:ext>
            </a:extLst>
          </p:cNvPr>
          <p:cNvCxnSpPr>
            <a:cxnSpLocks/>
          </p:cNvCxnSpPr>
          <p:nvPr/>
        </p:nvCxnSpPr>
        <p:spPr>
          <a:xfrm>
            <a:off x="3091542" y="3486695"/>
            <a:ext cx="4869649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A8055D30-EF6F-04DC-7239-79BBCE74B802}"/>
                  </a:ext>
                </a:extLst>
              </p:cNvPr>
              <p:cNvSpPr txBox="1"/>
              <p:nvPr/>
            </p:nvSpPr>
            <p:spPr>
              <a:xfrm>
                <a:off x="7593205" y="3110765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A8055D30-EF6F-04DC-7239-79BBCE74B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205" y="3110765"/>
                <a:ext cx="36798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B3C3935-3687-C1D5-063F-03271CDE2A1C}"/>
              </a:ext>
            </a:extLst>
          </p:cNvPr>
          <p:cNvSpPr txBox="1"/>
          <p:nvPr/>
        </p:nvSpPr>
        <p:spPr>
          <a:xfrm>
            <a:off x="5018283" y="2797963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i="1" dirty="0">
                <a:solidFill>
                  <a:srgbClr val="0070C0"/>
                </a:solidFill>
              </a:rPr>
              <a:t>convección</a:t>
            </a:r>
            <a:endParaRPr lang="en-US" i="1" dirty="0">
              <a:solidFill>
                <a:srgbClr val="0070C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B54EE3-BECF-015A-CD53-A2D80A6873AB}"/>
              </a:ext>
            </a:extLst>
          </p:cNvPr>
          <p:cNvCxnSpPr>
            <a:cxnSpLocks/>
          </p:cNvCxnSpPr>
          <p:nvPr/>
        </p:nvCxnSpPr>
        <p:spPr>
          <a:xfrm>
            <a:off x="3087352" y="1200151"/>
            <a:ext cx="0" cy="184512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A4124D5-BC50-0F5E-DD0C-B3B284AA807A}"/>
              </a:ext>
            </a:extLst>
          </p:cNvPr>
          <p:cNvSpPr/>
          <p:nvPr/>
        </p:nvSpPr>
        <p:spPr>
          <a:xfrm>
            <a:off x="7451853" y="1200151"/>
            <a:ext cx="282701" cy="1845128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719088-EBFE-4539-CF8C-E3143514DB90}"/>
              </a:ext>
            </a:extLst>
          </p:cNvPr>
          <p:cNvCxnSpPr>
            <a:cxnSpLocks/>
          </p:cNvCxnSpPr>
          <p:nvPr/>
        </p:nvCxnSpPr>
        <p:spPr>
          <a:xfrm>
            <a:off x="7456044" y="1200151"/>
            <a:ext cx="0" cy="184512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BBCC26-5253-EB8D-06AD-A877DCB055F5}"/>
                  </a:ext>
                </a:extLst>
              </p:cNvPr>
              <p:cNvSpPr txBox="1"/>
              <p:nvPr/>
            </p:nvSpPr>
            <p:spPr>
              <a:xfrm>
                <a:off x="2904481" y="3544746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BBCC26-5253-EB8D-06AD-A877DCB05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481" y="3544746"/>
                <a:ext cx="36574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7333A40-C9D9-1F4A-A4CE-4141E837EF2F}"/>
              </a:ext>
            </a:extLst>
          </p:cNvPr>
          <p:cNvSpPr/>
          <p:nvPr/>
        </p:nvSpPr>
        <p:spPr>
          <a:xfrm>
            <a:off x="5934772" y="3791757"/>
            <a:ext cx="202954" cy="65177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0070C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BDBCF30-C3C6-5A57-083B-F3EAABE0F2F2}"/>
              </a:ext>
            </a:extLst>
          </p:cNvPr>
          <p:cNvSpPr/>
          <p:nvPr/>
        </p:nvSpPr>
        <p:spPr>
          <a:xfrm flipV="1">
            <a:off x="5960132" y="5258948"/>
            <a:ext cx="202954" cy="59992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0070C0">
                <a:alpha val="46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DAE544-5DD5-7B6E-3658-072FD9CAFF37}"/>
              </a:ext>
            </a:extLst>
          </p:cNvPr>
          <p:cNvSpPr/>
          <p:nvPr/>
        </p:nvSpPr>
        <p:spPr>
          <a:xfrm>
            <a:off x="4219302" y="4519585"/>
            <a:ext cx="4350361" cy="683130"/>
          </a:xfrm>
          <a:prstGeom prst="rect">
            <a:avLst/>
          </a:prstGeom>
          <a:gradFill flip="none" rotWithShape="1">
            <a:gsLst>
              <a:gs pos="47600">
                <a:schemeClr val="bg1">
                  <a:lumMod val="95000"/>
                </a:schemeClr>
              </a:gs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D69BB5-FB08-2641-9D48-767F694465B5}"/>
              </a:ext>
            </a:extLst>
          </p:cNvPr>
          <p:cNvSpPr/>
          <p:nvPr/>
        </p:nvSpPr>
        <p:spPr>
          <a:xfrm>
            <a:off x="3936601" y="3938586"/>
            <a:ext cx="282701" cy="1845128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9D6636-9E65-0440-EE01-FF21081ADEFC}"/>
                  </a:ext>
                </a:extLst>
              </p:cNvPr>
              <p:cNvSpPr txBox="1"/>
              <p:nvPr/>
            </p:nvSpPr>
            <p:spPr>
              <a:xfrm>
                <a:off x="8405125" y="6288292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9D6636-9E65-0440-EE01-FF21081AD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125" y="6288292"/>
                <a:ext cx="36574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AFCE34-1CDD-355F-A1A0-3A6B45AD7F23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8569663" y="4442995"/>
            <a:ext cx="18333" cy="184529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792448-8F2C-1A60-FEF1-D291B3FA90DB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4215112" y="4789213"/>
            <a:ext cx="4191" cy="149396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CE657A2-D520-D36E-3C85-39187655290E}"/>
                  </a:ext>
                </a:extLst>
              </p:cNvPr>
              <p:cNvSpPr txBox="1"/>
              <p:nvPr/>
            </p:nvSpPr>
            <p:spPr>
              <a:xfrm>
                <a:off x="8122356" y="3952206"/>
                <a:ext cx="4656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CE657A2-D520-D36E-3C85-391876552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2356" y="3952206"/>
                <a:ext cx="46564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CF1BD89-7414-29CB-290D-1F2A0F6247D4}"/>
                  </a:ext>
                </a:extLst>
              </p:cNvPr>
              <p:cNvSpPr txBox="1"/>
              <p:nvPr/>
            </p:nvSpPr>
            <p:spPr>
              <a:xfrm>
                <a:off x="4217931" y="3919613"/>
                <a:ext cx="468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CF1BD89-7414-29CB-290D-1F2A0F624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931" y="3919613"/>
                <a:ext cx="46865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7F734C84-A07A-17FE-8209-613CB42F7698}"/>
              </a:ext>
            </a:extLst>
          </p:cNvPr>
          <p:cNvSpPr/>
          <p:nvPr/>
        </p:nvSpPr>
        <p:spPr>
          <a:xfrm>
            <a:off x="5745526" y="4520537"/>
            <a:ext cx="638590" cy="692075"/>
          </a:xfrm>
          <a:prstGeom prst="rect">
            <a:avLst/>
          </a:prstGeom>
          <a:gradFill flip="none" rotWithShape="1">
            <a:gsLst>
              <a:gs pos="47600">
                <a:schemeClr val="bg1">
                  <a:lumMod val="95000"/>
                </a:schemeClr>
              </a:gs>
              <a:gs pos="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A42A04A-0956-2017-4491-B1929BD8BDE9}"/>
              </a:ext>
            </a:extLst>
          </p:cNvPr>
          <p:cNvCxnSpPr>
            <a:cxnSpLocks/>
          </p:cNvCxnSpPr>
          <p:nvPr/>
        </p:nvCxnSpPr>
        <p:spPr>
          <a:xfrm>
            <a:off x="6384116" y="4519585"/>
            <a:ext cx="0" cy="68313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DDA3730-315A-2866-C498-370ABB7060BB}"/>
                  </a:ext>
                </a:extLst>
              </p:cNvPr>
              <p:cNvSpPr txBox="1"/>
              <p:nvPr/>
            </p:nvSpPr>
            <p:spPr>
              <a:xfrm>
                <a:off x="5810127" y="4685601"/>
                <a:ext cx="5010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DDA3730-315A-2866-C498-370ABB706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127" y="4685601"/>
                <a:ext cx="50103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54658ED-1E48-ED77-A1B4-B70947C6ACFB}"/>
              </a:ext>
            </a:extLst>
          </p:cNvPr>
          <p:cNvCxnSpPr>
            <a:cxnSpLocks/>
          </p:cNvCxnSpPr>
          <p:nvPr/>
        </p:nvCxnSpPr>
        <p:spPr>
          <a:xfrm>
            <a:off x="5745526" y="4982327"/>
            <a:ext cx="63859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37A729C-A1C8-7B9D-3571-C98B15A9B5D7}"/>
              </a:ext>
            </a:extLst>
          </p:cNvPr>
          <p:cNvCxnSpPr>
            <a:cxnSpLocks/>
          </p:cNvCxnSpPr>
          <p:nvPr/>
        </p:nvCxnSpPr>
        <p:spPr>
          <a:xfrm>
            <a:off x="5746576" y="4519585"/>
            <a:ext cx="0" cy="68313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BDBE799-9C8F-B389-2907-C2FC4D8AE715}"/>
              </a:ext>
            </a:extLst>
          </p:cNvPr>
          <p:cNvCxnSpPr>
            <a:cxnSpLocks/>
          </p:cNvCxnSpPr>
          <p:nvPr/>
        </p:nvCxnSpPr>
        <p:spPr>
          <a:xfrm>
            <a:off x="4219302" y="6225130"/>
            <a:ext cx="4869649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BB21023-352A-D5B6-6630-569A625ABD25}"/>
                  </a:ext>
                </a:extLst>
              </p:cNvPr>
              <p:cNvSpPr txBox="1"/>
              <p:nvPr/>
            </p:nvSpPr>
            <p:spPr>
              <a:xfrm>
                <a:off x="8895315" y="5855798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BB21023-352A-D5B6-6630-569A625AB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315" y="5855798"/>
                <a:ext cx="36798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47B5222-AA12-51A1-B151-65868475D320}"/>
              </a:ext>
            </a:extLst>
          </p:cNvPr>
          <p:cNvCxnSpPr>
            <a:cxnSpLocks/>
          </p:cNvCxnSpPr>
          <p:nvPr/>
        </p:nvCxnSpPr>
        <p:spPr>
          <a:xfrm>
            <a:off x="4215112" y="3938586"/>
            <a:ext cx="0" cy="184512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7CF6C213-E4D2-7579-B988-8A00A1C44F03}"/>
              </a:ext>
            </a:extLst>
          </p:cNvPr>
          <p:cNvSpPr/>
          <p:nvPr/>
        </p:nvSpPr>
        <p:spPr>
          <a:xfrm>
            <a:off x="8579613" y="3938586"/>
            <a:ext cx="282701" cy="1845128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20617CA-949A-99E6-6DF4-8787A7C98F54}"/>
              </a:ext>
            </a:extLst>
          </p:cNvPr>
          <p:cNvCxnSpPr>
            <a:cxnSpLocks/>
          </p:cNvCxnSpPr>
          <p:nvPr/>
        </p:nvCxnSpPr>
        <p:spPr>
          <a:xfrm>
            <a:off x="8583804" y="3938586"/>
            <a:ext cx="0" cy="184512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D43D66F-4CFA-DDB8-D8C2-22048A639B0B}"/>
                  </a:ext>
                </a:extLst>
              </p:cNvPr>
              <p:cNvSpPr txBox="1"/>
              <p:nvPr/>
            </p:nvSpPr>
            <p:spPr>
              <a:xfrm>
                <a:off x="4032241" y="6283181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D43D66F-4CFA-DDB8-D8C2-22048A639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2241" y="6283181"/>
                <a:ext cx="36574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2D52B8-9002-E814-AB4E-358FDD25AEDB}"/>
                  </a:ext>
                </a:extLst>
              </p:cNvPr>
              <p:cNvSpPr txBox="1"/>
              <p:nvPr/>
            </p:nvSpPr>
            <p:spPr>
              <a:xfrm>
                <a:off x="6060644" y="5708016"/>
                <a:ext cx="22456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L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CL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(temperature </a:t>
                </a:r>
                <a:r>
                  <a:rPr lang="en-US" dirty="0" err="1">
                    <a:solidFill>
                      <a:srgbClr val="0070C0"/>
                    </a:solidFill>
                  </a:rPr>
                  <a:t>aire</a:t>
                </a:r>
                <a:r>
                  <a:rPr lang="en-US" dirty="0">
                    <a:solidFill>
                      <a:srgbClr val="0070C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2D52B8-9002-E814-AB4E-358FDD25A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644" y="5708016"/>
                <a:ext cx="2245615" cy="369332"/>
              </a:xfrm>
              <a:prstGeom prst="rect">
                <a:avLst/>
              </a:prstGeom>
              <a:blipFill>
                <a:blip r:embed="rId16"/>
                <a:stretch>
                  <a:fillRect t="-8197" r="-162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96329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C3D1D41-8924-3E39-15EC-83C641D3F376}"/>
              </a:ext>
            </a:extLst>
          </p:cNvPr>
          <p:cNvSpPr/>
          <p:nvPr/>
        </p:nvSpPr>
        <p:spPr>
          <a:xfrm>
            <a:off x="4807012" y="1053322"/>
            <a:ext cx="202954" cy="65177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0070C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7909DCE-4F4E-45A5-1CF1-026283DE27E5}"/>
              </a:ext>
            </a:extLst>
          </p:cNvPr>
          <p:cNvSpPr/>
          <p:nvPr/>
        </p:nvSpPr>
        <p:spPr>
          <a:xfrm flipV="1">
            <a:off x="4832372" y="2520513"/>
            <a:ext cx="202954" cy="59992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0070C0">
                <a:alpha val="46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809880-FC9E-F967-0446-783FF669AD05}"/>
              </a:ext>
            </a:extLst>
          </p:cNvPr>
          <p:cNvSpPr/>
          <p:nvPr/>
        </p:nvSpPr>
        <p:spPr>
          <a:xfrm>
            <a:off x="3091542" y="1781150"/>
            <a:ext cx="4350361" cy="683130"/>
          </a:xfrm>
          <a:prstGeom prst="rect">
            <a:avLst/>
          </a:prstGeom>
          <a:gradFill flip="none" rotWithShape="1">
            <a:gsLst>
              <a:gs pos="47600">
                <a:schemeClr val="bg1">
                  <a:lumMod val="95000"/>
                </a:schemeClr>
              </a:gs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8EA09A-F8E1-0FA1-6C39-7B6DA210EE2E}"/>
              </a:ext>
            </a:extLst>
          </p:cNvPr>
          <p:cNvSpPr/>
          <p:nvPr/>
        </p:nvSpPr>
        <p:spPr>
          <a:xfrm>
            <a:off x="2808841" y="1200151"/>
            <a:ext cx="282701" cy="1845128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B5E6479-0594-0CD0-8331-80F3FBD65D83}"/>
                  </a:ext>
                </a:extLst>
              </p:cNvPr>
              <p:cNvSpPr txBox="1"/>
              <p:nvPr/>
            </p:nvSpPr>
            <p:spPr>
              <a:xfrm>
                <a:off x="4931590" y="3056163"/>
                <a:ext cx="1328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L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B5E6479-0594-0CD0-8331-80F3FBD65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590" y="3056163"/>
                <a:ext cx="132856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7ED5401-2483-E36A-9F89-B6F41AC14DC0}"/>
                  </a:ext>
                </a:extLst>
              </p:cNvPr>
              <p:cNvSpPr txBox="1"/>
              <p:nvPr/>
            </p:nvSpPr>
            <p:spPr>
              <a:xfrm>
                <a:off x="7277365" y="354985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7ED5401-2483-E36A-9F89-B6F41AC14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365" y="3549857"/>
                <a:ext cx="3657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4BD34A2A-8A2C-C7FD-C0C8-F2763A7F6929}"/>
              </a:ext>
            </a:extLst>
          </p:cNvPr>
          <p:cNvCxnSpPr>
            <a:cxnSpLocks/>
            <a:stCxn id="112" idx="0"/>
          </p:cNvCxnSpPr>
          <p:nvPr/>
        </p:nvCxnSpPr>
        <p:spPr>
          <a:xfrm flipH="1" flipV="1">
            <a:off x="7441903" y="1704560"/>
            <a:ext cx="18333" cy="184529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E6B8DE7C-7CB1-6BC2-E619-FD0A5B7C7B17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3087352" y="2050778"/>
            <a:ext cx="4191" cy="149396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530B6F0-B04A-9AB5-76DF-7D7A40F97DB0}"/>
                  </a:ext>
                </a:extLst>
              </p:cNvPr>
              <p:cNvSpPr txBox="1"/>
              <p:nvPr/>
            </p:nvSpPr>
            <p:spPr>
              <a:xfrm>
                <a:off x="3090171" y="1181178"/>
                <a:ext cx="4633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530B6F0-B04A-9AB5-76DF-7D7A40F97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171" y="1181178"/>
                <a:ext cx="4633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Rectangle 132">
            <a:extLst>
              <a:ext uri="{FF2B5EF4-FFF2-40B4-BE49-F238E27FC236}">
                <a16:creationId xmlns:a16="http://schemas.microsoft.com/office/drawing/2014/main" id="{92830060-4444-9709-5E39-BAD5227C8A86}"/>
              </a:ext>
            </a:extLst>
          </p:cNvPr>
          <p:cNvSpPr/>
          <p:nvPr/>
        </p:nvSpPr>
        <p:spPr>
          <a:xfrm>
            <a:off x="4617766" y="1782102"/>
            <a:ext cx="638590" cy="692075"/>
          </a:xfrm>
          <a:prstGeom prst="rect">
            <a:avLst/>
          </a:prstGeom>
          <a:gradFill flip="none" rotWithShape="1">
            <a:gsLst>
              <a:gs pos="47600">
                <a:schemeClr val="bg1">
                  <a:lumMod val="95000"/>
                </a:schemeClr>
              </a:gs>
              <a:gs pos="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36F5665-EF28-A8F0-2673-8D5BBEBD108F}"/>
              </a:ext>
            </a:extLst>
          </p:cNvPr>
          <p:cNvCxnSpPr>
            <a:cxnSpLocks/>
          </p:cNvCxnSpPr>
          <p:nvPr/>
        </p:nvCxnSpPr>
        <p:spPr>
          <a:xfrm>
            <a:off x="5256356" y="1781150"/>
            <a:ext cx="0" cy="68313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7AC18B6-019D-0C55-A4D0-D21ACB9035C2}"/>
                  </a:ext>
                </a:extLst>
              </p:cNvPr>
              <p:cNvSpPr txBox="1"/>
              <p:nvPr/>
            </p:nvSpPr>
            <p:spPr>
              <a:xfrm>
                <a:off x="4682367" y="1947166"/>
                <a:ext cx="5010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7AC18B6-019D-0C55-A4D0-D21ACB903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367" y="1947166"/>
                <a:ext cx="50103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47D9CA79-4910-8DD2-5683-BF2FCC5BD4FC}"/>
              </a:ext>
            </a:extLst>
          </p:cNvPr>
          <p:cNvCxnSpPr>
            <a:cxnSpLocks/>
          </p:cNvCxnSpPr>
          <p:nvPr/>
        </p:nvCxnSpPr>
        <p:spPr>
          <a:xfrm>
            <a:off x="4617766" y="2243892"/>
            <a:ext cx="63859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947AC1F-BCD9-71E4-F185-961089D8F1C9}"/>
              </a:ext>
            </a:extLst>
          </p:cNvPr>
          <p:cNvCxnSpPr>
            <a:cxnSpLocks/>
          </p:cNvCxnSpPr>
          <p:nvPr/>
        </p:nvCxnSpPr>
        <p:spPr>
          <a:xfrm>
            <a:off x="4618816" y="1781150"/>
            <a:ext cx="0" cy="68313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B55C14C-8B8C-8835-E228-BBE524DADA62}"/>
              </a:ext>
            </a:extLst>
          </p:cNvPr>
          <p:cNvCxnSpPr>
            <a:cxnSpLocks/>
          </p:cNvCxnSpPr>
          <p:nvPr/>
        </p:nvCxnSpPr>
        <p:spPr>
          <a:xfrm>
            <a:off x="3091542" y="3486695"/>
            <a:ext cx="4869649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A8055D30-EF6F-04DC-7239-79BBCE74B802}"/>
                  </a:ext>
                </a:extLst>
              </p:cNvPr>
              <p:cNvSpPr txBox="1"/>
              <p:nvPr/>
            </p:nvSpPr>
            <p:spPr>
              <a:xfrm>
                <a:off x="7593205" y="3110765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A8055D30-EF6F-04DC-7239-79BBCE74B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205" y="3110765"/>
                <a:ext cx="36798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B3C3935-3687-C1D5-063F-03271CDE2A1C}"/>
              </a:ext>
            </a:extLst>
          </p:cNvPr>
          <p:cNvSpPr txBox="1"/>
          <p:nvPr/>
        </p:nvSpPr>
        <p:spPr>
          <a:xfrm>
            <a:off x="5018283" y="2797963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i="1" dirty="0">
                <a:solidFill>
                  <a:srgbClr val="0070C0"/>
                </a:solidFill>
              </a:rPr>
              <a:t>convección</a:t>
            </a:r>
            <a:endParaRPr lang="en-US" i="1" dirty="0">
              <a:solidFill>
                <a:srgbClr val="0070C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B54EE3-BECF-015A-CD53-A2D80A6873AB}"/>
              </a:ext>
            </a:extLst>
          </p:cNvPr>
          <p:cNvCxnSpPr>
            <a:cxnSpLocks/>
          </p:cNvCxnSpPr>
          <p:nvPr/>
        </p:nvCxnSpPr>
        <p:spPr>
          <a:xfrm>
            <a:off x="3087352" y="1200151"/>
            <a:ext cx="0" cy="184512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BBCC26-5253-EB8D-06AD-A877DCB055F5}"/>
                  </a:ext>
                </a:extLst>
              </p:cNvPr>
              <p:cNvSpPr txBox="1"/>
              <p:nvPr/>
            </p:nvSpPr>
            <p:spPr>
              <a:xfrm>
                <a:off x="2904481" y="3544746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BBCC26-5253-EB8D-06AD-A877DCB05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481" y="3544746"/>
                <a:ext cx="36574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85D1B3-D2A0-AD62-671E-3245DFC3B127}"/>
                  </a:ext>
                </a:extLst>
              </p:cNvPr>
              <p:cNvSpPr txBox="1"/>
              <p:nvPr/>
            </p:nvSpPr>
            <p:spPr>
              <a:xfrm>
                <a:off x="6933903" y="951120"/>
                <a:ext cx="2525563" cy="746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s-CL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s-CL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85D1B3-D2A0-AD62-671E-3245DFC3B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903" y="951120"/>
                <a:ext cx="2525563" cy="74616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BB39322-A76E-0881-3089-7E31DF7EEF70}"/>
              </a:ext>
            </a:extLst>
          </p:cNvPr>
          <p:cNvSpPr/>
          <p:nvPr/>
        </p:nvSpPr>
        <p:spPr>
          <a:xfrm rot="5400000">
            <a:off x="7724022" y="1659385"/>
            <a:ext cx="202954" cy="65177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0070C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FA07166-355B-9B50-EEDF-1038B9780E82}"/>
              </a:ext>
            </a:extLst>
          </p:cNvPr>
          <p:cNvSpPr/>
          <p:nvPr/>
        </p:nvSpPr>
        <p:spPr>
          <a:xfrm rot="5400000">
            <a:off x="7762032" y="1941003"/>
            <a:ext cx="202954" cy="65177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0070C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8980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CFA87C8-968A-D60E-B960-6E06212F2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880" y="1506214"/>
            <a:ext cx="8971280" cy="200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9440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203744-3FA1-4250-4AD1-C7962670D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71" y="1048946"/>
            <a:ext cx="10478049" cy="443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1726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BE9A37-5B5D-D394-793C-548E339CF16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6E7E8"/>
              </a:clrFrom>
              <a:clrTo>
                <a:srgbClr val="E6E7E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39122" y="1066799"/>
            <a:ext cx="6106992" cy="52686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1CC59C4-E302-F8B8-B227-8E0C0B626AF9}"/>
              </a:ext>
            </a:extLst>
          </p:cNvPr>
          <p:cNvSpPr/>
          <p:nvPr/>
        </p:nvSpPr>
        <p:spPr>
          <a:xfrm>
            <a:off x="2425079" y="1813559"/>
            <a:ext cx="659090" cy="438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9E2646-37FC-EB0A-5EA6-164149994DB3}"/>
              </a:ext>
            </a:extLst>
          </p:cNvPr>
          <p:cNvSpPr/>
          <p:nvPr/>
        </p:nvSpPr>
        <p:spPr>
          <a:xfrm>
            <a:off x="6987540" y="6056084"/>
            <a:ext cx="830580" cy="202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528C15-5D71-5907-75DD-38D2DAC6DDCF}"/>
              </a:ext>
            </a:extLst>
          </p:cNvPr>
          <p:cNvSpPr/>
          <p:nvPr/>
        </p:nvSpPr>
        <p:spPr>
          <a:xfrm>
            <a:off x="6769100" y="1611084"/>
            <a:ext cx="1125220" cy="202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6BCE2E-6BCF-CFFE-19BD-97B12930FF9F}"/>
                  </a:ext>
                </a:extLst>
              </p:cNvPr>
              <p:cNvSpPr txBox="1"/>
              <p:nvPr/>
            </p:nvSpPr>
            <p:spPr>
              <a:xfrm>
                <a:off x="7101529" y="1543044"/>
                <a:ext cx="659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6BCE2E-6BCF-CFFE-19BD-97B12930F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529" y="1543044"/>
                <a:ext cx="6590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DE0EC3-F4A3-1EEC-2DDF-A230FEC1A9C9}"/>
                  </a:ext>
                </a:extLst>
              </p:cNvPr>
              <p:cNvSpPr txBox="1"/>
              <p:nvPr/>
            </p:nvSpPr>
            <p:spPr>
              <a:xfrm>
                <a:off x="7139936" y="5920005"/>
                <a:ext cx="650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DE0EC3-F4A3-1EEC-2DDF-A230FEC1A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936" y="5920005"/>
                <a:ext cx="65030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4D8383-EA1F-004A-FB56-EB0604FA9DD4}"/>
                  </a:ext>
                </a:extLst>
              </p:cNvPr>
              <p:cNvSpPr txBox="1"/>
              <p:nvPr/>
            </p:nvSpPr>
            <p:spPr>
              <a:xfrm>
                <a:off x="2580734" y="1727710"/>
                <a:ext cx="5893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4D8383-EA1F-004A-FB56-EB0604FA9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734" y="1727710"/>
                <a:ext cx="58939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5399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9C63A176-3E1B-B6D2-480E-917F849E6B8B}"/>
              </a:ext>
            </a:extLst>
          </p:cNvPr>
          <p:cNvSpPr/>
          <p:nvPr/>
        </p:nvSpPr>
        <p:spPr>
          <a:xfrm>
            <a:off x="3549076" y="2291292"/>
            <a:ext cx="3087770" cy="30075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282E68C7-2EC7-4057-CDC8-4EEA1A994048}"/>
                  </a:ext>
                </a:extLst>
              </p:cNvPr>
              <p:cNvSpPr txBox="1"/>
              <p:nvPr/>
            </p:nvSpPr>
            <p:spPr>
              <a:xfrm>
                <a:off x="4301788" y="967689"/>
                <a:ext cx="2832314" cy="777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s-CL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s-CL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s-CL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282E68C7-2EC7-4057-CDC8-4EEA1A994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788" y="967689"/>
                <a:ext cx="2832314" cy="7771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CA02C6A5-C86C-122E-3D41-2DEDEAFBE63C}"/>
              </a:ext>
            </a:extLst>
          </p:cNvPr>
          <p:cNvGrpSpPr/>
          <p:nvPr/>
        </p:nvGrpSpPr>
        <p:grpSpPr>
          <a:xfrm>
            <a:off x="3671844" y="1797852"/>
            <a:ext cx="2826519" cy="356173"/>
            <a:chOff x="9249697" y="3845975"/>
            <a:chExt cx="1990776" cy="651772"/>
          </a:xfrm>
        </p:grpSpPr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2C9BDA5A-C29E-A3CC-3951-D0D76EE7B1F7}"/>
                </a:ext>
              </a:extLst>
            </p:cNvPr>
            <p:cNvSpPr/>
            <p:nvPr/>
          </p:nvSpPr>
          <p:spPr>
            <a:xfrm rot="253346">
              <a:off x="9249697" y="3845976"/>
              <a:ext cx="202954" cy="65177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8100">
              <a:solidFill>
                <a:srgbClr val="00B0F0">
                  <a:alpha val="40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37978B4-A750-6A3E-C480-72A039E4487E}"/>
                </a:ext>
              </a:extLst>
            </p:cNvPr>
            <p:cNvSpPr/>
            <p:nvPr/>
          </p:nvSpPr>
          <p:spPr>
            <a:xfrm rot="253346">
              <a:off x="9500090" y="3845977"/>
              <a:ext cx="202954" cy="65177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8100">
              <a:solidFill>
                <a:srgbClr val="00B0F0">
                  <a:alpha val="40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E4E80AA0-20BA-7DA1-59EB-593EC9D40772}"/>
                </a:ext>
              </a:extLst>
            </p:cNvPr>
            <p:cNvSpPr/>
            <p:nvPr/>
          </p:nvSpPr>
          <p:spPr>
            <a:xfrm rot="253346">
              <a:off x="9773560" y="3845975"/>
              <a:ext cx="202954" cy="65177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8100">
              <a:solidFill>
                <a:srgbClr val="00B0F0">
                  <a:alpha val="40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ECA797B-9B96-AEC6-8F3C-F855CFF73391}"/>
                </a:ext>
              </a:extLst>
            </p:cNvPr>
            <p:cNvSpPr/>
            <p:nvPr/>
          </p:nvSpPr>
          <p:spPr>
            <a:xfrm rot="253346">
              <a:off x="10023953" y="3845976"/>
              <a:ext cx="202954" cy="65177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8100">
              <a:solidFill>
                <a:srgbClr val="00B0F0">
                  <a:alpha val="40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723F9C38-17C8-B945-A73D-D5C1B529D7B6}"/>
                </a:ext>
              </a:extLst>
            </p:cNvPr>
            <p:cNvSpPr/>
            <p:nvPr/>
          </p:nvSpPr>
          <p:spPr>
            <a:xfrm rot="253346">
              <a:off x="10263263" y="3845976"/>
              <a:ext cx="202954" cy="65177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8100">
              <a:solidFill>
                <a:srgbClr val="00B0F0">
                  <a:alpha val="40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AE983603-3BDA-3088-E601-4A7A9AC9C5E3}"/>
                </a:ext>
              </a:extLst>
            </p:cNvPr>
            <p:cNvSpPr/>
            <p:nvPr/>
          </p:nvSpPr>
          <p:spPr>
            <a:xfrm rot="253346">
              <a:off x="10513656" y="3845977"/>
              <a:ext cx="202954" cy="65177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8100">
              <a:solidFill>
                <a:srgbClr val="00B0F0">
                  <a:alpha val="40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26EA29C7-681E-DA36-4812-362E52C62BBA}"/>
                </a:ext>
              </a:extLst>
            </p:cNvPr>
            <p:cNvSpPr/>
            <p:nvPr/>
          </p:nvSpPr>
          <p:spPr>
            <a:xfrm rot="253346">
              <a:off x="10787126" y="3845975"/>
              <a:ext cx="202954" cy="65177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8100">
              <a:solidFill>
                <a:srgbClr val="00B0F0">
                  <a:alpha val="40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4B1C72DA-31B6-8E7C-117A-F0560AD2C176}"/>
                </a:ext>
              </a:extLst>
            </p:cNvPr>
            <p:cNvSpPr/>
            <p:nvPr/>
          </p:nvSpPr>
          <p:spPr>
            <a:xfrm rot="253346">
              <a:off x="11037519" y="3845976"/>
              <a:ext cx="202954" cy="65177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8100">
              <a:solidFill>
                <a:srgbClr val="00B0F0">
                  <a:alpha val="40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8BD9BB00-AF38-560F-88A5-D136C8472811}"/>
                  </a:ext>
                </a:extLst>
              </p:cNvPr>
              <p:cNvSpPr txBox="1"/>
              <p:nvPr/>
            </p:nvSpPr>
            <p:spPr>
              <a:xfrm>
                <a:off x="4659702" y="5550687"/>
                <a:ext cx="1671035" cy="777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s-CL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s-CL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s-CL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8BD9BB00-AF38-560F-88A5-D136C8472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702" y="5550687"/>
                <a:ext cx="1671035" cy="7771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76A0DD72-5AD0-56A6-1A55-9D746659BBDA}"/>
                  </a:ext>
                </a:extLst>
              </p:cNvPr>
              <p:cNvSpPr txBox="1"/>
              <p:nvPr/>
            </p:nvSpPr>
            <p:spPr>
              <a:xfrm>
                <a:off x="2109790" y="3880885"/>
                <a:ext cx="14478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CL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76A0DD72-5AD0-56A6-1A55-9D746659B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790" y="3880885"/>
                <a:ext cx="1447832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E494AD00-3028-B81F-4684-BF1822EFCE41}"/>
                  </a:ext>
                </a:extLst>
              </p:cNvPr>
              <p:cNvSpPr txBox="1"/>
              <p:nvPr/>
            </p:nvSpPr>
            <p:spPr>
              <a:xfrm>
                <a:off x="6779149" y="3939728"/>
                <a:ext cx="14477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CL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E494AD00-3028-B81F-4684-BF1822EFC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9149" y="3939728"/>
                <a:ext cx="1447769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57327D8-2D3E-A2B9-923E-9425AAC63379}"/>
              </a:ext>
            </a:extLst>
          </p:cNvPr>
          <p:cNvCxnSpPr>
            <a:cxnSpLocks/>
          </p:cNvCxnSpPr>
          <p:nvPr/>
        </p:nvCxnSpPr>
        <p:spPr>
          <a:xfrm>
            <a:off x="4007364" y="2291292"/>
            <a:ext cx="0" cy="3007533"/>
          </a:xfrm>
          <a:prstGeom prst="straightConnector1">
            <a:avLst/>
          </a:prstGeom>
          <a:ln w="12700">
            <a:solidFill>
              <a:srgbClr val="00B0F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BC07F9B-A904-635C-3D4E-4331652800BE}"/>
              </a:ext>
            </a:extLst>
          </p:cNvPr>
          <p:cNvCxnSpPr>
            <a:cxnSpLocks/>
            <a:stCxn id="43" idx="3"/>
            <a:endCxn id="43" idx="1"/>
          </p:cNvCxnSpPr>
          <p:nvPr/>
        </p:nvCxnSpPr>
        <p:spPr>
          <a:xfrm flipH="1">
            <a:off x="3549076" y="3795058"/>
            <a:ext cx="3087770" cy="0"/>
          </a:xfrm>
          <a:prstGeom prst="straightConnector1">
            <a:avLst/>
          </a:prstGeom>
          <a:ln w="12700">
            <a:solidFill>
              <a:srgbClr val="00B0F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DED0355F-461C-D071-DEC2-0C7D88F25538}"/>
                  </a:ext>
                </a:extLst>
              </p:cNvPr>
              <p:cNvSpPr txBox="1"/>
              <p:nvPr/>
            </p:nvSpPr>
            <p:spPr>
              <a:xfrm>
                <a:off x="4902611" y="3425726"/>
                <a:ext cx="2744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DED0355F-461C-D071-DEC2-0C7D88F25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2611" y="3425726"/>
                <a:ext cx="274425" cy="369332"/>
              </a:xfrm>
              <a:prstGeom prst="rect">
                <a:avLst/>
              </a:prstGeom>
              <a:blipFill>
                <a:blip r:embed="rId6"/>
                <a:stretch>
                  <a:fillRect r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C2CB24D2-6878-1C51-361A-DD8B54ADCC47}"/>
                  </a:ext>
                </a:extLst>
              </p:cNvPr>
              <p:cNvSpPr txBox="1"/>
              <p:nvPr/>
            </p:nvSpPr>
            <p:spPr>
              <a:xfrm>
                <a:off x="3996052" y="4021436"/>
                <a:ext cx="4126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C2CB24D2-6878-1C51-361A-DD8B54ADC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6052" y="4021436"/>
                <a:ext cx="41261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F2188273-F9A3-2726-B52E-C23717C6917B}"/>
              </a:ext>
            </a:extLst>
          </p:cNvPr>
          <p:cNvCxnSpPr>
            <a:cxnSpLocks/>
          </p:cNvCxnSpPr>
          <p:nvPr/>
        </p:nvCxnSpPr>
        <p:spPr>
          <a:xfrm>
            <a:off x="3112118" y="4302538"/>
            <a:ext cx="436958" cy="227006"/>
          </a:xfrm>
          <a:prstGeom prst="straightConnector1">
            <a:avLst/>
          </a:prstGeom>
          <a:ln>
            <a:solidFill>
              <a:srgbClr val="00B0F0"/>
            </a:solidFill>
            <a:prstDash val="lgDash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01625E63-69E4-68C7-99ED-0E926EE80151}"/>
              </a:ext>
            </a:extLst>
          </p:cNvPr>
          <p:cNvCxnSpPr>
            <a:cxnSpLocks/>
          </p:cNvCxnSpPr>
          <p:nvPr/>
        </p:nvCxnSpPr>
        <p:spPr>
          <a:xfrm flipH="1">
            <a:off x="6636846" y="4302538"/>
            <a:ext cx="284606" cy="271138"/>
          </a:xfrm>
          <a:prstGeom prst="straightConnector1">
            <a:avLst/>
          </a:prstGeom>
          <a:ln>
            <a:solidFill>
              <a:srgbClr val="00B0F0"/>
            </a:solidFill>
            <a:prstDash val="lgDash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97B9ABFD-394F-63F0-C11F-04675134FBE4}"/>
              </a:ext>
            </a:extLst>
          </p:cNvPr>
          <p:cNvCxnSpPr>
            <a:cxnSpLocks/>
          </p:cNvCxnSpPr>
          <p:nvPr/>
        </p:nvCxnSpPr>
        <p:spPr>
          <a:xfrm flipV="1">
            <a:off x="3659122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F0AD0D15-E92E-0A86-A721-820FA1095E8E}"/>
              </a:ext>
            </a:extLst>
          </p:cNvPr>
          <p:cNvCxnSpPr>
            <a:cxnSpLocks/>
          </p:cNvCxnSpPr>
          <p:nvPr/>
        </p:nvCxnSpPr>
        <p:spPr>
          <a:xfrm flipV="1">
            <a:off x="3811522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6A4B54DA-D7EC-CF62-56A2-003B1C84B155}"/>
              </a:ext>
            </a:extLst>
          </p:cNvPr>
          <p:cNvCxnSpPr>
            <a:cxnSpLocks/>
          </p:cNvCxnSpPr>
          <p:nvPr/>
        </p:nvCxnSpPr>
        <p:spPr>
          <a:xfrm flipV="1">
            <a:off x="3967732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63A5DE59-0822-80AE-510A-FA93CC59702F}"/>
              </a:ext>
            </a:extLst>
          </p:cNvPr>
          <p:cNvCxnSpPr>
            <a:cxnSpLocks/>
          </p:cNvCxnSpPr>
          <p:nvPr/>
        </p:nvCxnSpPr>
        <p:spPr>
          <a:xfrm flipV="1">
            <a:off x="4120132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12F6ECEE-5282-CC4D-C602-FA1D681FBE31}"/>
              </a:ext>
            </a:extLst>
          </p:cNvPr>
          <p:cNvCxnSpPr>
            <a:cxnSpLocks/>
          </p:cNvCxnSpPr>
          <p:nvPr/>
        </p:nvCxnSpPr>
        <p:spPr>
          <a:xfrm flipV="1">
            <a:off x="425549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C4E0B8DB-E763-2312-1C86-DE53B10780C1}"/>
              </a:ext>
            </a:extLst>
          </p:cNvPr>
          <p:cNvCxnSpPr>
            <a:cxnSpLocks/>
          </p:cNvCxnSpPr>
          <p:nvPr/>
        </p:nvCxnSpPr>
        <p:spPr>
          <a:xfrm flipV="1">
            <a:off x="440789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D4D93C9C-D840-E9B6-ED77-302C4F628E0B}"/>
              </a:ext>
            </a:extLst>
          </p:cNvPr>
          <p:cNvCxnSpPr>
            <a:cxnSpLocks/>
          </p:cNvCxnSpPr>
          <p:nvPr/>
        </p:nvCxnSpPr>
        <p:spPr>
          <a:xfrm flipV="1">
            <a:off x="456410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1D9BCB2A-02E1-B0ED-4CD8-44E75B49A824}"/>
              </a:ext>
            </a:extLst>
          </p:cNvPr>
          <p:cNvCxnSpPr>
            <a:cxnSpLocks/>
          </p:cNvCxnSpPr>
          <p:nvPr/>
        </p:nvCxnSpPr>
        <p:spPr>
          <a:xfrm flipV="1">
            <a:off x="471650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B929A18A-3B25-6FCD-E9B3-20A6B9248E2B}"/>
              </a:ext>
            </a:extLst>
          </p:cNvPr>
          <p:cNvCxnSpPr>
            <a:cxnSpLocks/>
          </p:cNvCxnSpPr>
          <p:nvPr/>
        </p:nvCxnSpPr>
        <p:spPr>
          <a:xfrm flipV="1">
            <a:off x="4863082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7B0254BC-324C-5A25-2516-6ABC98F5B06E}"/>
              </a:ext>
            </a:extLst>
          </p:cNvPr>
          <p:cNvCxnSpPr>
            <a:cxnSpLocks/>
          </p:cNvCxnSpPr>
          <p:nvPr/>
        </p:nvCxnSpPr>
        <p:spPr>
          <a:xfrm flipV="1">
            <a:off x="5015482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B8BA0A1-8BE3-45CE-534E-716EAA60FF7B}"/>
              </a:ext>
            </a:extLst>
          </p:cNvPr>
          <p:cNvCxnSpPr>
            <a:cxnSpLocks/>
          </p:cNvCxnSpPr>
          <p:nvPr/>
        </p:nvCxnSpPr>
        <p:spPr>
          <a:xfrm flipV="1">
            <a:off x="5171692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ADDDD2CB-4DBC-702A-3DB6-0DA1C3161F70}"/>
              </a:ext>
            </a:extLst>
          </p:cNvPr>
          <p:cNvCxnSpPr>
            <a:cxnSpLocks/>
          </p:cNvCxnSpPr>
          <p:nvPr/>
        </p:nvCxnSpPr>
        <p:spPr>
          <a:xfrm flipV="1">
            <a:off x="5324092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697F35B8-A61B-76A1-5893-726AB094B051}"/>
              </a:ext>
            </a:extLst>
          </p:cNvPr>
          <p:cNvCxnSpPr>
            <a:cxnSpLocks/>
          </p:cNvCxnSpPr>
          <p:nvPr/>
        </p:nvCxnSpPr>
        <p:spPr>
          <a:xfrm flipV="1">
            <a:off x="547088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B3544B3C-80DF-FFA8-5DC4-9159CEA2544F}"/>
              </a:ext>
            </a:extLst>
          </p:cNvPr>
          <p:cNvCxnSpPr>
            <a:cxnSpLocks/>
          </p:cNvCxnSpPr>
          <p:nvPr/>
        </p:nvCxnSpPr>
        <p:spPr>
          <a:xfrm flipV="1">
            <a:off x="562328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5E919680-2D24-8FDA-06F0-E51481C456EE}"/>
              </a:ext>
            </a:extLst>
          </p:cNvPr>
          <p:cNvCxnSpPr>
            <a:cxnSpLocks/>
          </p:cNvCxnSpPr>
          <p:nvPr/>
        </p:nvCxnSpPr>
        <p:spPr>
          <a:xfrm flipV="1">
            <a:off x="577949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D20C712E-55AE-3069-92C2-061614DD5020}"/>
              </a:ext>
            </a:extLst>
          </p:cNvPr>
          <p:cNvCxnSpPr>
            <a:cxnSpLocks/>
          </p:cNvCxnSpPr>
          <p:nvPr/>
        </p:nvCxnSpPr>
        <p:spPr>
          <a:xfrm flipV="1">
            <a:off x="593189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5A071A07-FE74-FDFB-CAB2-DA439A05A8A9}"/>
              </a:ext>
            </a:extLst>
          </p:cNvPr>
          <p:cNvCxnSpPr>
            <a:cxnSpLocks/>
          </p:cNvCxnSpPr>
          <p:nvPr/>
        </p:nvCxnSpPr>
        <p:spPr>
          <a:xfrm flipV="1">
            <a:off x="608814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98276889-D780-1983-D20B-F09B08D73B82}"/>
              </a:ext>
            </a:extLst>
          </p:cNvPr>
          <p:cNvCxnSpPr>
            <a:cxnSpLocks/>
          </p:cNvCxnSpPr>
          <p:nvPr/>
        </p:nvCxnSpPr>
        <p:spPr>
          <a:xfrm flipV="1">
            <a:off x="624054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F6087908-CF77-8FDA-14C0-ECA43A9DCC37}"/>
              </a:ext>
            </a:extLst>
          </p:cNvPr>
          <p:cNvCxnSpPr>
            <a:cxnSpLocks/>
          </p:cNvCxnSpPr>
          <p:nvPr/>
        </p:nvCxnSpPr>
        <p:spPr>
          <a:xfrm flipV="1">
            <a:off x="639675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8B4AB6F7-9966-5DE2-82FB-BB81CC24735C}"/>
              </a:ext>
            </a:extLst>
          </p:cNvPr>
          <p:cNvCxnSpPr>
            <a:cxnSpLocks/>
          </p:cNvCxnSpPr>
          <p:nvPr/>
        </p:nvCxnSpPr>
        <p:spPr>
          <a:xfrm flipV="1">
            <a:off x="654915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0854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Rectangle 371">
            <a:extLst>
              <a:ext uri="{FF2B5EF4-FFF2-40B4-BE49-F238E27FC236}">
                <a16:creationId xmlns:a16="http://schemas.microsoft.com/office/drawing/2014/main" id="{321AEFEB-6EB7-3931-B2EE-003A0DA6D8E2}"/>
              </a:ext>
            </a:extLst>
          </p:cNvPr>
          <p:cNvSpPr/>
          <p:nvPr/>
        </p:nvSpPr>
        <p:spPr>
          <a:xfrm>
            <a:off x="174250" y="796298"/>
            <a:ext cx="9885680" cy="5611173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640C92A-5607-E384-DCFC-386CA9A34EDC}"/>
              </a:ext>
            </a:extLst>
          </p:cNvPr>
          <p:cNvCxnSpPr>
            <a:cxnSpLocks/>
          </p:cNvCxnSpPr>
          <p:nvPr/>
        </p:nvCxnSpPr>
        <p:spPr>
          <a:xfrm>
            <a:off x="3154955" y="4191970"/>
            <a:ext cx="436958" cy="227006"/>
          </a:xfrm>
          <a:prstGeom prst="straightConnector1">
            <a:avLst/>
          </a:prstGeom>
          <a:ln>
            <a:solidFill>
              <a:srgbClr val="00B0F0"/>
            </a:solidFill>
            <a:prstDash val="lgDash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90B144F-02E0-7675-A0DE-A298CB411045}"/>
              </a:ext>
            </a:extLst>
          </p:cNvPr>
          <p:cNvCxnSpPr>
            <a:cxnSpLocks/>
          </p:cNvCxnSpPr>
          <p:nvPr/>
        </p:nvCxnSpPr>
        <p:spPr>
          <a:xfrm flipH="1">
            <a:off x="6566972" y="4017493"/>
            <a:ext cx="284606" cy="271138"/>
          </a:xfrm>
          <a:prstGeom prst="straightConnector1">
            <a:avLst/>
          </a:prstGeom>
          <a:ln>
            <a:solidFill>
              <a:srgbClr val="00B0F0"/>
            </a:solidFill>
            <a:prstDash val="lgDash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6FE36A5-B74A-ED1C-1D72-00367F64CB8B}"/>
              </a:ext>
            </a:extLst>
          </p:cNvPr>
          <p:cNvSpPr/>
          <p:nvPr/>
        </p:nvSpPr>
        <p:spPr>
          <a:xfrm>
            <a:off x="3549076" y="2291292"/>
            <a:ext cx="3087770" cy="30075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89ABC0FD-CE04-8B1D-F3EC-D6711AA507A4}"/>
              </a:ext>
            </a:extLst>
          </p:cNvPr>
          <p:cNvGrpSpPr/>
          <p:nvPr/>
        </p:nvGrpSpPr>
        <p:grpSpPr>
          <a:xfrm>
            <a:off x="3480955" y="2230050"/>
            <a:ext cx="3228320" cy="3122804"/>
            <a:chOff x="3524864" y="2279218"/>
            <a:chExt cx="3177078" cy="3073236"/>
          </a:xfrm>
        </p:grpSpPr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92EC37B2-E6AE-AB49-DDA0-62D964D0094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4864" y="2279218"/>
              <a:ext cx="139842" cy="139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B4569F6A-E66A-8148-C598-21864BC383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4864" y="3743112"/>
              <a:ext cx="139842" cy="139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DC6168F3-B0A5-F56A-B407-1CDF0F0512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4864" y="5212614"/>
              <a:ext cx="139842" cy="139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5F2AFD68-3637-FFE5-1144-E5D61FA7EF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71925" y="2279218"/>
              <a:ext cx="139842" cy="139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B5EEDCE3-3C77-3DA3-E655-7E2F890AA5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71925" y="3743112"/>
              <a:ext cx="139842" cy="139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3B389DF7-7D2B-DCE1-471E-23E5DFE614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71925" y="5212614"/>
              <a:ext cx="139842" cy="139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F3040554-1B2D-60E3-8F83-679F04FE49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62100" y="2279218"/>
              <a:ext cx="139842" cy="139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531BC671-CB1C-CC23-C002-3F4220DCE0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62100" y="3743112"/>
              <a:ext cx="139842" cy="139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37F439E4-C187-D69F-B464-F649572F87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62100" y="5212614"/>
              <a:ext cx="139842" cy="139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1FB218B6-ED4C-18B3-0CA7-DEBF4E48459D}"/>
              </a:ext>
            </a:extLst>
          </p:cNvPr>
          <p:cNvCxnSpPr>
            <a:cxnSpLocks/>
          </p:cNvCxnSpPr>
          <p:nvPr/>
        </p:nvCxnSpPr>
        <p:spPr>
          <a:xfrm>
            <a:off x="3613371" y="3771210"/>
            <a:ext cx="3012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D13C27E4-8C3E-12F4-C2BA-DF944D7F75EC}"/>
              </a:ext>
            </a:extLst>
          </p:cNvPr>
          <p:cNvCxnSpPr>
            <a:cxnSpLocks/>
          </p:cNvCxnSpPr>
          <p:nvPr/>
        </p:nvCxnSpPr>
        <p:spPr>
          <a:xfrm>
            <a:off x="5117090" y="2347736"/>
            <a:ext cx="0" cy="29405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36CCC8-EDCB-02D5-9DF5-E4CE7EFA485B}"/>
                  </a:ext>
                </a:extLst>
              </p:cNvPr>
              <p:cNvSpPr txBox="1"/>
              <p:nvPr/>
            </p:nvSpPr>
            <p:spPr>
              <a:xfrm>
                <a:off x="4326646" y="785460"/>
                <a:ext cx="2832314" cy="777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s-CL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s-CL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s-CL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36CCC8-EDCB-02D5-9DF5-E4CE7EFA4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646" y="785460"/>
                <a:ext cx="2832314" cy="7771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68546EB9-72B4-5239-53B7-2269B37C9937}"/>
              </a:ext>
            </a:extLst>
          </p:cNvPr>
          <p:cNvGrpSpPr/>
          <p:nvPr/>
        </p:nvGrpSpPr>
        <p:grpSpPr>
          <a:xfrm>
            <a:off x="3670258" y="1594422"/>
            <a:ext cx="2826519" cy="356173"/>
            <a:chOff x="9249697" y="3845975"/>
            <a:chExt cx="1990776" cy="651772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01D5B18-2B20-7AA0-C088-1091B12169D5}"/>
                </a:ext>
              </a:extLst>
            </p:cNvPr>
            <p:cNvSpPr/>
            <p:nvPr/>
          </p:nvSpPr>
          <p:spPr>
            <a:xfrm rot="253346">
              <a:off x="9249697" y="3845976"/>
              <a:ext cx="202954" cy="65177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8100">
              <a:solidFill>
                <a:srgbClr val="00B0F0">
                  <a:alpha val="40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141E1C6-C269-8699-F307-D3A41D3B0043}"/>
                </a:ext>
              </a:extLst>
            </p:cNvPr>
            <p:cNvSpPr/>
            <p:nvPr/>
          </p:nvSpPr>
          <p:spPr>
            <a:xfrm rot="253346">
              <a:off x="9500090" y="3845977"/>
              <a:ext cx="202954" cy="65177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8100">
              <a:solidFill>
                <a:srgbClr val="00B0F0">
                  <a:alpha val="40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795F672-607F-5187-7DAE-1909F7564F7C}"/>
                </a:ext>
              </a:extLst>
            </p:cNvPr>
            <p:cNvSpPr/>
            <p:nvPr/>
          </p:nvSpPr>
          <p:spPr>
            <a:xfrm rot="253346">
              <a:off x="9773560" y="3845975"/>
              <a:ext cx="202954" cy="65177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8100">
              <a:solidFill>
                <a:srgbClr val="00B0F0">
                  <a:alpha val="40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8F16A4-7B5D-EB4D-B00D-B6FDD1EF8885}"/>
                </a:ext>
              </a:extLst>
            </p:cNvPr>
            <p:cNvSpPr/>
            <p:nvPr/>
          </p:nvSpPr>
          <p:spPr>
            <a:xfrm rot="253346">
              <a:off x="10023953" y="3845976"/>
              <a:ext cx="202954" cy="65177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8100">
              <a:solidFill>
                <a:srgbClr val="00B0F0">
                  <a:alpha val="40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F37C14C-AC63-F610-6258-ADE2B33E156E}"/>
                </a:ext>
              </a:extLst>
            </p:cNvPr>
            <p:cNvSpPr/>
            <p:nvPr/>
          </p:nvSpPr>
          <p:spPr>
            <a:xfrm rot="253346">
              <a:off x="10263263" y="3845976"/>
              <a:ext cx="202954" cy="65177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8100">
              <a:solidFill>
                <a:srgbClr val="00B0F0">
                  <a:alpha val="40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BC5CB93-8F47-767D-34A9-51AE6DB27A23}"/>
                </a:ext>
              </a:extLst>
            </p:cNvPr>
            <p:cNvSpPr/>
            <p:nvPr/>
          </p:nvSpPr>
          <p:spPr>
            <a:xfrm rot="253346">
              <a:off x="10513656" y="3845977"/>
              <a:ext cx="202954" cy="65177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8100">
              <a:solidFill>
                <a:srgbClr val="00B0F0">
                  <a:alpha val="40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C6BDB40-17D9-9963-00D5-0EC989608983}"/>
                </a:ext>
              </a:extLst>
            </p:cNvPr>
            <p:cNvSpPr/>
            <p:nvPr/>
          </p:nvSpPr>
          <p:spPr>
            <a:xfrm rot="253346">
              <a:off x="10787126" y="3845975"/>
              <a:ext cx="202954" cy="65177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8100">
              <a:solidFill>
                <a:srgbClr val="00B0F0">
                  <a:alpha val="40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6DD820A-BD04-D805-EBC3-11ADE5065F15}"/>
                </a:ext>
              </a:extLst>
            </p:cNvPr>
            <p:cNvSpPr/>
            <p:nvPr/>
          </p:nvSpPr>
          <p:spPr>
            <a:xfrm rot="253346">
              <a:off x="11037519" y="3845976"/>
              <a:ext cx="202954" cy="65177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8100">
              <a:solidFill>
                <a:srgbClr val="00B0F0">
                  <a:alpha val="40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CE574A8-C097-86B7-856C-C133E17105F4}"/>
                  </a:ext>
                </a:extLst>
              </p:cNvPr>
              <p:cNvSpPr txBox="1"/>
              <p:nvPr/>
            </p:nvSpPr>
            <p:spPr>
              <a:xfrm>
                <a:off x="4559707" y="5619497"/>
                <a:ext cx="1671035" cy="777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s-CL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s-CL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s-CL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CE574A8-C097-86B7-856C-C133E1710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707" y="5619497"/>
                <a:ext cx="1671035" cy="7771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3E6C53C-5A7F-3C79-ABC8-B610C32C8DF9}"/>
                  </a:ext>
                </a:extLst>
              </p:cNvPr>
              <p:cNvSpPr txBox="1"/>
              <p:nvPr/>
            </p:nvSpPr>
            <p:spPr>
              <a:xfrm>
                <a:off x="2117672" y="3776556"/>
                <a:ext cx="14478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CL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3E6C53C-5A7F-3C79-ABC8-B610C32C8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672" y="3776556"/>
                <a:ext cx="1447832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7569AEA-CD5D-AED7-FC7B-6FFCBB1DEFC5}"/>
                  </a:ext>
                </a:extLst>
              </p:cNvPr>
              <p:cNvSpPr txBox="1"/>
              <p:nvPr/>
            </p:nvSpPr>
            <p:spPr>
              <a:xfrm>
                <a:off x="6709275" y="3707004"/>
                <a:ext cx="14477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CL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7569AEA-CD5D-AED7-FC7B-6FFCBB1DE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275" y="3707004"/>
                <a:ext cx="1447769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2B6373A-6D18-E353-D706-6E0F381D3655}"/>
              </a:ext>
            </a:extLst>
          </p:cNvPr>
          <p:cNvCxnSpPr>
            <a:cxnSpLocks/>
          </p:cNvCxnSpPr>
          <p:nvPr/>
        </p:nvCxnSpPr>
        <p:spPr>
          <a:xfrm flipV="1">
            <a:off x="3659122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07ED75-8878-D255-33DC-0B9678EB58FE}"/>
              </a:ext>
            </a:extLst>
          </p:cNvPr>
          <p:cNvCxnSpPr>
            <a:cxnSpLocks/>
          </p:cNvCxnSpPr>
          <p:nvPr/>
        </p:nvCxnSpPr>
        <p:spPr>
          <a:xfrm flipV="1">
            <a:off x="3811522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1790118-6FD5-BB6F-B3F4-75E7A69141A5}"/>
              </a:ext>
            </a:extLst>
          </p:cNvPr>
          <p:cNvCxnSpPr>
            <a:cxnSpLocks/>
          </p:cNvCxnSpPr>
          <p:nvPr/>
        </p:nvCxnSpPr>
        <p:spPr>
          <a:xfrm flipV="1">
            <a:off x="3967732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30212AB-73A6-D796-22A9-247D9897B1A3}"/>
              </a:ext>
            </a:extLst>
          </p:cNvPr>
          <p:cNvCxnSpPr>
            <a:cxnSpLocks/>
          </p:cNvCxnSpPr>
          <p:nvPr/>
        </p:nvCxnSpPr>
        <p:spPr>
          <a:xfrm flipV="1">
            <a:off x="4120132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35647ED-FB13-4CEE-C3F9-6E1F359E30CC}"/>
              </a:ext>
            </a:extLst>
          </p:cNvPr>
          <p:cNvCxnSpPr>
            <a:cxnSpLocks/>
          </p:cNvCxnSpPr>
          <p:nvPr/>
        </p:nvCxnSpPr>
        <p:spPr>
          <a:xfrm flipV="1">
            <a:off x="425549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BD6364-E5CB-1FD2-1872-DF9555CF63B4}"/>
              </a:ext>
            </a:extLst>
          </p:cNvPr>
          <p:cNvCxnSpPr>
            <a:cxnSpLocks/>
          </p:cNvCxnSpPr>
          <p:nvPr/>
        </p:nvCxnSpPr>
        <p:spPr>
          <a:xfrm flipV="1">
            <a:off x="440789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09B2DE7-E661-D22B-8496-747A717052FE}"/>
              </a:ext>
            </a:extLst>
          </p:cNvPr>
          <p:cNvCxnSpPr>
            <a:cxnSpLocks/>
          </p:cNvCxnSpPr>
          <p:nvPr/>
        </p:nvCxnSpPr>
        <p:spPr>
          <a:xfrm flipV="1">
            <a:off x="456410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3F0036C-2275-7C66-4EFD-1FA344D4D16D}"/>
              </a:ext>
            </a:extLst>
          </p:cNvPr>
          <p:cNvCxnSpPr>
            <a:cxnSpLocks/>
          </p:cNvCxnSpPr>
          <p:nvPr/>
        </p:nvCxnSpPr>
        <p:spPr>
          <a:xfrm flipV="1">
            <a:off x="471650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1EF8259-2A74-9C5C-5779-AE31B1EB00CC}"/>
              </a:ext>
            </a:extLst>
          </p:cNvPr>
          <p:cNvCxnSpPr>
            <a:cxnSpLocks/>
          </p:cNvCxnSpPr>
          <p:nvPr/>
        </p:nvCxnSpPr>
        <p:spPr>
          <a:xfrm flipV="1">
            <a:off x="4863082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DD744F6-03F0-0814-6988-D4ACD6F2C678}"/>
              </a:ext>
            </a:extLst>
          </p:cNvPr>
          <p:cNvCxnSpPr>
            <a:cxnSpLocks/>
          </p:cNvCxnSpPr>
          <p:nvPr/>
        </p:nvCxnSpPr>
        <p:spPr>
          <a:xfrm flipV="1">
            <a:off x="5015482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6CCC981-07C9-FF48-A800-4444E924CA3D}"/>
              </a:ext>
            </a:extLst>
          </p:cNvPr>
          <p:cNvCxnSpPr>
            <a:cxnSpLocks/>
          </p:cNvCxnSpPr>
          <p:nvPr/>
        </p:nvCxnSpPr>
        <p:spPr>
          <a:xfrm flipV="1">
            <a:off x="5171692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88F3BFF-8607-1C68-65EC-8A9F3EA8A0B4}"/>
              </a:ext>
            </a:extLst>
          </p:cNvPr>
          <p:cNvCxnSpPr>
            <a:cxnSpLocks/>
          </p:cNvCxnSpPr>
          <p:nvPr/>
        </p:nvCxnSpPr>
        <p:spPr>
          <a:xfrm flipV="1">
            <a:off x="5324092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E7DB2DC-3674-B8CA-D84B-32F9C72F4542}"/>
              </a:ext>
            </a:extLst>
          </p:cNvPr>
          <p:cNvCxnSpPr>
            <a:cxnSpLocks/>
          </p:cNvCxnSpPr>
          <p:nvPr/>
        </p:nvCxnSpPr>
        <p:spPr>
          <a:xfrm flipV="1">
            <a:off x="547088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FFB0A28-5C20-C1F8-C848-A1F2D520E024}"/>
              </a:ext>
            </a:extLst>
          </p:cNvPr>
          <p:cNvCxnSpPr>
            <a:cxnSpLocks/>
          </p:cNvCxnSpPr>
          <p:nvPr/>
        </p:nvCxnSpPr>
        <p:spPr>
          <a:xfrm flipV="1">
            <a:off x="562328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D272544-E999-48E1-8C85-5242385A2F87}"/>
              </a:ext>
            </a:extLst>
          </p:cNvPr>
          <p:cNvCxnSpPr>
            <a:cxnSpLocks/>
          </p:cNvCxnSpPr>
          <p:nvPr/>
        </p:nvCxnSpPr>
        <p:spPr>
          <a:xfrm flipV="1">
            <a:off x="577949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5FC88DF-0542-B397-8B73-DF40A2398A09}"/>
              </a:ext>
            </a:extLst>
          </p:cNvPr>
          <p:cNvCxnSpPr>
            <a:cxnSpLocks/>
          </p:cNvCxnSpPr>
          <p:nvPr/>
        </p:nvCxnSpPr>
        <p:spPr>
          <a:xfrm flipV="1">
            <a:off x="593189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37E03F8-BD25-FB5B-0B84-9EBC40BE0786}"/>
              </a:ext>
            </a:extLst>
          </p:cNvPr>
          <p:cNvCxnSpPr>
            <a:cxnSpLocks/>
          </p:cNvCxnSpPr>
          <p:nvPr/>
        </p:nvCxnSpPr>
        <p:spPr>
          <a:xfrm flipV="1">
            <a:off x="608814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7147A55-F5D8-A4F6-71C3-9489E14C1A2E}"/>
              </a:ext>
            </a:extLst>
          </p:cNvPr>
          <p:cNvCxnSpPr>
            <a:cxnSpLocks/>
          </p:cNvCxnSpPr>
          <p:nvPr/>
        </p:nvCxnSpPr>
        <p:spPr>
          <a:xfrm flipV="1">
            <a:off x="624054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69263B6-FFE2-19B9-0712-E9B9738425EF}"/>
              </a:ext>
            </a:extLst>
          </p:cNvPr>
          <p:cNvCxnSpPr>
            <a:cxnSpLocks/>
          </p:cNvCxnSpPr>
          <p:nvPr/>
        </p:nvCxnSpPr>
        <p:spPr>
          <a:xfrm flipV="1">
            <a:off x="639675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09D843F-F294-8815-966D-FFC8F07B9CAD}"/>
              </a:ext>
            </a:extLst>
          </p:cNvPr>
          <p:cNvCxnSpPr>
            <a:cxnSpLocks/>
          </p:cNvCxnSpPr>
          <p:nvPr/>
        </p:nvCxnSpPr>
        <p:spPr>
          <a:xfrm flipV="1">
            <a:off x="6549157" y="5302152"/>
            <a:ext cx="0" cy="24853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9" name="TextBox 358">
                <a:extLst>
                  <a:ext uri="{FF2B5EF4-FFF2-40B4-BE49-F238E27FC236}">
                    <a16:creationId xmlns:a16="http://schemas.microsoft.com/office/drawing/2014/main" id="{DA4BAD2B-2551-D4D2-E22D-68158F403B8E}"/>
                  </a:ext>
                </a:extLst>
              </p:cNvPr>
              <p:cNvSpPr txBox="1"/>
              <p:nvPr/>
            </p:nvSpPr>
            <p:spPr>
              <a:xfrm>
                <a:off x="3471491" y="4869361"/>
                <a:ext cx="648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9" name="TextBox 358">
                <a:extLst>
                  <a:ext uri="{FF2B5EF4-FFF2-40B4-BE49-F238E27FC236}">
                    <a16:creationId xmlns:a16="http://schemas.microsoft.com/office/drawing/2014/main" id="{DA4BAD2B-2551-D4D2-E22D-68158F403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491" y="4869361"/>
                <a:ext cx="6486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0" name="TextBox 359">
                <a:extLst>
                  <a:ext uri="{FF2B5EF4-FFF2-40B4-BE49-F238E27FC236}">
                    <a16:creationId xmlns:a16="http://schemas.microsoft.com/office/drawing/2014/main" id="{2A848EE0-6EF8-9E1F-0878-3709265CFD46}"/>
                  </a:ext>
                </a:extLst>
              </p:cNvPr>
              <p:cNvSpPr txBox="1"/>
              <p:nvPr/>
            </p:nvSpPr>
            <p:spPr>
              <a:xfrm>
                <a:off x="6568399" y="4918959"/>
                <a:ext cx="648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2,0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0" name="TextBox 359">
                <a:extLst>
                  <a:ext uri="{FF2B5EF4-FFF2-40B4-BE49-F238E27FC236}">
                    <a16:creationId xmlns:a16="http://schemas.microsoft.com/office/drawing/2014/main" id="{2A848EE0-6EF8-9E1F-0878-3709265CF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399" y="4918959"/>
                <a:ext cx="64864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1" name="TextBox 360">
                <a:extLst>
                  <a:ext uri="{FF2B5EF4-FFF2-40B4-BE49-F238E27FC236}">
                    <a16:creationId xmlns:a16="http://schemas.microsoft.com/office/drawing/2014/main" id="{EACF1B0B-A93D-66DD-7294-99C71070635C}"/>
                  </a:ext>
                </a:extLst>
              </p:cNvPr>
              <p:cNvSpPr txBox="1"/>
              <p:nvPr/>
            </p:nvSpPr>
            <p:spPr>
              <a:xfrm>
                <a:off x="6548820" y="1933208"/>
                <a:ext cx="648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1" name="TextBox 360">
                <a:extLst>
                  <a:ext uri="{FF2B5EF4-FFF2-40B4-BE49-F238E27FC236}">
                    <a16:creationId xmlns:a16="http://schemas.microsoft.com/office/drawing/2014/main" id="{EACF1B0B-A93D-66DD-7294-99C710706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820" y="1933208"/>
                <a:ext cx="64864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2" name="TextBox 361">
                <a:extLst>
                  <a:ext uri="{FF2B5EF4-FFF2-40B4-BE49-F238E27FC236}">
                    <a16:creationId xmlns:a16="http://schemas.microsoft.com/office/drawing/2014/main" id="{E90CA160-FAFD-ADB8-3E5F-329277CC832B}"/>
                  </a:ext>
                </a:extLst>
              </p:cNvPr>
              <p:cNvSpPr txBox="1"/>
              <p:nvPr/>
            </p:nvSpPr>
            <p:spPr>
              <a:xfrm>
                <a:off x="3429058" y="1924789"/>
                <a:ext cx="648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0,2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2" name="TextBox 361">
                <a:extLst>
                  <a:ext uri="{FF2B5EF4-FFF2-40B4-BE49-F238E27FC236}">
                    <a16:creationId xmlns:a16="http://schemas.microsoft.com/office/drawing/2014/main" id="{E90CA160-FAFD-ADB8-3E5F-329277CC8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58" y="1924789"/>
                <a:ext cx="64864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6" name="TextBox 365">
                <a:extLst>
                  <a:ext uri="{FF2B5EF4-FFF2-40B4-BE49-F238E27FC236}">
                    <a16:creationId xmlns:a16="http://schemas.microsoft.com/office/drawing/2014/main" id="{E2992D9B-51E5-CBFE-1761-50B4C80BBD44}"/>
                  </a:ext>
                </a:extLst>
              </p:cNvPr>
              <p:cNvSpPr txBox="1"/>
              <p:nvPr/>
            </p:nvSpPr>
            <p:spPr>
              <a:xfrm>
                <a:off x="3430209" y="3406676"/>
                <a:ext cx="648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0,1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6" name="TextBox 365">
                <a:extLst>
                  <a:ext uri="{FF2B5EF4-FFF2-40B4-BE49-F238E27FC236}">
                    <a16:creationId xmlns:a16="http://schemas.microsoft.com/office/drawing/2014/main" id="{E2992D9B-51E5-CBFE-1761-50B4C80BB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209" y="3406676"/>
                <a:ext cx="64864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83534C82-73DD-7FE6-7D7A-E9E30338D18D}"/>
                  </a:ext>
                </a:extLst>
              </p:cNvPr>
              <p:cNvSpPr txBox="1"/>
              <p:nvPr/>
            </p:nvSpPr>
            <p:spPr>
              <a:xfrm>
                <a:off x="5047577" y="3417219"/>
                <a:ext cx="648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83534C82-73DD-7FE6-7D7A-E9E30338D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577" y="3417219"/>
                <a:ext cx="64864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BAAFDF4D-1C30-59F1-D62B-45C8B52068D2}"/>
                  </a:ext>
                </a:extLst>
              </p:cNvPr>
              <p:cNvSpPr txBox="1"/>
              <p:nvPr/>
            </p:nvSpPr>
            <p:spPr>
              <a:xfrm>
                <a:off x="6527257" y="3386989"/>
                <a:ext cx="648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2,1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BAAFDF4D-1C30-59F1-D62B-45C8B5206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257" y="3386989"/>
                <a:ext cx="6486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CF471E89-4432-8DDC-94F1-D2A0E7852DC8}"/>
                  </a:ext>
                </a:extLst>
              </p:cNvPr>
              <p:cNvSpPr txBox="1"/>
              <p:nvPr/>
            </p:nvSpPr>
            <p:spPr>
              <a:xfrm>
                <a:off x="5016316" y="4878357"/>
                <a:ext cx="648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1,0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CF471E89-4432-8DDC-94F1-D2A0E7852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316" y="4878357"/>
                <a:ext cx="6486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TextBox 369">
                <a:extLst>
                  <a:ext uri="{FF2B5EF4-FFF2-40B4-BE49-F238E27FC236}">
                    <a16:creationId xmlns:a16="http://schemas.microsoft.com/office/drawing/2014/main" id="{7AADC680-412B-D2DA-E584-82E47D629ABB}"/>
                  </a:ext>
                </a:extLst>
              </p:cNvPr>
              <p:cNvSpPr txBox="1"/>
              <p:nvPr/>
            </p:nvSpPr>
            <p:spPr>
              <a:xfrm>
                <a:off x="5027463" y="1944650"/>
                <a:ext cx="648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1,2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0" name="TextBox 369">
                <a:extLst>
                  <a:ext uri="{FF2B5EF4-FFF2-40B4-BE49-F238E27FC236}">
                    <a16:creationId xmlns:a16="http://schemas.microsoft.com/office/drawing/2014/main" id="{7AADC680-412B-D2DA-E584-82E47D629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463" y="1944650"/>
                <a:ext cx="64864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1157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270">
            <a:extLst>
              <a:ext uri="{FF2B5EF4-FFF2-40B4-BE49-F238E27FC236}">
                <a16:creationId xmlns:a16="http://schemas.microsoft.com/office/drawing/2014/main" id="{07C42955-6842-D0F6-03C0-F4C68C8EC266}"/>
              </a:ext>
            </a:extLst>
          </p:cNvPr>
          <p:cNvSpPr/>
          <p:nvPr/>
        </p:nvSpPr>
        <p:spPr>
          <a:xfrm>
            <a:off x="1698172" y="76201"/>
            <a:ext cx="9699171" cy="5965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E311B-5A60-C614-E59A-19AFC29A56BB}"/>
              </a:ext>
            </a:extLst>
          </p:cNvPr>
          <p:cNvSpPr/>
          <p:nvPr/>
        </p:nvSpPr>
        <p:spPr>
          <a:xfrm>
            <a:off x="3572509" y="1025979"/>
            <a:ext cx="4126956" cy="39662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2893F3F-F255-C5EF-04E1-0AD88CD2DC92}"/>
              </a:ext>
            </a:extLst>
          </p:cNvPr>
          <p:cNvGrpSpPr/>
          <p:nvPr/>
        </p:nvGrpSpPr>
        <p:grpSpPr>
          <a:xfrm>
            <a:off x="3525992" y="970639"/>
            <a:ext cx="4231511" cy="4083849"/>
            <a:chOff x="3210307" y="1906810"/>
            <a:chExt cx="4231511" cy="4083849"/>
          </a:xfrm>
          <a:solidFill>
            <a:schemeClr val="bg1">
              <a:lumMod val="75000"/>
            </a:schemeClr>
          </a:solidFill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A6E2263-CCC8-2D97-84E1-323076EFE4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DA7B78CB-BDB8-F92E-601F-6623023F77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77AAB4EC-CD94-E74D-5548-197C8F5A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93EC08D-DB86-3103-DAC8-ABE06BE2C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4DF07C4B-94AC-57DE-1289-6BC35A67C0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C3E32E3-4F64-2058-BC98-AC3B03F52B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24188DF-2476-9376-07C4-980CFB4768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FA5C24D1-2985-F4FC-44D2-3D6EB0C5C0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D0FF6BC2-B8E3-2FD4-181A-033D416921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E46FA336-383F-E201-E6F2-0CF55835FD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2D0664CC-544C-85D5-9321-7118F654E4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E12A059-3BCB-5FA6-F78F-23CCBF8E70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2D18057F-F429-B987-3391-171B547DF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D46D40C9-512B-46D4-EAB1-AC1B6689C0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A28E61E0-6AB7-C392-B7AE-8E171A0225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F8E0C0D5-680D-B4BF-B927-1478B4F6AF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F94D8AC-6CC0-EF82-92B2-263C32B8A7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8063636-4C30-BBA8-46CD-655AA62CFA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08853A3C-88C9-E6C5-9831-07817A42A4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604DBC74-BF7C-D000-219C-CD5F0DC76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69895BFE-DC99-1C68-49F0-41C2D8987F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C2CA68A-16FF-6E0F-3615-DE924D4F23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2547A025-4B19-F292-7E44-4E27B0E55F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E2CCCBE-2AF6-1278-E88E-7CEBA4C695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92BE868C-FA1B-48CC-6E5A-795EB179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25B0CDE7-4AA2-293A-8874-8DF775DA4F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6058E2FC-257C-229A-255A-9726EF9D6A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380A9CD-4864-058E-772A-CD6AF6020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5049566-4046-8174-5E5F-D2C088668E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7C853A0A-A86A-80FE-D533-23ECF6F1A1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B0E2F24F-5958-3D94-CA03-24770B337F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A8557876-2C8F-FBE1-AE6D-1408B923F9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20C55AA-DD79-CD28-7CC6-CC86AE52F9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672E26C6-7ACA-A336-3C9F-FAE0BD34FB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F9F111CF-A685-1A4E-F5AD-D6F298FA64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E3767996-CC4B-7A34-9E74-CF9FCD11C2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D6FB3F16-8040-A03D-8032-0B01F085DE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190767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E94D0454-3C0D-772D-D99B-D37E5AE280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4048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2A5246B-7BAB-CE9C-2DCE-E075830D7E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90398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D266897E-291C-4414-9181-8C00D90C85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39404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CA90AE9-6620-254B-D49C-971265DFA8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88658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BFE39E53-8D68-D8DB-69ED-88F0BD1BEB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38611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73118B4E-35D7-E885-570F-EF707E3C53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88564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B5F76E3D-19D3-DD74-6214-AAADEBF0C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3790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D978889F-C017-EDC7-B063-C37B081519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8771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9814D7EB-8344-7E02-C185-BFF8819898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3B282D69-DFEE-531F-FFE0-4217811635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A2D52FF0-6DCB-41D9-A831-1312BECF87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A4C23F18-5DD1-B9AE-B7AD-F06FB95C33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D3BC928E-1214-9C2A-C7B3-111EC0A58F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C3467C94-EED5-9FFE-C06D-619F610572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F4C49824-AA75-C577-A0D4-792C52D01B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C8A0638D-6DFB-F44D-EF96-25E6AFD9AD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C3CB5BE8-688F-DD78-5049-E28EFA37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4AC22361-1749-C7E2-5342-3F568858E4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1FC70740-B326-F007-4600-5B0189692E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B0408A1D-FE5C-D825-33F0-8811811FE1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E8E0DF52-BCB4-5A77-937B-550625D54F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D998D5FA-C311-02DC-0455-A9CC643769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AC1115E-E3B7-41AF-00D9-17E11F5CB9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94E7EDFF-DCC7-B76E-ED91-BBD68153A0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05135810-47BC-C1E0-2352-8FEC527E27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879E2B6-BFBF-A1C5-A661-08996A2EFF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A66B5E0E-AAC8-DFD9-1D54-8EFA8E9374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D459764E-BD57-2493-9E7A-34477FE8E7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89F36F66-2D10-04DA-EECD-504A73DFCA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1938F68-9EC9-7706-1B90-144C1C5832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F61D6C28-3758-D325-B494-735F5A74D5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81187BC5-7704-41A2-3C22-FD84771998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853586EC-CAA5-847E-59D7-0614D08C6B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A0D9F49E-4569-8157-9D09-8E61EBABF8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51E9215D-8686-A813-44AE-80C49FEF7A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DCA5279D-87F9-E139-091C-F020C04C73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8273BC8D-35EF-4F94-FB43-E9F261015A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BA808ECC-2173-BC77-4D14-D7AF752999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937B33FC-61F9-11C6-B42D-5BCF30288A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766E4677-823D-3F53-C9F1-98911A524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129AF697-E1E0-FC0B-1D7A-0B042EF63F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53B5CD19-B077-C90D-4725-E5C492B454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90D9722B-F206-0EEC-B1B0-DC309C6EFC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17266E19-114D-93CD-FC3E-C6EA045D3A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5ADFD45A-EF12-717B-3DBE-3CFED31DCFA8}"/>
              </a:ext>
            </a:extLst>
          </p:cNvPr>
          <p:cNvGrpSpPr/>
          <p:nvPr/>
        </p:nvGrpSpPr>
        <p:grpSpPr>
          <a:xfrm>
            <a:off x="3589745" y="1025026"/>
            <a:ext cx="4109720" cy="3966210"/>
            <a:chOff x="3274060" y="1961197"/>
            <a:chExt cx="4109720" cy="3966210"/>
          </a:xfrm>
        </p:grpSpPr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D3008BE7-3406-DAC0-D565-EDC981E933B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54330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C071BA06-1A2C-4B18-F3B3-54C108B007E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9415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D6BFFBA9-40CD-6FCE-4B76-2F47FAFF66F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4424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939DE5CE-A77B-E865-935E-784BA1444722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9433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F2F2390-F594-F0CD-3CE3-9D9CE017EFF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4480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C91A0801-D44F-6D22-B9B7-4C1DEFA4DDC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9603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25AFF3BE-1D5D-0008-40E3-DBA5BD2023A6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4612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99DA8D2B-817C-8825-EEF4-E5C02D4CFAA0}"/>
                </a:ext>
              </a:extLst>
            </p:cNvPr>
            <p:cNvCxnSpPr>
              <a:cxnSpLocks/>
            </p:cNvCxnSpPr>
            <p:nvPr/>
          </p:nvCxnSpPr>
          <p:spPr>
            <a:xfrm>
              <a:off x="37871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E938798E-2A42-0A57-BF57-2B8CCB3359D2}"/>
                </a:ext>
              </a:extLst>
            </p:cNvPr>
            <p:cNvCxnSpPr>
              <a:cxnSpLocks/>
            </p:cNvCxnSpPr>
            <p:nvPr/>
          </p:nvCxnSpPr>
          <p:spPr>
            <a:xfrm>
              <a:off x="429387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386B6921-6E3C-E7F1-F35A-DA173FF8A6F9}"/>
                </a:ext>
              </a:extLst>
            </p:cNvPr>
            <p:cNvCxnSpPr>
              <a:cxnSpLocks/>
            </p:cNvCxnSpPr>
            <p:nvPr/>
          </p:nvCxnSpPr>
          <p:spPr>
            <a:xfrm>
              <a:off x="480822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7CF7292A-7ABA-BCB2-DD43-282A4AE6B173}"/>
                </a:ext>
              </a:extLst>
            </p:cNvPr>
            <p:cNvCxnSpPr>
              <a:cxnSpLocks/>
            </p:cNvCxnSpPr>
            <p:nvPr/>
          </p:nvCxnSpPr>
          <p:spPr>
            <a:xfrm>
              <a:off x="53238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6C0F0034-3D08-ECC3-B457-853D9221B04B}"/>
                </a:ext>
              </a:extLst>
            </p:cNvPr>
            <p:cNvCxnSpPr>
              <a:cxnSpLocks/>
            </p:cNvCxnSpPr>
            <p:nvPr/>
          </p:nvCxnSpPr>
          <p:spPr>
            <a:xfrm>
              <a:off x="58458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36EFE3B-6E42-E896-7057-ED4C6AD12156}"/>
                </a:ext>
              </a:extLst>
            </p:cNvPr>
            <p:cNvCxnSpPr>
              <a:cxnSpLocks/>
            </p:cNvCxnSpPr>
            <p:nvPr/>
          </p:nvCxnSpPr>
          <p:spPr>
            <a:xfrm>
              <a:off x="635635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F4E85C17-E15E-21DE-3662-9DEAB04F12CB}"/>
                </a:ext>
              </a:extLst>
            </p:cNvPr>
            <p:cNvCxnSpPr>
              <a:cxnSpLocks/>
            </p:cNvCxnSpPr>
            <p:nvPr/>
          </p:nvCxnSpPr>
          <p:spPr>
            <a:xfrm>
              <a:off x="68745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7" name="Oval 236">
            <a:extLst>
              <a:ext uri="{FF2B5EF4-FFF2-40B4-BE49-F238E27FC236}">
                <a16:creationId xmlns:a16="http://schemas.microsoft.com/office/drawing/2014/main" id="{8BFF5D54-3278-7EDF-667E-2BB2583AE5E6}"/>
              </a:ext>
            </a:extLst>
          </p:cNvPr>
          <p:cNvSpPr>
            <a:spLocks noChangeAspect="1"/>
          </p:cNvSpPr>
          <p:nvPr/>
        </p:nvSpPr>
        <p:spPr>
          <a:xfrm>
            <a:off x="3525992" y="4935328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E2BD77AA-701D-E84F-E0D5-E2E58028C8C3}"/>
              </a:ext>
            </a:extLst>
          </p:cNvPr>
          <p:cNvCxnSpPr>
            <a:cxnSpLocks/>
          </p:cNvCxnSpPr>
          <p:nvPr/>
        </p:nvCxnSpPr>
        <p:spPr>
          <a:xfrm>
            <a:off x="3589745" y="5020683"/>
            <a:ext cx="268293" cy="295846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/>
              <p:nvPr/>
            </p:nvSpPr>
            <p:spPr>
              <a:xfrm>
                <a:off x="3858038" y="5106079"/>
                <a:ext cx="1422312" cy="506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sub>
                        <m:sup>
                          <m:r>
                            <a:rPr lang="es-CL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038" y="5106079"/>
                <a:ext cx="1422312" cy="5065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80298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B7BDD00-1B10-D774-4E36-AD8784FAF383}"/>
              </a:ext>
            </a:extLst>
          </p:cNvPr>
          <p:cNvSpPr/>
          <p:nvPr/>
        </p:nvSpPr>
        <p:spPr>
          <a:xfrm>
            <a:off x="1698172" y="76201"/>
            <a:ext cx="9699171" cy="5965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E311B-5A60-C614-E59A-19AFC29A56BB}"/>
              </a:ext>
            </a:extLst>
          </p:cNvPr>
          <p:cNvSpPr/>
          <p:nvPr/>
        </p:nvSpPr>
        <p:spPr>
          <a:xfrm>
            <a:off x="3572509" y="1025979"/>
            <a:ext cx="4126956" cy="39662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2893F3F-F255-C5EF-04E1-0AD88CD2DC92}"/>
              </a:ext>
            </a:extLst>
          </p:cNvPr>
          <p:cNvGrpSpPr/>
          <p:nvPr/>
        </p:nvGrpSpPr>
        <p:grpSpPr>
          <a:xfrm>
            <a:off x="3525992" y="970639"/>
            <a:ext cx="4231511" cy="4083849"/>
            <a:chOff x="3210307" y="1906810"/>
            <a:chExt cx="4231511" cy="4083849"/>
          </a:xfrm>
          <a:solidFill>
            <a:schemeClr val="bg1">
              <a:lumMod val="75000"/>
            </a:schemeClr>
          </a:solidFill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A6E2263-CCC8-2D97-84E1-323076EFE4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DA7B78CB-BDB8-F92E-601F-6623023F77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77AAB4EC-CD94-E74D-5548-197C8F5A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93EC08D-DB86-3103-DAC8-ABE06BE2C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4DF07C4B-94AC-57DE-1289-6BC35A67C0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C3E32E3-4F64-2058-BC98-AC3B03F52B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24188DF-2476-9376-07C4-980CFB4768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FA5C24D1-2985-F4FC-44D2-3D6EB0C5C0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D0FF6BC2-B8E3-2FD4-181A-033D416921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E46FA336-383F-E201-E6F2-0CF55835FD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2D0664CC-544C-85D5-9321-7118F654E4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E12A059-3BCB-5FA6-F78F-23CCBF8E70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2D18057F-F429-B987-3391-171B547DF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D46D40C9-512B-46D4-EAB1-AC1B6689C0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A28E61E0-6AB7-C392-B7AE-8E171A0225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F8E0C0D5-680D-B4BF-B927-1478B4F6AF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F94D8AC-6CC0-EF82-92B2-263C32B8A7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8063636-4C30-BBA8-46CD-655AA62CFA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08853A3C-88C9-E6C5-9831-07817A42A4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604DBC74-BF7C-D000-219C-CD5F0DC76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69895BFE-DC99-1C68-49F0-41C2D8987F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C2CA68A-16FF-6E0F-3615-DE924D4F23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2547A025-4B19-F292-7E44-4E27B0E55F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E2CCCBE-2AF6-1278-E88E-7CEBA4C695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92BE868C-FA1B-48CC-6E5A-795EB179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25B0CDE7-4AA2-293A-8874-8DF775DA4F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6058E2FC-257C-229A-255A-9726EF9D6A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380A9CD-4864-058E-772A-CD6AF6020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5049566-4046-8174-5E5F-D2C088668E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7C853A0A-A86A-80FE-D533-23ECF6F1A1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B0E2F24F-5958-3D94-CA03-24770B337F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A8557876-2C8F-FBE1-AE6D-1408B923F9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20C55AA-DD79-CD28-7CC6-CC86AE52F9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672E26C6-7ACA-A336-3C9F-FAE0BD34FB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F9F111CF-A685-1A4E-F5AD-D6F298FA64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E3767996-CC4B-7A34-9E74-CF9FCD11C2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D6FB3F16-8040-A03D-8032-0B01F085DE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190767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E94D0454-3C0D-772D-D99B-D37E5AE280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4048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2A5246B-7BAB-CE9C-2DCE-E075830D7E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90398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D266897E-291C-4414-9181-8C00D90C85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39404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CA90AE9-6620-254B-D49C-971265DFA8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88658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BFE39E53-8D68-D8DB-69ED-88F0BD1BEB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38611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73118B4E-35D7-E885-570F-EF707E3C53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88564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B5F76E3D-19D3-DD74-6214-AAADEBF0C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3790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D978889F-C017-EDC7-B063-C37B081519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8771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9814D7EB-8344-7E02-C185-BFF8819898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3B282D69-DFEE-531F-FFE0-4217811635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A2D52FF0-6DCB-41D9-A831-1312BECF87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A4C23F18-5DD1-B9AE-B7AD-F06FB95C33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D3BC928E-1214-9C2A-C7B3-111EC0A58F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C3467C94-EED5-9FFE-C06D-619F610572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F4C49824-AA75-C577-A0D4-792C52D01B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C8A0638D-6DFB-F44D-EF96-25E6AFD9AD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C3CB5BE8-688F-DD78-5049-E28EFA37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4AC22361-1749-C7E2-5342-3F568858E4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1FC70740-B326-F007-4600-5B0189692E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B0408A1D-FE5C-D825-33F0-8811811FE1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E8E0DF52-BCB4-5A77-937B-550625D54F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D998D5FA-C311-02DC-0455-A9CC643769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AC1115E-E3B7-41AF-00D9-17E11F5CB9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94E7EDFF-DCC7-B76E-ED91-BBD68153A0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05135810-47BC-C1E0-2352-8FEC527E27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879E2B6-BFBF-A1C5-A661-08996A2EFF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A66B5E0E-AAC8-DFD9-1D54-8EFA8E9374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D459764E-BD57-2493-9E7A-34477FE8E7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89F36F66-2D10-04DA-EECD-504A73DFCA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1938F68-9EC9-7706-1B90-144C1C5832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F61D6C28-3758-D325-B494-735F5A74D5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81187BC5-7704-41A2-3C22-FD84771998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853586EC-CAA5-847E-59D7-0614D08C6B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A0D9F49E-4569-8157-9D09-8E61EBABF8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51E9215D-8686-A813-44AE-80C49FEF7A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DCA5279D-87F9-E139-091C-F020C04C73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8273BC8D-35EF-4F94-FB43-E9F261015A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BA808ECC-2173-BC77-4D14-D7AF752999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937B33FC-61F9-11C6-B42D-5BCF30288A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766E4677-823D-3F53-C9F1-98911A524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129AF697-E1E0-FC0B-1D7A-0B042EF63F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53B5CD19-B077-C90D-4725-E5C492B454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90D9722B-F206-0EEC-B1B0-DC309C6EFC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17266E19-114D-93CD-FC3E-C6EA045D3A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5ADFD45A-EF12-717B-3DBE-3CFED31DCFA8}"/>
              </a:ext>
            </a:extLst>
          </p:cNvPr>
          <p:cNvGrpSpPr/>
          <p:nvPr/>
        </p:nvGrpSpPr>
        <p:grpSpPr>
          <a:xfrm>
            <a:off x="3589745" y="1025026"/>
            <a:ext cx="4109720" cy="3966210"/>
            <a:chOff x="3274060" y="1961197"/>
            <a:chExt cx="4109720" cy="3966210"/>
          </a:xfrm>
        </p:grpSpPr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D3008BE7-3406-DAC0-D565-EDC981E933B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54330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C071BA06-1A2C-4B18-F3B3-54C108B007E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9415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D6BFFBA9-40CD-6FCE-4B76-2F47FAFF66F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4424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939DE5CE-A77B-E865-935E-784BA1444722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9433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F2F2390-F594-F0CD-3CE3-9D9CE017EFF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4480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C91A0801-D44F-6D22-B9B7-4C1DEFA4DDC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9603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25AFF3BE-1D5D-0008-40E3-DBA5BD2023A6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4612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99DA8D2B-817C-8825-EEF4-E5C02D4CFAA0}"/>
                </a:ext>
              </a:extLst>
            </p:cNvPr>
            <p:cNvCxnSpPr>
              <a:cxnSpLocks/>
            </p:cNvCxnSpPr>
            <p:nvPr/>
          </p:nvCxnSpPr>
          <p:spPr>
            <a:xfrm>
              <a:off x="37871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E938798E-2A42-0A57-BF57-2B8CCB3359D2}"/>
                </a:ext>
              </a:extLst>
            </p:cNvPr>
            <p:cNvCxnSpPr>
              <a:cxnSpLocks/>
            </p:cNvCxnSpPr>
            <p:nvPr/>
          </p:nvCxnSpPr>
          <p:spPr>
            <a:xfrm>
              <a:off x="429387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386B6921-6E3C-E7F1-F35A-DA173FF8A6F9}"/>
                </a:ext>
              </a:extLst>
            </p:cNvPr>
            <p:cNvCxnSpPr>
              <a:cxnSpLocks/>
            </p:cNvCxnSpPr>
            <p:nvPr/>
          </p:nvCxnSpPr>
          <p:spPr>
            <a:xfrm>
              <a:off x="480822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7CF7292A-7ABA-BCB2-DD43-282A4AE6B173}"/>
                </a:ext>
              </a:extLst>
            </p:cNvPr>
            <p:cNvCxnSpPr>
              <a:cxnSpLocks/>
            </p:cNvCxnSpPr>
            <p:nvPr/>
          </p:nvCxnSpPr>
          <p:spPr>
            <a:xfrm>
              <a:off x="53238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6C0F0034-3D08-ECC3-B457-853D9221B04B}"/>
                </a:ext>
              </a:extLst>
            </p:cNvPr>
            <p:cNvCxnSpPr>
              <a:cxnSpLocks/>
            </p:cNvCxnSpPr>
            <p:nvPr/>
          </p:nvCxnSpPr>
          <p:spPr>
            <a:xfrm>
              <a:off x="58458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36EFE3B-6E42-E896-7057-ED4C6AD12156}"/>
                </a:ext>
              </a:extLst>
            </p:cNvPr>
            <p:cNvCxnSpPr>
              <a:cxnSpLocks/>
            </p:cNvCxnSpPr>
            <p:nvPr/>
          </p:nvCxnSpPr>
          <p:spPr>
            <a:xfrm>
              <a:off x="635635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F4E85C17-E15E-21DE-3662-9DEAB04F12CB}"/>
                </a:ext>
              </a:extLst>
            </p:cNvPr>
            <p:cNvCxnSpPr>
              <a:cxnSpLocks/>
            </p:cNvCxnSpPr>
            <p:nvPr/>
          </p:nvCxnSpPr>
          <p:spPr>
            <a:xfrm>
              <a:off x="68745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7" name="Oval 236">
            <a:extLst>
              <a:ext uri="{FF2B5EF4-FFF2-40B4-BE49-F238E27FC236}">
                <a16:creationId xmlns:a16="http://schemas.microsoft.com/office/drawing/2014/main" id="{8BFF5D54-3278-7EDF-667E-2BB2583AE5E6}"/>
              </a:ext>
            </a:extLst>
          </p:cNvPr>
          <p:cNvSpPr>
            <a:spLocks noChangeAspect="1"/>
          </p:cNvSpPr>
          <p:nvPr/>
        </p:nvSpPr>
        <p:spPr>
          <a:xfrm>
            <a:off x="4049866" y="4940090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E2BD77AA-701D-E84F-E0D5-E2E58028C8C3}"/>
              </a:ext>
            </a:extLst>
          </p:cNvPr>
          <p:cNvCxnSpPr>
            <a:cxnSpLocks/>
          </p:cNvCxnSpPr>
          <p:nvPr/>
        </p:nvCxnSpPr>
        <p:spPr>
          <a:xfrm>
            <a:off x="4113619" y="5025445"/>
            <a:ext cx="268293" cy="295846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/>
              <p:nvPr/>
            </p:nvSpPr>
            <p:spPr>
              <a:xfrm>
                <a:off x="4381912" y="5110841"/>
                <a:ext cx="2808974" cy="506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1,0</m:t>
                          </m:r>
                        </m:sub>
                        <m:sup>
                          <m:r>
                            <a:rPr lang="es-CL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CL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CL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en-US" sz="24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sz="24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912" y="5110841"/>
                <a:ext cx="2808974" cy="5065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DEFA0794-7632-587D-241E-E559C2EF2AC8}"/>
              </a:ext>
            </a:extLst>
          </p:cNvPr>
          <p:cNvSpPr>
            <a:spLocks noChangeAspect="1"/>
          </p:cNvSpPr>
          <p:nvPr/>
        </p:nvSpPr>
        <p:spPr>
          <a:xfrm>
            <a:off x="4052405" y="4440441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53EE868-7C21-5873-6F96-A2F5729404CD}"/>
              </a:ext>
            </a:extLst>
          </p:cNvPr>
          <p:cNvCxnSpPr>
            <a:cxnSpLocks/>
            <a:stCxn id="237" idx="0"/>
            <a:endCxn id="3" idx="4"/>
          </p:cNvCxnSpPr>
          <p:nvPr/>
        </p:nvCxnSpPr>
        <p:spPr>
          <a:xfrm flipV="1">
            <a:off x="4104730" y="4550169"/>
            <a:ext cx="2539" cy="389921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73FDEC-1A04-7A10-BE13-CB07C655D9DF}"/>
                  </a:ext>
                </a:extLst>
              </p:cNvPr>
              <p:cNvSpPr txBox="1"/>
              <p:nvPr/>
            </p:nvSpPr>
            <p:spPr>
              <a:xfrm>
                <a:off x="4006835" y="4125769"/>
                <a:ext cx="648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73FDEC-1A04-7A10-BE13-CB07C655D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835" y="4125769"/>
                <a:ext cx="6486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0479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07">
            <a:extLst>
              <a:ext uri="{FF2B5EF4-FFF2-40B4-BE49-F238E27FC236}">
                <a16:creationId xmlns:a16="http://schemas.microsoft.com/office/drawing/2014/main" id="{D1F34CFE-1915-486D-ACFD-31BA175EDF40}"/>
              </a:ext>
            </a:extLst>
          </p:cNvPr>
          <p:cNvSpPr/>
          <p:nvPr/>
        </p:nvSpPr>
        <p:spPr>
          <a:xfrm>
            <a:off x="1698172" y="76201"/>
            <a:ext cx="9699171" cy="5965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E311B-5A60-C614-E59A-19AFC29A56BB}"/>
              </a:ext>
            </a:extLst>
          </p:cNvPr>
          <p:cNvSpPr/>
          <p:nvPr/>
        </p:nvSpPr>
        <p:spPr>
          <a:xfrm>
            <a:off x="3572509" y="1025979"/>
            <a:ext cx="4126956" cy="39662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2893F3F-F255-C5EF-04E1-0AD88CD2DC92}"/>
              </a:ext>
            </a:extLst>
          </p:cNvPr>
          <p:cNvGrpSpPr/>
          <p:nvPr/>
        </p:nvGrpSpPr>
        <p:grpSpPr>
          <a:xfrm>
            <a:off x="3525992" y="970639"/>
            <a:ext cx="4231511" cy="4083849"/>
            <a:chOff x="3210307" y="1906810"/>
            <a:chExt cx="4231511" cy="4083849"/>
          </a:xfrm>
          <a:solidFill>
            <a:schemeClr val="bg1">
              <a:lumMod val="75000"/>
            </a:schemeClr>
          </a:solidFill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A6E2263-CCC8-2D97-84E1-323076EFE4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DA7B78CB-BDB8-F92E-601F-6623023F77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77AAB4EC-CD94-E74D-5548-197C8F5A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93EC08D-DB86-3103-DAC8-ABE06BE2C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4DF07C4B-94AC-57DE-1289-6BC35A67C0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C3E32E3-4F64-2058-BC98-AC3B03F52B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24188DF-2476-9376-07C4-980CFB4768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FA5C24D1-2985-F4FC-44D2-3D6EB0C5C0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D0FF6BC2-B8E3-2FD4-181A-033D416921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E46FA336-383F-E201-E6F2-0CF55835FD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2D0664CC-544C-85D5-9321-7118F654E4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E12A059-3BCB-5FA6-F78F-23CCBF8E70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2D18057F-F429-B987-3391-171B547DF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D46D40C9-512B-46D4-EAB1-AC1B6689C0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A28E61E0-6AB7-C392-B7AE-8E171A0225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F8E0C0D5-680D-B4BF-B927-1478B4F6AF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F94D8AC-6CC0-EF82-92B2-263C32B8A7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8063636-4C30-BBA8-46CD-655AA62CFA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08853A3C-88C9-E6C5-9831-07817A42A4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604DBC74-BF7C-D000-219C-CD5F0DC76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69895BFE-DC99-1C68-49F0-41C2D8987F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C2CA68A-16FF-6E0F-3615-DE924D4F23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2547A025-4B19-F292-7E44-4E27B0E55F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E2CCCBE-2AF6-1278-E88E-7CEBA4C695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92BE868C-FA1B-48CC-6E5A-795EB179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25B0CDE7-4AA2-293A-8874-8DF775DA4F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6058E2FC-257C-229A-255A-9726EF9D6A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380A9CD-4864-058E-772A-CD6AF6020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5049566-4046-8174-5E5F-D2C088668E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7C853A0A-A86A-80FE-D533-23ECF6F1A1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B0E2F24F-5958-3D94-CA03-24770B337F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A8557876-2C8F-FBE1-AE6D-1408B923F9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20C55AA-DD79-CD28-7CC6-CC86AE52F9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672E26C6-7ACA-A336-3C9F-FAE0BD34FB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F9F111CF-A685-1A4E-F5AD-D6F298FA64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E3767996-CC4B-7A34-9E74-CF9FCD11C2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D6FB3F16-8040-A03D-8032-0B01F085DE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190767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E94D0454-3C0D-772D-D99B-D37E5AE280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4048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2A5246B-7BAB-CE9C-2DCE-E075830D7E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90398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D266897E-291C-4414-9181-8C00D90C85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39404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CA90AE9-6620-254B-D49C-971265DFA8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88658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BFE39E53-8D68-D8DB-69ED-88F0BD1BEB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38611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73118B4E-35D7-E885-570F-EF707E3C53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88564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B5F76E3D-19D3-DD74-6214-AAADEBF0C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3790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D978889F-C017-EDC7-B063-C37B081519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8771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9814D7EB-8344-7E02-C185-BFF8819898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3B282D69-DFEE-531F-FFE0-4217811635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A2D52FF0-6DCB-41D9-A831-1312BECF87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A4C23F18-5DD1-B9AE-B7AD-F06FB95C33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D3BC928E-1214-9C2A-C7B3-111EC0A58F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C3467C94-EED5-9FFE-C06D-619F610572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F4C49824-AA75-C577-A0D4-792C52D01B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C8A0638D-6DFB-F44D-EF96-25E6AFD9AD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C3CB5BE8-688F-DD78-5049-E28EFA37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4AC22361-1749-C7E2-5342-3F568858E4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1FC70740-B326-F007-4600-5B0189692E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B0408A1D-FE5C-D825-33F0-8811811FE1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E8E0DF52-BCB4-5A77-937B-550625D54F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D998D5FA-C311-02DC-0455-A9CC643769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AC1115E-E3B7-41AF-00D9-17E11F5CB9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94E7EDFF-DCC7-B76E-ED91-BBD68153A0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05135810-47BC-C1E0-2352-8FEC527E27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879E2B6-BFBF-A1C5-A661-08996A2EFF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A66B5E0E-AAC8-DFD9-1D54-8EFA8E9374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D459764E-BD57-2493-9E7A-34477FE8E7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89F36F66-2D10-04DA-EECD-504A73DFCA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1938F68-9EC9-7706-1B90-144C1C5832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F61D6C28-3758-D325-B494-735F5A74D5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81187BC5-7704-41A2-3C22-FD84771998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853586EC-CAA5-847E-59D7-0614D08C6B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A0D9F49E-4569-8157-9D09-8E61EBABF8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51E9215D-8686-A813-44AE-80C49FEF7A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DCA5279D-87F9-E139-091C-F020C04C73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8273BC8D-35EF-4F94-FB43-E9F261015A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BA808ECC-2173-BC77-4D14-D7AF752999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937B33FC-61F9-11C6-B42D-5BCF30288A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766E4677-823D-3F53-C9F1-98911A524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129AF697-E1E0-FC0B-1D7A-0B042EF63F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53B5CD19-B077-C90D-4725-E5C492B454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90D9722B-F206-0EEC-B1B0-DC309C6EFC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17266E19-114D-93CD-FC3E-C6EA045D3A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5ADFD45A-EF12-717B-3DBE-3CFED31DCFA8}"/>
              </a:ext>
            </a:extLst>
          </p:cNvPr>
          <p:cNvGrpSpPr/>
          <p:nvPr/>
        </p:nvGrpSpPr>
        <p:grpSpPr>
          <a:xfrm>
            <a:off x="3589745" y="1025026"/>
            <a:ext cx="4109720" cy="3966210"/>
            <a:chOff x="3274060" y="1961197"/>
            <a:chExt cx="4109720" cy="3966210"/>
          </a:xfrm>
        </p:grpSpPr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D3008BE7-3406-DAC0-D565-EDC981E933B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54330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C071BA06-1A2C-4B18-F3B3-54C108B007E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9415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D6BFFBA9-40CD-6FCE-4B76-2F47FAFF66F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4424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939DE5CE-A77B-E865-935E-784BA1444722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9433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F2F2390-F594-F0CD-3CE3-9D9CE017EFF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4480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C91A0801-D44F-6D22-B9B7-4C1DEFA4DDC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9603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25AFF3BE-1D5D-0008-40E3-DBA5BD2023A6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4612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99DA8D2B-817C-8825-EEF4-E5C02D4CFAA0}"/>
                </a:ext>
              </a:extLst>
            </p:cNvPr>
            <p:cNvCxnSpPr>
              <a:cxnSpLocks/>
            </p:cNvCxnSpPr>
            <p:nvPr/>
          </p:nvCxnSpPr>
          <p:spPr>
            <a:xfrm>
              <a:off x="37871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E938798E-2A42-0A57-BF57-2B8CCB3359D2}"/>
                </a:ext>
              </a:extLst>
            </p:cNvPr>
            <p:cNvCxnSpPr>
              <a:cxnSpLocks/>
            </p:cNvCxnSpPr>
            <p:nvPr/>
          </p:nvCxnSpPr>
          <p:spPr>
            <a:xfrm>
              <a:off x="429387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386B6921-6E3C-E7F1-F35A-DA173FF8A6F9}"/>
                </a:ext>
              </a:extLst>
            </p:cNvPr>
            <p:cNvCxnSpPr>
              <a:cxnSpLocks/>
            </p:cNvCxnSpPr>
            <p:nvPr/>
          </p:nvCxnSpPr>
          <p:spPr>
            <a:xfrm>
              <a:off x="480822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7CF7292A-7ABA-BCB2-DD43-282A4AE6B173}"/>
                </a:ext>
              </a:extLst>
            </p:cNvPr>
            <p:cNvCxnSpPr>
              <a:cxnSpLocks/>
            </p:cNvCxnSpPr>
            <p:nvPr/>
          </p:nvCxnSpPr>
          <p:spPr>
            <a:xfrm>
              <a:off x="53238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6C0F0034-3D08-ECC3-B457-853D9221B04B}"/>
                </a:ext>
              </a:extLst>
            </p:cNvPr>
            <p:cNvCxnSpPr>
              <a:cxnSpLocks/>
            </p:cNvCxnSpPr>
            <p:nvPr/>
          </p:nvCxnSpPr>
          <p:spPr>
            <a:xfrm>
              <a:off x="58458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36EFE3B-6E42-E896-7057-ED4C6AD12156}"/>
                </a:ext>
              </a:extLst>
            </p:cNvPr>
            <p:cNvCxnSpPr>
              <a:cxnSpLocks/>
            </p:cNvCxnSpPr>
            <p:nvPr/>
          </p:nvCxnSpPr>
          <p:spPr>
            <a:xfrm>
              <a:off x="635635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F4E85C17-E15E-21DE-3662-9DEAB04F12CB}"/>
                </a:ext>
              </a:extLst>
            </p:cNvPr>
            <p:cNvCxnSpPr>
              <a:cxnSpLocks/>
            </p:cNvCxnSpPr>
            <p:nvPr/>
          </p:nvCxnSpPr>
          <p:spPr>
            <a:xfrm>
              <a:off x="68745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7" name="Oval 236">
            <a:extLst>
              <a:ext uri="{FF2B5EF4-FFF2-40B4-BE49-F238E27FC236}">
                <a16:creationId xmlns:a16="http://schemas.microsoft.com/office/drawing/2014/main" id="{8BFF5D54-3278-7EDF-667E-2BB2583AE5E6}"/>
              </a:ext>
            </a:extLst>
          </p:cNvPr>
          <p:cNvSpPr>
            <a:spLocks noChangeAspect="1"/>
          </p:cNvSpPr>
          <p:nvPr/>
        </p:nvSpPr>
        <p:spPr>
          <a:xfrm>
            <a:off x="4552786" y="4940090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E2BD77AA-701D-E84F-E0D5-E2E58028C8C3}"/>
              </a:ext>
            </a:extLst>
          </p:cNvPr>
          <p:cNvCxnSpPr>
            <a:cxnSpLocks/>
          </p:cNvCxnSpPr>
          <p:nvPr/>
        </p:nvCxnSpPr>
        <p:spPr>
          <a:xfrm>
            <a:off x="4616539" y="5025445"/>
            <a:ext cx="268293" cy="295846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/>
              <p:nvPr/>
            </p:nvSpPr>
            <p:spPr>
              <a:xfrm>
                <a:off x="4884832" y="5110841"/>
                <a:ext cx="2816092" cy="506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2,0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  <m:sup>
                          <m:r>
                            <a:rPr lang="es-CL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CL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en-US" sz="24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sz="24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832" y="5110841"/>
                <a:ext cx="2816092" cy="5065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DEFA0794-7632-587D-241E-E559C2EF2AC8}"/>
              </a:ext>
            </a:extLst>
          </p:cNvPr>
          <p:cNvSpPr>
            <a:spLocks noChangeAspect="1"/>
          </p:cNvSpPr>
          <p:nvPr/>
        </p:nvSpPr>
        <p:spPr>
          <a:xfrm>
            <a:off x="4555325" y="4440441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53EE868-7C21-5873-6F96-A2F5729404CD}"/>
              </a:ext>
            </a:extLst>
          </p:cNvPr>
          <p:cNvCxnSpPr>
            <a:cxnSpLocks/>
            <a:stCxn id="237" idx="0"/>
            <a:endCxn id="3" idx="4"/>
          </p:cNvCxnSpPr>
          <p:nvPr/>
        </p:nvCxnSpPr>
        <p:spPr>
          <a:xfrm flipV="1">
            <a:off x="4607650" y="4550169"/>
            <a:ext cx="2539" cy="389921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DDA531-3D10-EB11-5134-008E48762DD9}"/>
                  </a:ext>
                </a:extLst>
              </p:cNvPr>
              <p:cNvSpPr txBox="1"/>
              <p:nvPr/>
            </p:nvSpPr>
            <p:spPr>
              <a:xfrm>
                <a:off x="4504628" y="4114697"/>
                <a:ext cx="648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DDA531-3D10-EB11-5134-008E48762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628" y="4114697"/>
                <a:ext cx="6486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82545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8F9898-440C-4ACD-8BBC-B863E275B367}"/>
              </a:ext>
            </a:extLst>
          </p:cNvPr>
          <p:cNvSpPr/>
          <p:nvPr/>
        </p:nvSpPr>
        <p:spPr>
          <a:xfrm>
            <a:off x="1698172" y="76201"/>
            <a:ext cx="9699171" cy="5965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E311B-5A60-C614-E59A-19AFC29A56BB}"/>
              </a:ext>
            </a:extLst>
          </p:cNvPr>
          <p:cNvSpPr/>
          <p:nvPr/>
        </p:nvSpPr>
        <p:spPr>
          <a:xfrm>
            <a:off x="3572509" y="1025979"/>
            <a:ext cx="4126956" cy="39662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2893F3F-F255-C5EF-04E1-0AD88CD2DC92}"/>
              </a:ext>
            </a:extLst>
          </p:cNvPr>
          <p:cNvGrpSpPr/>
          <p:nvPr/>
        </p:nvGrpSpPr>
        <p:grpSpPr>
          <a:xfrm>
            <a:off x="3525992" y="970639"/>
            <a:ext cx="4231511" cy="4083849"/>
            <a:chOff x="3210307" y="1906810"/>
            <a:chExt cx="4231511" cy="4083849"/>
          </a:xfrm>
          <a:solidFill>
            <a:schemeClr val="bg1">
              <a:lumMod val="75000"/>
            </a:schemeClr>
          </a:solidFill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A6E2263-CCC8-2D97-84E1-323076EFE4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DA7B78CB-BDB8-F92E-601F-6623023F77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77AAB4EC-CD94-E74D-5548-197C8F5A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93EC08D-DB86-3103-DAC8-ABE06BE2C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4DF07C4B-94AC-57DE-1289-6BC35A67C0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C3E32E3-4F64-2058-BC98-AC3B03F52B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24188DF-2476-9376-07C4-980CFB4768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FA5C24D1-2985-F4FC-44D2-3D6EB0C5C0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D0FF6BC2-B8E3-2FD4-181A-033D416921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E46FA336-383F-E201-E6F2-0CF55835FD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2D0664CC-544C-85D5-9321-7118F654E4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E12A059-3BCB-5FA6-F78F-23CCBF8E70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2D18057F-F429-B987-3391-171B547DF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D46D40C9-512B-46D4-EAB1-AC1B6689C0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A28E61E0-6AB7-C392-B7AE-8E171A0225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F8E0C0D5-680D-B4BF-B927-1478B4F6AF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F94D8AC-6CC0-EF82-92B2-263C32B8A7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8063636-4C30-BBA8-46CD-655AA62CFA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08853A3C-88C9-E6C5-9831-07817A42A4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604DBC74-BF7C-D000-219C-CD5F0DC76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69895BFE-DC99-1C68-49F0-41C2D8987F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C2CA68A-16FF-6E0F-3615-DE924D4F23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2547A025-4B19-F292-7E44-4E27B0E55F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E2CCCBE-2AF6-1278-E88E-7CEBA4C695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92BE868C-FA1B-48CC-6E5A-795EB179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25B0CDE7-4AA2-293A-8874-8DF775DA4F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6058E2FC-257C-229A-255A-9726EF9D6A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380A9CD-4864-058E-772A-CD6AF6020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5049566-4046-8174-5E5F-D2C088668E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7C853A0A-A86A-80FE-D533-23ECF6F1A1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B0E2F24F-5958-3D94-CA03-24770B337F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A8557876-2C8F-FBE1-AE6D-1408B923F9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20C55AA-DD79-CD28-7CC6-CC86AE52F9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672E26C6-7ACA-A336-3C9F-FAE0BD34FB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F9F111CF-A685-1A4E-F5AD-D6F298FA64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E3767996-CC4B-7A34-9E74-CF9FCD11C2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D6FB3F16-8040-A03D-8032-0B01F085DE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190767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E94D0454-3C0D-772D-D99B-D37E5AE280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4048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2A5246B-7BAB-CE9C-2DCE-E075830D7E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90398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D266897E-291C-4414-9181-8C00D90C85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39404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CA90AE9-6620-254B-D49C-971265DFA8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88658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BFE39E53-8D68-D8DB-69ED-88F0BD1BEB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38611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73118B4E-35D7-E885-570F-EF707E3C53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88564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B5F76E3D-19D3-DD74-6214-AAADEBF0C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3790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D978889F-C017-EDC7-B063-C37B081519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8771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9814D7EB-8344-7E02-C185-BFF8819898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3B282D69-DFEE-531F-FFE0-4217811635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A2D52FF0-6DCB-41D9-A831-1312BECF87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A4C23F18-5DD1-B9AE-B7AD-F06FB95C33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D3BC928E-1214-9C2A-C7B3-111EC0A58F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C3467C94-EED5-9FFE-C06D-619F610572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F4C49824-AA75-C577-A0D4-792C52D01B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C8A0638D-6DFB-F44D-EF96-25E6AFD9AD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C3CB5BE8-688F-DD78-5049-E28EFA37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4AC22361-1749-C7E2-5342-3F568858E4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1FC70740-B326-F007-4600-5B0189692E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B0408A1D-FE5C-D825-33F0-8811811FE1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E8E0DF52-BCB4-5A77-937B-550625D54F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D998D5FA-C311-02DC-0455-A9CC643769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AC1115E-E3B7-41AF-00D9-17E11F5CB9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94E7EDFF-DCC7-B76E-ED91-BBD68153A0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05135810-47BC-C1E0-2352-8FEC527E27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879E2B6-BFBF-A1C5-A661-08996A2EFF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A66B5E0E-AAC8-DFD9-1D54-8EFA8E9374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D459764E-BD57-2493-9E7A-34477FE8E7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89F36F66-2D10-04DA-EECD-504A73DFCA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1938F68-9EC9-7706-1B90-144C1C5832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F61D6C28-3758-D325-B494-735F5A74D5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81187BC5-7704-41A2-3C22-FD84771998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853586EC-CAA5-847E-59D7-0614D08C6B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A0D9F49E-4569-8157-9D09-8E61EBABF8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51E9215D-8686-A813-44AE-80C49FEF7A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DCA5279D-87F9-E139-091C-F020C04C73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8273BC8D-35EF-4F94-FB43-E9F261015A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BA808ECC-2173-BC77-4D14-D7AF752999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937B33FC-61F9-11C6-B42D-5BCF30288A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766E4677-823D-3F53-C9F1-98911A524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129AF697-E1E0-FC0B-1D7A-0B042EF63F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53B5CD19-B077-C90D-4725-E5C492B454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90D9722B-F206-0EEC-B1B0-DC309C6EFC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17266E19-114D-93CD-FC3E-C6EA045D3A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5ADFD45A-EF12-717B-3DBE-3CFED31DCFA8}"/>
              </a:ext>
            </a:extLst>
          </p:cNvPr>
          <p:cNvGrpSpPr/>
          <p:nvPr/>
        </p:nvGrpSpPr>
        <p:grpSpPr>
          <a:xfrm>
            <a:off x="3589745" y="1025026"/>
            <a:ext cx="4109720" cy="3966210"/>
            <a:chOff x="3274060" y="1961197"/>
            <a:chExt cx="4109720" cy="3966210"/>
          </a:xfrm>
        </p:grpSpPr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D3008BE7-3406-DAC0-D565-EDC981E933B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54330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C071BA06-1A2C-4B18-F3B3-54C108B007E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9415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D6BFFBA9-40CD-6FCE-4B76-2F47FAFF66F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4424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939DE5CE-A77B-E865-935E-784BA1444722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9433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F2F2390-F594-F0CD-3CE3-9D9CE017EFF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4480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C91A0801-D44F-6D22-B9B7-4C1DEFA4DDC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9603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25AFF3BE-1D5D-0008-40E3-DBA5BD2023A6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4612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99DA8D2B-817C-8825-EEF4-E5C02D4CFAA0}"/>
                </a:ext>
              </a:extLst>
            </p:cNvPr>
            <p:cNvCxnSpPr>
              <a:cxnSpLocks/>
            </p:cNvCxnSpPr>
            <p:nvPr/>
          </p:nvCxnSpPr>
          <p:spPr>
            <a:xfrm>
              <a:off x="37871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E938798E-2A42-0A57-BF57-2B8CCB3359D2}"/>
                </a:ext>
              </a:extLst>
            </p:cNvPr>
            <p:cNvCxnSpPr>
              <a:cxnSpLocks/>
            </p:cNvCxnSpPr>
            <p:nvPr/>
          </p:nvCxnSpPr>
          <p:spPr>
            <a:xfrm>
              <a:off x="429387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386B6921-6E3C-E7F1-F35A-DA173FF8A6F9}"/>
                </a:ext>
              </a:extLst>
            </p:cNvPr>
            <p:cNvCxnSpPr>
              <a:cxnSpLocks/>
            </p:cNvCxnSpPr>
            <p:nvPr/>
          </p:nvCxnSpPr>
          <p:spPr>
            <a:xfrm>
              <a:off x="480822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7CF7292A-7ABA-BCB2-DD43-282A4AE6B173}"/>
                </a:ext>
              </a:extLst>
            </p:cNvPr>
            <p:cNvCxnSpPr>
              <a:cxnSpLocks/>
            </p:cNvCxnSpPr>
            <p:nvPr/>
          </p:nvCxnSpPr>
          <p:spPr>
            <a:xfrm>
              <a:off x="53238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6C0F0034-3D08-ECC3-B457-853D9221B04B}"/>
                </a:ext>
              </a:extLst>
            </p:cNvPr>
            <p:cNvCxnSpPr>
              <a:cxnSpLocks/>
            </p:cNvCxnSpPr>
            <p:nvPr/>
          </p:nvCxnSpPr>
          <p:spPr>
            <a:xfrm>
              <a:off x="58458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36EFE3B-6E42-E896-7057-ED4C6AD12156}"/>
                </a:ext>
              </a:extLst>
            </p:cNvPr>
            <p:cNvCxnSpPr>
              <a:cxnSpLocks/>
            </p:cNvCxnSpPr>
            <p:nvPr/>
          </p:nvCxnSpPr>
          <p:spPr>
            <a:xfrm>
              <a:off x="635635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F4E85C17-E15E-21DE-3662-9DEAB04F12CB}"/>
                </a:ext>
              </a:extLst>
            </p:cNvPr>
            <p:cNvCxnSpPr>
              <a:cxnSpLocks/>
            </p:cNvCxnSpPr>
            <p:nvPr/>
          </p:nvCxnSpPr>
          <p:spPr>
            <a:xfrm>
              <a:off x="68745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7" name="Oval 236">
            <a:extLst>
              <a:ext uri="{FF2B5EF4-FFF2-40B4-BE49-F238E27FC236}">
                <a16:creationId xmlns:a16="http://schemas.microsoft.com/office/drawing/2014/main" id="{8BFF5D54-3278-7EDF-667E-2BB2583AE5E6}"/>
              </a:ext>
            </a:extLst>
          </p:cNvPr>
          <p:cNvSpPr>
            <a:spLocks noChangeAspect="1"/>
          </p:cNvSpPr>
          <p:nvPr/>
        </p:nvSpPr>
        <p:spPr>
          <a:xfrm>
            <a:off x="7647142" y="4935328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E2BD77AA-701D-E84F-E0D5-E2E58028C8C3}"/>
              </a:ext>
            </a:extLst>
          </p:cNvPr>
          <p:cNvCxnSpPr>
            <a:cxnSpLocks/>
          </p:cNvCxnSpPr>
          <p:nvPr/>
        </p:nvCxnSpPr>
        <p:spPr>
          <a:xfrm>
            <a:off x="7710895" y="5020683"/>
            <a:ext cx="268293" cy="295846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/>
              <p:nvPr/>
            </p:nvSpPr>
            <p:spPr>
              <a:xfrm>
                <a:off x="7979188" y="5106079"/>
                <a:ext cx="1509452" cy="506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  <m:sup>
                          <m:r>
                            <a:rPr lang="es-CL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9188" y="5106079"/>
                <a:ext cx="1509452" cy="5065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68735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D4A7872-9379-CDC7-0DD0-7F817FDB60B1}"/>
              </a:ext>
            </a:extLst>
          </p:cNvPr>
          <p:cNvSpPr/>
          <p:nvPr/>
        </p:nvSpPr>
        <p:spPr>
          <a:xfrm>
            <a:off x="1698172" y="76201"/>
            <a:ext cx="9699171" cy="5965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E311B-5A60-C614-E59A-19AFC29A56BB}"/>
              </a:ext>
            </a:extLst>
          </p:cNvPr>
          <p:cNvSpPr/>
          <p:nvPr/>
        </p:nvSpPr>
        <p:spPr>
          <a:xfrm>
            <a:off x="3572509" y="1025979"/>
            <a:ext cx="4126956" cy="39662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2893F3F-F255-C5EF-04E1-0AD88CD2DC92}"/>
              </a:ext>
            </a:extLst>
          </p:cNvPr>
          <p:cNvGrpSpPr/>
          <p:nvPr/>
        </p:nvGrpSpPr>
        <p:grpSpPr>
          <a:xfrm>
            <a:off x="3525992" y="970639"/>
            <a:ext cx="4231511" cy="4083849"/>
            <a:chOff x="3210307" y="1906810"/>
            <a:chExt cx="4231511" cy="4083849"/>
          </a:xfrm>
          <a:solidFill>
            <a:schemeClr val="bg1">
              <a:lumMod val="75000"/>
            </a:schemeClr>
          </a:solidFill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A6E2263-CCC8-2D97-84E1-323076EFE4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DA7B78CB-BDB8-F92E-601F-6623023F77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77AAB4EC-CD94-E74D-5548-197C8F5A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93EC08D-DB86-3103-DAC8-ABE06BE2C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4DF07C4B-94AC-57DE-1289-6BC35A67C0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C3E32E3-4F64-2058-BC98-AC3B03F52B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24188DF-2476-9376-07C4-980CFB4768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FA5C24D1-2985-F4FC-44D2-3D6EB0C5C0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D0FF6BC2-B8E3-2FD4-181A-033D416921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E46FA336-383F-E201-E6F2-0CF55835FD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2D0664CC-544C-85D5-9321-7118F654E4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E12A059-3BCB-5FA6-F78F-23CCBF8E70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2D18057F-F429-B987-3391-171B547DF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D46D40C9-512B-46D4-EAB1-AC1B6689C0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A28E61E0-6AB7-C392-B7AE-8E171A0225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F8E0C0D5-680D-B4BF-B927-1478B4F6AF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F94D8AC-6CC0-EF82-92B2-263C32B8A7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8063636-4C30-BBA8-46CD-655AA62CFA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08853A3C-88C9-E6C5-9831-07817A42A4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604DBC74-BF7C-D000-219C-CD5F0DC76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69895BFE-DC99-1C68-49F0-41C2D8987F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C2CA68A-16FF-6E0F-3615-DE924D4F23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2547A025-4B19-F292-7E44-4E27B0E55F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E2CCCBE-2AF6-1278-E88E-7CEBA4C695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92BE868C-FA1B-48CC-6E5A-795EB179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25B0CDE7-4AA2-293A-8874-8DF775DA4F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6058E2FC-257C-229A-255A-9726EF9D6A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380A9CD-4864-058E-772A-CD6AF6020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5049566-4046-8174-5E5F-D2C088668E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7C853A0A-A86A-80FE-D533-23ECF6F1A1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B0E2F24F-5958-3D94-CA03-24770B337F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A8557876-2C8F-FBE1-AE6D-1408B923F9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20C55AA-DD79-CD28-7CC6-CC86AE52F9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672E26C6-7ACA-A336-3C9F-FAE0BD34FB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F9F111CF-A685-1A4E-F5AD-D6F298FA64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E3767996-CC4B-7A34-9E74-CF9FCD11C2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D6FB3F16-8040-A03D-8032-0B01F085DE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190767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E94D0454-3C0D-772D-D99B-D37E5AE280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4048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2A5246B-7BAB-CE9C-2DCE-E075830D7E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90398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D266897E-291C-4414-9181-8C00D90C85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39404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CA90AE9-6620-254B-D49C-971265DFA8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88658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BFE39E53-8D68-D8DB-69ED-88F0BD1BEB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38611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73118B4E-35D7-E885-570F-EF707E3C53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88564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B5F76E3D-19D3-DD74-6214-AAADEBF0C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3790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D978889F-C017-EDC7-B063-C37B081519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8771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9814D7EB-8344-7E02-C185-BFF8819898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3B282D69-DFEE-531F-FFE0-4217811635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A2D52FF0-6DCB-41D9-A831-1312BECF87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A4C23F18-5DD1-B9AE-B7AD-F06FB95C33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D3BC928E-1214-9C2A-C7B3-111EC0A58F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C3467C94-EED5-9FFE-C06D-619F610572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F4C49824-AA75-C577-A0D4-792C52D01B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C8A0638D-6DFB-F44D-EF96-25E6AFD9AD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C3CB5BE8-688F-DD78-5049-E28EFA37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4AC22361-1749-C7E2-5342-3F568858E4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1FC70740-B326-F007-4600-5B0189692E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B0408A1D-FE5C-D825-33F0-8811811FE1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E8E0DF52-BCB4-5A77-937B-550625D54F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D998D5FA-C311-02DC-0455-A9CC643769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AC1115E-E3B7-41AF-00D9-17E11F5CB9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94E7EDFF-DCC7-B76E-ED91-BBD68153A0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05135810-47BC-C1E0-2352-8FEC527E27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879E2B6-BFBF-A1C5-A661-08996A2EFF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A66B5E0E-AAC8-DFD9-1D54-8EFA8E9374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D459764E-BD57-2493-9E7A-34477FE8E7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89F36F66-2D10-04DA-EECD-504A73DFCA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1938F68-9EC9-7706-1B90-144C1C5832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F61D6C28-3758-D325-B494-735F5A74D5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81187BC5-7704-41A2-3C22-FD84771998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853586EC-CAA5-847E-59D7-0614D08C6B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A0D9F49E-4569-8157-9D09-8E61EBABF8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51E9215D-8686-A813-44AE-80C49FEF7A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DCA5279D-87F9-E139-091C-F020C04C73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8273BC8D-35EF-4F94-FB43-E9F261015A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BA808ECC-2173-BC77-4D14-D7AF752999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937B33FC-61F9-11C6-B42D-5BCF30288A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766E4677-823D-3F53-C9F1-98911A524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129AF697-E1E0-FC0B-1D7A-0B042EF63F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53B5CD19-B077-C90D-4725-E5C492B454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90D9722B-F206-0EEC-B1B0-DC309C6EFC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17266E19-114D-93CD-FC3E-C6EA045D3A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5ADFD45A-EF12-717B-3DBE-3CFED31DCFA8}"/>
              </a:ext>
            </a:extLst>
          </p:cNvPr>
          <p:cNvGrpSpPr/>
          <p:nvPr/>
        </p:nvGrpSpPr>
        <p:grpSpPr>
          <a:xfrm>
            <a:off x="3589745" y="1025026"/>
            <a:ext cx="4109720" cy="3966210"/>
            <a:chOff x="3274060" y="1961197"/>
            <a:chExt cx="4109720" cy="3966210"/>
          </a:xfrm>
        </p:grpSpPr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D3008BE7-3406-DAC0-D565-EDC981E933B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54330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C071BA06-1A2C-4B18-F3B3-54C108B007E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9415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D6BFFBA9-40CD-6FCE-4B76-2F47FAFF66F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4424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939DE5CE-A77B-E865-935E-784BA1444722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9433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F2F2390-F594-F0CD-3CE3-9D9CE017EFF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4480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C91A0801-D44F-6D22-B9B7-4C1DEFA4DDC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9603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25AFF3BE-1D5D-0008-40E3-DBA5BD2023A6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4612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99DA8D2B-817C-8825-EEF4-E5C02D4CFAA0}"/>
                </a:ext>
              </a:extLst>
            </p:cNvPr>
            <p:cNvCxnSpPr>
              <a:cxnSpLocks/>
            </p:cNvCxnSpPr>
            <p:nvPr/>
          </p:nvCxnSpPr>
          <p:spPr>
            <a:xfrm>
              <a:off x="37871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E938798E-2A42-0A57-BF57-2B8CCB3359D2}"/>
                </a:ext>
              </a:extLst>
            </p:cNvPr>
            <p:cNvCxnSpPr>
              <a:cxnSpLocks/>
            </p:cNvCxnSpPr>
            <p:nvPr/>
          </p:nvCxnSpPr>
          <p:spPr>
            <a:xfrm>
              <a:off x="429387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386B6921-6E3C-E7F1-F35A-DA173FF8A6F9}"/>
                </a:ext>
              </a:extLst>
            </p:cNvPr>
            <p:cNvCxnSpPr>
              <a:cxnSpLocks/>
            </p:cNvCxnSpPr>
            <p:nvPr/>
          </p:nvCxnSpPr>
          <p:spPr>
            <a:xfrm>
              <a:off x="480822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7CF7292A-7ABA-BCB2-DD43-282A4AE6B173}"/>
                </a:ext>
              </a:extLst>
            </p:cNvPr>
            <p:cNvCxnSpPr>
              <a:cxnSpLocks/>
            </p:cNvCxnSpPr>
            <p:nvPr/>
          </p:nvCxnSpPr>
          <p:spPr>
            <a:xfrm>
              <a:off x="53238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6C0F0034-3D08-ECC3-B457-853D9221B04B}"/>
                </a:ext>
              </a:extLst>
            </p:cNvPr>
            <p:cNvCxnSpPr>
              <a:cxnSpLocks/>
            </p:cNvCxnSpPr>
            <p:nvPr/>
          </p:nvCxnSpPr>
          <p:spPr>
            <a:xfrm>
              <a:off x="58458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36EFE3B-6E42-E896-7057-ED4C6AD12156}"/>
                </a:ext>
              </a:extLst>
            </p:cNvPr>
            <p:cNvCxnSpPr>
              <a:cxnSpLocks/>
            </p:cNvCxnSpPr>
            <p:nvPr/>
          </p:nvCxnSpPr>
          <p:spPr>
            <a:xfrm>
              <a:off x="635635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F4E85C17-E15E-21DE-3662-9DEAB04F12CB}"/>
                </a:ext>
              </a:extLst>
            </p:cNvPr>
            <p:cNvCxnSpPr>
              <a:cxnSpLocks/>
            </p:cNvCxnSpPr>
            <p:nvPr/>
          </p:nvCxnSpPr>
          <p:spPr>
            <a:xfrm>
              <a:off x="68745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7" name="Oval 236">
            <a:extLst>
              <a:ext uri="{FF2B5EF4-FFF2-40B4-BE49-F238E27FC236}">
                <a16:creationId xmlns:a16="http://schemas.microsoft.com/office/drawing/2014/main" id="{8BFF5D54-3278-7EDF-667E-2BB2583AE5E6}"/>
              </a:ext>
            </a:extLst>
          </p:cNvPr>
          <p:cNvSpPr>
            <a:spLocks noChangeAspect="1"/>
          </p:cNvSpPr>
          <p:nvPr/>
        </p:nvSpPr>
        <p:spPr>
          <a:xfrm>
            <a:off x="3528531" y="4442025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E2BD77AA-701D-E84F-E0D5-E2E58028C8C3}"/>
              </a:ext>
            </a:extLst>
          </p:cNvPr>
          <p:cNvCxnSpPr>
            <a:cxnSpLocks/>
            <a:stCxn id="237" idx="5"/>
          </p:cNvCxnSpPr>
          <p:nvPr/>
        </p:nvCxnSpPr>
        <p:spPr>
          <a:xfrm>
            <a:off x="3622190" y="4535684"/>
            <a:ext cx="339847" cy="752596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/>
              <p:nvPr/>
            </p:nvSpPr>
            <p:spPr>
              <a:xfrm>
                <a:off x="3758705" y="5343143"/>
                <a:ext cx="1415196" cy="506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1,0</m:t>
                          </m:r>
                        </m:sub>
                        <m:sup>
                          <m:r>
                            <a:rPr lang="es-CL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705" y="5343143"/>
                <a:ext cx="1415196" cy="5065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56832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>
            <a:extLst>
              <a:ext uri="{FF2B5EF4-FFF2-40B4-BE49-F238E27FC236}">
                <a16:creationId xmlns:a16="http://schemas.microsoft.com/office/drawing/2014/main" id="{694587B9-6A8A-48E2-B3D9-B38DE7062D4B}"/>
              </a:ext>
            </a:extLst>
          </p:cNvPr>
          <p:cNvSpPr/>
          <p:nvPr/>
        </p:nvSpPr>
        <p:spPr>
          <a:xfrm>
            <a:off x="1698172" y="76201"/>
            <a:ext cx="9699171" cy="5965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E311B-5A60-C614-E59A-19AFC29A56BB}"/>
              </a:ext>
            </a:extLst>
          </p:cNvPr>
          <p:cNvSpPr/>
          <p:nvPr/>
        </p:nvSpPr>
        <p:spPr>
          <a:xfrm>
            <a:off x="3572509" y="1025979"/>
            <a:ext cx="4126956" cy="39662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2893F3F-F255-C5EF-04E1-0AD88CD2DC92}"/>
              </a:ext>
            </a:extLst>
          </p:cNvPr>
          <p:cNvGrpSpPr/>
          <p:nvPr/>
        </p:nvGrpSpPr>
        <p:grpSpPr>
          <a:xfrm>
            <a:off x="3525992" y="970639"/>
            <a:ext cx="4231511" cy="4083849"/>
            <a:chOff x="3210307" y="1906810"/>
            <a:chExt cx="4231511" cy="4083849"/>
          </a:xfrm>
          <a:solidFill>
            <a:schemeClr val="bg1">
              <a:lumMod val="75000"/>
            </a:schemeClr>
          </a:solidFill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A6E2263-CCC8-2D97-84E1-323076EFE4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DA7B78CB-BDB8-F92E-601F-6623023F77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77AAB4EC-CD94-E74D-5548-197C8F5A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93EC08D-DB86-3103-DAC8-ABE06BE2C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4DF07C4B-94AC-57DE-1289-6BC35A67C0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C3E32E3-4F64-2058-BC98-AC3B03F52B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24188DF-2476-9376-07C4-980CFB4768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FA5C24D1-2985-F4FC-44D2-3D6EB0C5C0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D0FF6BC2-B8E3-2FD4-181A-033D416921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E46FA336-383F-E201-E6F2-0CF55835FD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2D0664CC-544C-85D5-9321-7118F654E4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E12A059-3BCB-5FA6-F78F-23CCBF8E70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2D18057F-F429-B987-3391-171B547DF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D46D40C9-512B-46D4-EAB1-AC1B6689C0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A28E61E0-6AB7-C392-B7AE-8E171A0225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F8E0C0D5-680D-B4BF-B927-1478B4F6AF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F94D8AC-6CC0-EF82-92B2-263C32B8A7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8063636-4C30-BBA8-46CD-655AA62CFA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08853A3C-88C9-E6C5-9831-07817A42A4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604DBC74-BF7C-D000-219C-CD5F0DC76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69895BFE-DC99-1C68-49F0-41C2D8987F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C2CA68A-16FF-6E0F-3615-DE924D4F23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2547A025-4B19-F292-7E44-4E27B0E55F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E2CCCBE-2AF6-1278-E88E-7CEBA4C695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92BE868C-FA1B-48CC-6E5A-795EB179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25B0CDE7-4AA2-293A-8874-8DF775DA4F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6058E2FC-257C-229A-255A-9726EF9D6A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380A9CD-4864-058E-772A-CD6AF6020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5049566-4046-8174-5E5F-D2C088668E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7C853A0A-A86A-80FE-D533-23ECF6F1A1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B0E2F24F-5958-3D94-CA03-24770B337F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A8557876-2C8F-FBE1-AE6D-1408B923F9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20C55AA-DD79-CD28-7CC6-CC86AE52F9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672E26C6-7ACA-A336-3C9F-FAE0BD34FB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F9F111CF-A685-1A4E-F5AD-D6F298FA64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E3767996-CC4B-7A34-9E74-CF9FCD11C2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D6FB3F16-8040-A03D-8032-0B01F085DE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190767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E94D0454-3C0D-772D-D99B-D37E5AE280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4048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2A5246B-7BAB-CE9C-2DCE-E075830D7E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90398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D266897E-291C-4414-9181-8C00D90C85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39404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CA90AE9-6620-254B-D49C-971265DFA8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88658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BFE39E53-8D68-D8DB-69ED-88F0BD1BEB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38611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73118B4E-35D7-E885-570F-EF707E3C53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88564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B5F76E3D-19D3-DD74-6214-AAADEBF0C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3790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D978889F-C017-EDC7-B063-C37B081519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8771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9814D7EB-8344-7E02-C185-BFF8819898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3B282D69-DFEE-531F-FFE0-4217811635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A2D52FF0-6DCB-41D9-A831-1312BECF87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A4C23F18-5DD1-B9AE-B7AD-F06FB95C33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D3BC928E-1214-9C2A-C7B3-111EC0A58F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C3467C94-EED5-9FFE-C06D-619F610572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F4C49824-AA75-C577-A0D4-792C52D01B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C8A0638D-6DFB-F44D-EF96-25E6AFD9AD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C3CB5BE8-688F-DD78-5049-E28EFA37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4AC22361-1749-C7E2-5342-3F568858E4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1FC70740-B326-F007-4600-5B0189692E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B0408A1D-FE5C-D825-33F0-8811811FE1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E8E0DF52-BCB4-5A77-937B-550625D54F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D998D5FA-C311-02DC-0455-A9CC643769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AC1115E-E3B7-41AF-00D9-17E11F5CB9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94E7EDFF-DCC7-B76E-ED91-BBD68153A0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05135810-47BC-C1E0-2352-8FEC527E27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879E2B6-BFBF-A1C5-A661-08996A2EFF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A66B5E0E-AAC8-DFD9-1D54-8EFA8E9374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D459764E-BD57-2493-9E7A-34477FE8E7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89F36F66-2D10-04DA-EECD-504A73DFCA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1938F68-9EC9-7706-1B90-144C1C5832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F61D6C28-3758-D325-B494-735F5A74D5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81187BC5-7704-41A2-3C22-FD84771998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853586EC-CAA5-847E-59D7-0614D08C6B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A0D9F49E-4569-8157-9D09-8E61EBABF8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51E9215D-8686-A813-44AE-80C49FEF7A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DCA5279D-87F9-E139-091C-F020C04C73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8273BC8D-35EF-4F94-FB43-E9F261015A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BA808ECC-2173-BC77-4D14-D7AF752999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937B33FC-61F9-11C6-B42D-5BCF30288A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766E4677-823D-3F53-C9F1-98911A524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129AF697-E1E0-FC0B-1D7A-0B042EF63F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53B5CD19-B077-C90D-4725-E5C492B454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90D9722B-F206-0EEC-B1B0-DC309C6EFC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17266E19-114D-93CD-FC3E-C6EA045D3A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5ADFD45A-EF12-717B-3DBE-3CFED31DCFA8}"/>
              </a:ext>
            </a:extLst>
          </p:cNvPr>
          <p:cNvGrpSpPr/>
          <p:nvPr/>
        </p:nvGrpSpPr>
        <p:grpSpPr>
          <a:xfrm>
            <a:off x="3589745" y="1025026"/>
            <a:ext cx="4109720" cy="3966210"/>
            <a:chOff x="3274060" y="1961197"/>
            <a:chExt cx="4109720" cy="3966210"/>
          </a:xfrm>
        </p:grpSpPr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D3008BE7-3406-DAC0-D565-EDC981E933B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54330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C071BA06-1A2C-4B18-F3B3-54C108B007E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9415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D6BFFBA9-40CD-6FCE-4B76-2F47FAFF66F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4424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939DE5CE-A77B-E865-935E-784BA1444722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9433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F2F2390-F594-F0CD-3CE3-9D9CE017EFF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4480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C91A0801-D44F-6D22-B9B7-4C1DEFA4DDC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9603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25AFF3BE-1D5D-0008-40E3-DBA5BD2023A6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4612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99DA8D2B-817C-8825-EEF4-E5C02D4CFAA0}"/>
                </a:ext>
              </a:extLst>
            </p:cNvPr>
            <p:cNvCxnSpPr>
              <a:cxnSpLocks/>
            </p:cNvCxnSpPr>
            <p:nvPr/>
          </p:nvCxnSpPr>
          <p:spPr>
            <a:xfrm>
              <a:off x="37871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E938798E-2A42-0A57-BF57-2B8CCB3359D2}"/>
                </a:ext>
              </a:extLst>
            </p:cNvPr>
            <p:cNvCxnSpPr>
              <a:cxnSpLocks/>
            </p:cNvCxnSpPr>
            <p:nvPr/>
          </p:nvCxnSpPr>
          <p:spPr>
            <a:xfrm>
              <a:off x="429387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386B6921-6E3C-E7F1-F35A-DA173FF8A6F9}"/>
                </a:ext>
              </a:extLst>
            </p:cNvPr>
            <p:cNvCxnSpPr>
              <a:cxnSpLocks/>
            </p:cNvCxnSpPr>
            <p:nvPr/>
          </p:nvCxnSpPr>
          <p:spPr>
            <a:xfrm>
              <a:off x="480822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7CF7292A-7ABA-BCB2-DD43-282A4AE6B173}"/>
                </a:ext>
              </a:extLst>
            </p:cNvPr>
            <p:cNvCxnSpPr>
              <a:cxnSpLocks/>
            </p:cNvCxnSpPr>
            <p:nvPr/>
          </p:nvCxnSpPr>
          <p:spPr>
            <a:xfrm>
              <a:off x="53238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6C0F0034-3D08-ECC3-B457-853D9221B04B}"/>
                </a:ext>
              </a:extLst>
            </p:cNvPr>
            <p:cNvCxnSpPr>
              <a:cxnSpLocks/>
            </p:cNvCxnSpPr>
            <p:nvPr/>
          </p:nvCxnSpPr>
          <p:spPr>
            <a:xfrm>
              <a:off x="58458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36EFE3B-6E42-E896-7057-ED4C6AD12156}"/>
                </a:ext>
              </a:extLst>
            </p:cNvPr>
            <p:cNvCxnSpPr>
              <a:cxnSpLocks/>
            </p:cNvCxnSpPr>
            <p:nvPr/>
          </p:nvCxnSpPr>
          <p:spPr>
            <a:xfrm>
              <a:off x="635635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F4E85C17-E15E-21DE-3662-9DEAB04F12CB}"/>
                </a:ext>
              </a:extLst>
            </p:cNvPr>
            <p:cNvCxnSpPr>
              <a:cxnSpLocks/>
            </p:cNvCxnSpPr>
            <p:nvPr/>
          </p:nvCxnSpPr>
          <p:spPr>
            <a:xfrm>
              <a:off x="68745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7" name="Oval 236">
            <a:extLst>
              <a:ext uri="{FF2B5EF4-FFF2-40B4-BE49-F238E27FC236}">
                <a16:creationId xmlns:a16="http://schemas.microsoft.com/office/drawing/2014/main" id="{8BFF5D54-3278-7EDF-667E-2BB2583AE5E6}"/>
              </a:ext>
            </a:extLst>
          </p:cNvPr>
          <p:cNvSpPr>
            <a:spLocks noChangeAspect="1"/>
          </p:cNvSpPr>
          <p:nvPr/>
        </p:nvSpPr>
        <p:spPr>
          <a:xfrm>
            <a:off x="4051143" y="4439280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E2BD77AA-701D-E84F-E0D5-E2E58028C8C3}"/>
              </a:ext>
            </a:extLst>
          </p:cNvPr>
          <p:cNvCxnSpPr>
            <a:cxnSpLocks/>
          </p:cNvCxnSpPr>
          <p:nvPr/>
        </p:nvCxnSpPr>
        <p:spPr>
          <a:xfrm flipH="1">
            <a:off x="3455454" y="4524635"/>
            <a:ext cx="655632" cy="808276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/>
              <p:nvPr/>
            </p:nvSpPr>
            <p:spPr>
              <a:xfrm>
                <a:off x="3030007" y="5131669"/>
                <a:ext cx="8344079" cy="8493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s-CL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2,1</m:t>
                                  </m:r>
                                </m:sub>
                                <m:sup>
                                  <m:r>
                                    <a:rPr lang="es-CL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CL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sub>
                                <m:sup>
                                  <m:r>
                                    <a:rPr lang="es-CL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s-CL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CL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s-CL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007" y="5131669"/>
                <a:ext cx="8344079" cy="8493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DEFA0794-7632-587D-241E-E559C2EF2AC8}"/>
              </a:ext>
            </a:extLst>
          </p:cNvPr>
          <p:cNvSpPr>
            <a:spLocks noChangeAspect="1"/>
          </p:cNvSpPr>
          <p:nvPr/>
        </p:nvSpPr>
        <p:spPr>
          <a:xfrm>
            <a:off x="4049872" y="3952331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53EE868-7C21-5873-6F96-A2F5729404CD}"/>
              </a:ext>
            </a:extLst>
          </p:cNvPr>
          <p:cNvCxnSpPr>
            <a:cxnSpLocks/>
            <a:stCxn id="141" idx="0"/>
            <a:endCxn id="3" idx="4"/>
          </p:cNvCxnSpPr>
          <p:nvPr/>
        </p:nvCxnSpPr>
        <p:spPr>
          <a:xfrm flipH="1" flipV="1">
            <a:off x="4104736" y="4062059"/>
            <a:ext cx="1572" cy="878031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DDA531-3D10-EB11-5134-008E48762DD9}"/>
                  </a:ext>
                </a:extLst>
              </p:cNvPr>
              <p:cNvSpPr txBox="1"/>
              <p:nvPr/>
            </p:nvSpPr>
            <p:spPr>
              <a:xfrm>
                <a:off x="3999175" y="3613887"/>
                <a:ext cx="648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DDA531-3D10-EB11-5134-008E48762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175" y="3613887"/>
                <a:ext cx="6486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B9C08FD4-ABD4-FCC5-35CA-1B195AFD5085}"/>
              </a:ext>
            </a:extLst>
          </p:cNvPr>
          <p:cNvSpPr>
            <a:spLocks noChangeAspect="1"/>
          </p:cNvSpPr>
          <p:nvPr/>
        </p:nvSpPr>
        <p:spPr>
          <a:xfrm>
            <a:off x="4050093" y="4940950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64AC5FE-347F-A763-6638-09613D3BEB30}"/>
              </a:ext>
            </a:extLst>
          </p:cNvPr>
          <p:cNvSpPr>
            <a:spLocks noChangeAspect="1"/>
          </p:cNvSpPr>
          <p:nvPr/>
        </p:nvSpPr>
        <p:spPr>
          <a:xfrm>
            <a:off x="4556596" y="4439280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F140CF-3C05-3834-916F-39B06F6B38A7}"/>
              </a:ext>
            </a:extLst>
          </p:cNvPr>
          <p:cNvSpPr>
            <a:spLocks noChangeAspect="1"/>
          </p:cNvSpPr>
          <p:nvPr/>
        </p:nvSpPr>
        <p:spPr>
          <a:xfrm>
            <a:off x="3527902" y="4444601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3406077-201B-D572-E56A-7D3FBE91C981}"/>
              </a:ext>
            </a:extLst>
          </p:cNvPr>
          <p:cNvCxnSpPr>
            <a:cxnSpLocks/>
            <a:stCxn id="12" idx="6"/>
            <a:endCxn id="11" idx="2"/>
          </p:cNvCxnSpPr>
          <p:nvPr/>
        </p:nvCxnSpPr>
        <p:spPr>
          <a:xfrm flipV="1">
            <a:off x="3637630" y="4494144"/>
            <a:ext cx="918966" cy="5321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C9F3F0-82C0-8715-EDA3-9CF442E49A7C}"/>
                  </a:ext>
                </a:extLst>
              </p:cNvPr>
              <p:cNvSpPr txBox="1"/>
              <p:nvPr/>
            </p:nvSpPr>
            <p:spPr>
              <a:xfrm>
                <a:off x="4010235" y="4640106"/>
                <a:ext cx="648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C9F3F0-82C0-8715-EDA3-9CF442E49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0235" y="4640106"/>
                <a:ext cx="6486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6F218D-C154-9B94-9F2B-F8914D55099E}"/>
                  </a:ext>
                </a:extLst>
              </p:cNvPr>
              <p:cNvSpPr txBox="1"/>
              <p:nvPr/>
            </p:nvSpPr>
            <p:spPr>
              <a:xfrm>
                <a:off x="4492359" y="4137505"/>
                <a:ext cx="648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6F218D-C154-9B94-9F2B-F8914D550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359" y="4137505"/>
                <a:ext cx="6486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8B11DE4-7F3E-27B3-4D18-A7E2742C80B7}"/>
                  </a:ext>
                </a:extLst>
              </p:cNvPr>
              <p:cNvSpPr txBox="1"/>
              <p:nvPr/>
            </p:nvSpPr>
            <p:spPr>
              <a:xfrm>
                <a:off x="3455454" y="4137197"/>
                <a:ext cx="648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8B11DE4-7F3E-27B3-4D18-A7E2742C8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5454" y="4137197"/>
                <a:ext cx="6486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96039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3EF53CF-FEC6-7C5E-930F-0A75C6A10AF8}"/>
              </a:ext>
            </a:extLst>
          </p:cNvPr>
          <p:cNvSpPr/>
          <p:nvPr/>
        </p:nvSpPr>
        <p:spPr>
          <a:xfrm>
            <a:off x="1698172" y="76201"/>
            <a:ext cx="9699171" cy="5965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E311B-5A60-C614-E59A-19AFC29A56BB}"/>
              </a:ext>
            </a:extLst>
          </p:cNvPr>
          <p:cNvSpPr/>
          <p:nvPr/>
        </p:nvSpPr>
        <p:spPr>
          <a:xfrm>
            <a:off x="3572509" y="1025979"/>
            <a:ext cx="4126956" cy="39662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2893F3F-F255-C5EF-04E1-0AD88CD2DC92}"/>
              </a:ext>
            </a:extLst>
          </p:cNvPr>
          <p:cNvGrpSpPr/>
          <p:nvPr/>
        </p:nvGrpSpPr>
        <p:grpSpPr>
          <a:xfrm>
            <a:off x="3525992" y="970639"/>
            <a:ext cx="4231511" cy="4083849"/>
            <a:chOff x="3210307" y="1906810"/>
            <a:chExt cx="4231511" cy="4083849"/>
          </a:xfrm>
          <a:solidFill>
            <a:schemeClr val="bg1">
              <a:lumMod val="75000"/>
            </a:schemeClr>
          </a:solidFill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A6E2263-CCC8-2D97-84E1-323076EFE4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DA7B78CB-BDB8-F92E-601F-6623023F77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77AAB4EC-CD94-E74D-5548-197C8F5A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93EC08D-DB86-3103-DAC8-ABE06BE2C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4DF07C4B-94AC-57DE-1289-6BC35A67C0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C3E32E3-4F64-2058-BC98-AC3B03F52B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24188DF-2476-9376-07C4-980CFB4768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FA5C24D1-2985-F4FC-44D2-3D6EB0C5C0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D0FF6BC2-B8E3-2FD4-181A-033D416921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E46FA336-383F-E201-E6F2-0CF55835FD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2D0664CC-544C-85D5-9321-7118F654E4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E12A059-3BCB-5FA6-F78F-23CCBF8E70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2D18057F-F429-B987-3391-171B547DF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D46D40C9-512B-46D4-EAB1-AC1B6689C0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A28E61E0-6AB7-C392-B7AE-8E171A0225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F8E0C0D5-680D-B4BF-B927-1478B4F6AF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F94D8AC-6CC0-EF82-92B2-263C32B8A7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8063636-4C30-BBA8-46CD-655AA62CFA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08853A3C-88C9-E6C5-9831-07817A42A4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604DBC74-BF7C-D000-219C-CD5F0DC76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69895BFE-DC99-1C68-49F0-41C2D8987F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C2CA68A-16FF-6E0F-3615-DE924D4F23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2547A025-4B19-F292-7E44-4E27B0E55F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E2CCCBE-2AF6-1278-E88E-7CEBA4C695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92BE868C-FA1B-48CC-6E5A-795EB179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25B0CDE7-4AA2-293A-8874-8DF775DA4F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6058E2FC-257C-229A-255A-9726EF9D6A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380A9CD-4864-058E-772A-CD6AF6020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5049566-4046-8174-5E5F-D2C088668E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7C853A0A-A86A-80FE-D533-23ECF6F1A1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B0E2F24F-5958-3D94-CA03-24770B337F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A8557876-2C8F-FBE1-AE6D-1408B923F9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20C55AA-DD79-CD28-7CC6-CC86AE52F9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672E26C6-7ACA-A336-3C9F-FAE0BD34FB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F9F111CF-A685-1A4E-F5AD-D6F298FA64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E3767996-CC4B-7A34-9E74-CF9FCD11C2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D6FB3F16-8040-A03D-8032-0B01F085DE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190767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E94D0454-3C0D-772D-D99B-D37E5AE280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4048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2A5246B-7BAB-CE9C-2DCE-E075830D7E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90398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D266897E-291C-4414-9181-8C00D90C85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39404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CA90AE9-6620-254B-D49C-971265DFA8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88658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BFE39E53-8D68-D8DB-69ED-88F0BD1BEB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38611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73118B4E-35D7-E885-570F-EF707E3C53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88564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B5F76E3D-19D3-DD74-6214-AAADEBF0C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3790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D978889F-C017-EDC7-B063-C37B081519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8771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9814D7EB-8344-7E02-C185-BFF8819898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3B282D69-DFEE-531F-FFE0-4217811635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A2D52FF0-6DCB-41D9-A831-1312BECF87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A4C23F18-5DD1-B9AE-B7AD-F06FB95C33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D3BC928E-1214-9C2A-C7B3-111EC0A58F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C3467C94-EED5-9FFE-C06D-619F610572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F4C49824-AA75-C577-A0D4-792C52D01B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C8A0638D-6DFB-F44D-EF96-25E6AFD9AD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C3CB5BE8-688F-DD78-5049-E28EFA37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4AC22361-1749-C7E2-5342-3F568858E4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1FC70740-B326-F007-4600-5B0189692E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B0408A1D-FE5C-D825-33F0-8811811FE1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E8E0DF52-BCB4-5A77-937B-550625D54F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D998D5FA-C311-02DC-0455-A9CC643769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AC1115E-E3B7-41AF-00D9-17E11F5CB9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94E7EDFF-DCC7-B76E-ED91-BBD68153A0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05135810-47BC-C1E0-2352-8FEC527E27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879E2B6-BFBF-A1C5-A661-08996A2EFF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A66B5E0E-AAC8-DFD9-1D54-8EFA8E9374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D459764E-BD57-2493-9E7A-34477FE8E7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89F36F66-2D10-04DA-EECD-504A73DFCA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1938F68-9EC9-7706-1B90-144C1C5832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F61D6C28-3758-D325-B494-735F5A74D5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81187BC5-7704-41A2-3C22-FD84771998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853586EC-CAA5-847E-59D7-0614D08C6B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A0D9F49E-4569-8157-9D09-8E61EBABF8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51E9215D-8686-A813-44AE-80C49FEF7A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DCA5279D-87F9-E139-091C-F020C04C73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8273BC8D-35EF-4F94-FB43-E9F261015A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BA808ECC-2173-BC77-4D14-D7AF752999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937B33FC-61F9-11C6-B42D-5BCF30288A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766E4677-823D-3F53-C9F1-98911A524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129AF697-E1E0-FC0B-1D7A-0B042EF63F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53B5CD19-B077-C90D-4725-E5C492B454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90D9722B-F206-0EEC-B1B0-DC309C6EFC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17266E19-114D-93CD-FC3E-C6EA045D3A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5ADFD45A-EF12-717B-3DBE-3CFED31DCFA8}"/>
              </a:ext>
            </a:extLst>
          </p:cNvPr>
          <p:cNvGrpSpPr/>
          <p:nvPr/>
        </p:nvGrpSpPr>
        <p:grpSpPr>
          <a:xfrm>
            <a:off x="3589745" y="1025026"/>
            <a:ext cx="4109720" cy="3966210"/>
            <a:chOff x="3274060" y="1961197"/>
            <a:chExt cx="4109720" cy="3966210"/>
          </a:xfrm>
        </p:grpSpPr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D3008BE7-3406-DAC0-D565-EDC981E933B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54330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C071BA06-1A2C-4B18-F3B3-54C108B007E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9415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D6BFFBA9-40CD-6FCE-4B76-2F47FAFF66F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4424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939DE5CE-A77B-E865-935E-784BA1444722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9433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F2F2390-F594-F0CD-3CE3-9D9CE017EFF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4480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C91A0801-D44F-6D22-B9B7-4C1DEFA4DDC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9603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25AFF3BE-1D5D-0008-40E3-DBA5BD2023A6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4612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99DA8D2B-817C-8825-EEF4-E5C02D4CFAA0}"/>
                </a:ext>
              </a:extLst>
            </p:cNvPr>
            <p:cNvCxnSpPr>
              <a:cxnSpLocks/>
            </p:cNvCxnSpPr>
            <p:nvPr/>
          </p:nvCxnSpPr>
          <p:spPr>
            <a:xfrm>
              <a:off x="37871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E938798E-2A42-0A57-BF57-2B8CCB3359D2}"/>
                </a:ext>
              </a:extLst>
            </p:cNvPr>
            <p:cNvCxnSpPr>
              <a:cxnSpLocks/>
            </p:cNvCxnSpPr>
            <p:nvPr/>
          </p:nvCxnSpPr>
          <p:spPr>
            <a:xfrm>
              <a:off x="429387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386B6921-6E3C-E7F1-F35A-DA173FF8A6F9}"/>
                </a:ext>
              </a:extLst>
            </p:cNvPr>
            <p:cNvCxnSpPr>
              <a:cxnSpLocks/>
            </p:cNvCxnSpPr>
            <p:nvPr/>
          </p:nvCxnSpPr>
          <p:spPr>
            <a:xfrm>
              <a:off x="480822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7CF7292A-7ABA-BCB2-DD43-282A4AE6B173}"/>
                </a:ext>
              </a:extLst>
            </p:cNvPr>
            <p:cNvCxnSpPr>
              <a:cxnSpLocks/>
            </p:cNvCxnSpPr>
            <p:nvPr/>
          </p:nvCxnSpPr>
          <p:spPr>
            <a:xfrm>
              <a:off x="53238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6C0F0034-3D08-ECC3-B457-853D9221B04B}"/>
                </a:ext>
              </a:extLst>
            </p:cNvPr>
            <p:cNvCxnSpPr>
              <a:cxnSpLocks/>
            </p:cNvCxnSpPr>
            <p:nvPr/>
          </p:nvCxnSpPr>
          <p:spPr>
            <a:xfrm>
              <a:off x="58458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36EFE3B-6E42-E896-7057-ED4C6AD12156}"/>
                </a:ext>
              </a:extLst>
            </p:cNvPr>
            <p:cNvCxnSpPr>
              <a:cxnSpLocks/>
            </p:cNvCxnSpPr>
            <p:nvPr/>
          </p:nvCxnSpPr>
          <p:spPr>
            <a:xfrm>
              <a:off x="635635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F4E85C17-E15E-21DE-3662-9DEAB04F12CB}"/>
                </a:ext>
              </a:extLst>
            </p:cNvPr>
            <p:cNvCxnSpPr>
              <a:cxnSpLocks/>
            </p:cNvCxnSpPr>
            <p:nvPr/>
          </p:nvCxnSpPr>
          <p:spPr>
            <a:xfrm>
              <a:off x="68745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7" name="Oval 236">
            <a:extLst>
              <a:ext uri="{FF2B5EF4-FFF2-40B4-BE49-F238E27FC236}">
                <a16:creationId xmlns:a16="http://schemas.microsoft.com/office/drawing/2014/main" id="{8BFF5D54-3278-7EDF-667E-2BB2583AE5E6}"/>
              </a:ext>
            </a:extLst>
          </p:cNvPr>
          <p:cNvSpPr>
            <a:spLocks noChangeAspect="1"/>
          </p:cNvSpPr>
          <p:nvPr/>
        </p:nvSpPr>
        <p:spPr>
          <a:xfrm>
            <a:off x="4558254" y="4441185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E2BD77AA-701D-E84F-E0D5-E2E58028C8C3}"/>
              </a:ext>
            </a:extLst>
          </p:cNvPr>
          <p:cNvCxnSpPr>
            <a:cxnSpLocks/>
          </p:cNvCxnSpPr>
          <p:nvPr/>
        </p:nvCxnSpPr>
        <p:spPr>
          <a:xfrm flipH="1">
            <a:off x="3525992" y="4524635"/>
            <a:ext cx="1090300" cy="808276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/>
              <p:nvPr/>
            </p:nvSpPr>
            <p:spPr>
              <a:xfrm>
                <a:off x="2888062" y="5135352"/>
                <a:ext cx="8476624" cy="849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  <m:sup>
                          <m:r>
                            <a:rPr lang="es-CL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  <m:sup>
                                  <m:r>
                                    <a:rPr lang="es-CL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CL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  <m:sup>
                                  <m:r>
                                    <a:rPr lang="es-CL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s-CL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CL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s-CL" sz="2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062" y="5135352"/>
                <a:ext cx="8476624" cy="8493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DEFA0794-7632-587D-241E-E559C2EF2AC8}"/>
              </a:ext>
            </a:extLst>
          </p:cNvPr>
          <p:cNvSpPr>
            <a:spLocks noChangeAspect="1"/>
          </p:cNvSpPr>
          <p:nvPr/>
        </p:nvSpPr>
        <p:spPr>
          <a:xfrm>
            <a:off x="4555078" y="3952331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53EE868-7C21-5873-6F96-A2F5729404CD}"/>
              </a:ext>
            </a:extLst>
          </p:cNvPr>
          <p:cNvCxnSpPr>
            <a:cxnSpLocks/>
            <a:endCxn id="3" idx="4"/>
          </p:cNvCxnSpPr>
          <p:nvPr/>
        </p:nvCxnSpPr>
        <p:spPr>
          <a:xfrm flipH="1" flipV="1">
            <a:off x="4609942" y="4062059"/>
            <a:ext cx="1572" cy="878031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DDA531-3D10-EB11-5134-008E48762DD9}"/>
                  </a:ext>
                </a:extLst>
              </p:cNvPr>
              <p:cNvSpPr txBox="1"/>
              <p:nvPr/>
            </p:nvSpPr>
            <p:spPr>
              <a:xfrm>
                <a:off x="4504381" y="3613887"/>
                <a:ext cx="648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DDA531-3D10-EB11-5134-008E48762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381" y="3613887"/>
                <a:ext cx="6486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B9C08FD4-ABD4-FCC5-35CA-1B195AFD5085}"/>
              </a:ext>
            </a:extLst>
          </p:cNvPr>
          <p:cNvSpPr>
            <a:spLocks noChangeAspect="1"/>
          </p:cNvSpPr>
          <p:nvPr/>
        </p:nvSpPr>
        <p:spPr>
          <a:xfrm>
            <a:off x="4555299" y="4940950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64AC5FE-347F-A763-6638-09613D3BEB30}"/>
              </a:ext>
            </a:extLst>
          </p:cNvPr>
          <p:cNvSpPr>
            <a:spLocks noChangeAspect="1"/>
          </p:cNvSpPr>
          <p:nvPr/>
        </p:nvSpPr>
        <p:spPr>
          <a:xfrm>
            <a:off x="5071327" y="4444995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F140CF-3C05-3834-916F-39B06F6B38A7}"/>
              </a:ext>
            </a:extLst>
          </p:cNvPr>
          <p:cNvSpPr>
            <a:spLocks noChangeAspect="1"/>
          </p:cNvSpPr>
          <p:nvPr/>
        </p:nvSpPr>
        <p:spPr>
          <a:xfrm>
            <a:off x="4048348" y="4444601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3406077-201B-D572-E56A-7D3FBE91C981}"/>
              </a:ext>
            </a:extLst>
          </p:cNvPr>
          <p:cNvCxnSpPr>
            <a:cxnSpLocks/>
          </p:cNvCxnSpPr>
          <p:nvPr/>
        </p:nvCxnSpPr>
        <p:spPr>
          <a:xfrm flipV="1">
            <a:off x="4164429" y="4497283"/>
            <a:ext cx="903726" cy="5321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C9F3F0-82C0-8715-EDA3-9CF442E49A7C}"/>
                  </a:ext>
                </a:extLst>
              </p:cNvPr>
              <p:cNvSpPr txBox="1"/>
              <p:nvPr/>
            </p:nvSpPr>
            <p:spPr>
              <a:xfrm>
                <a:off x="4515441" y="4640106"/>
                <a:ext cx="648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C9F3F0-82C0-8715-EDA3-9CF442E49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441" y="4640106"/>
                <a:ext cx="6486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6F218D-C154-9B94-9F2B-F8914D55099E}"/>
                  </a:ext>
                </a:extLst>
              </p:cNvPr>
              <p:cNvSpPr txBox="1"/>
              <p:nvPr/>
            </p:nvSpPr>
            <p:spPr>
              <a:xfrm>
                <a:off x="4997565" y="4137505"/>
                <a:ext cx="648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6F218D-C154-9B94-9F2B-F8914D550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565" y="4137505"/>
                <a:ext cx="6486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8B11DE4-7F3E-27B3-4D18-A7E2742C80B7}"/>
                  </a:ext>
                </a:extLst>
              </p:cNvPr>
              <p:cNvSpPr txBox="1"/>
              <p:nvPr/>
            </p:nvSpPr>
            <p:spPr>
              <a:xfrm>
                <a:off x="3960660" y="4137197"/>
                <a:ext cx="648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8B11DE4-7F3E-27B3-4D18-A7E2742C8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660" y="4137197"/>
                <a:ext cx="6486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52598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14175B-A2F0-153A-0D07-320645994195}"/>
              </a:ext>
            </a:extLst>
          </p:cNvPr>
          <p:cNvSpPr/>
          <p:nvPr/>
        </p:nvSpPr>
        <p:spPr>
          <a:xfrm>
            <a:off x="1698172" y="76201"/>
            <a:ext cx="9699171" cy="5965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E311B-5A60-C614-E59A-19AFC29A56BB}"/>
              </a:ext>
            </a:extLst>
          </p:cNvPr>
          <p:cNvSpPr/>
          <p:nvPr/>
        </p:nvSpPr>
        <p:spPr>
          <a:xfrm>
            <a:off x="3572509" y="1025979"/>
            <a:ext cx="4126956" cy="39662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2893F3F-F255-C5EF-04E1-0AD88CD2DC92}"/>
              </a:ext>
            </a:extLst>
          </p:cNvPr>
          <p:cNvGrpSpPr/>
          <p:nvPr/>
        </p:nvGrpSpPr>
        <p:grpSpPr>
          <a:xfrm>
            <a:off x="3525992" y="970639"/>
            <a:ext cx="4231511" cy="4083849"/>
            <a:chOff x="3210307" y="1906810"/>
            <a:chExt cx="4231511" cy="4083849"/>
          </a:xfrm>
          <a:solidFill>
            <a:schemeClr val="bg1">
              <a:lumMod val="75000"/>
            </a:schemeClr>
          </a:solidFill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A6E2263-CCC8-2D97-84E1-323076EFE4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DA7B78CB-BDB8-F92E-601F-6623023F77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77AAB4EC-CD94-E74D-5548-197C8F5A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93EC08D-DB86-3103-DAC8-ABE06BE2C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4DF07C4B-94AC-57DE-1289-6BC35A67C0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C3E32E3-4F64-2058-BC98-AC3B03F52B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24188DF-2476-9376-07C4-980CFB4768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FA5C24D1-2985-F4FC-44D2-3D6EB0C5C0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D0FF6BC2-B8E3-2FD4-181A-033D416921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E46FA336-383F-E201-E6F2-0CF55835FD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2D0664CC-544C-85D5-9321-7118F654E4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E12A059-3BCB-5FA6-F78F-23CCBF8E70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2D18057F-F429-B987-3391-171B547DF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D46D40C9-512B-46D4-EAB1-AC1B6689C0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A28E61E0-6AB7-C392-B7AE-8E171A0225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F8E0C0D5-680D-B4BF-B927-1478B4F6AF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F94D8AC-6CC0-EF82-92B2-263C32B8A7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8063636-4C30-BBA8-46CD-655AA62CFA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08853A3C-88C9-E6C5-9831-07817A42A4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604DBC74-BF7C-D000-219C-CD5F0DC76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69895BFE-DC99-1C68-49F0-41C2D8987F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C2CA68A-16FF-6E0F-3615-DE924D4F23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2547A025-4B19-F292-7E44-4E27B0E55F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E2CCCBE-2AF6-1278-E88E-7CEBA4C695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92BE868C-FA1B-48CC-6E5A-795EB179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25B0CDE7-4AA2-293A-8874-8DF775DA4F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6058E2FC-257C-229A-255A-9726EF9D6A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380A9CD-4864-058E-772A-CD6AF6020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5049566-4046-8174-5E5F-D2C088668E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7C853A0A-A86A-80FE-D533-23ECF6F1A1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B0E2F24F-5958-3D94-CA03-24770B337F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A8557876-2C8F-FBE1-AE6D-1408B923F9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20C55AA-DD79-CD28-7CC6-CC86AE52F9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672E26C6-7ACA-A336-3C9F-FAE0BD34FB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F9F111CF-A685-1A4E-F5AD-D6F298FA64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E3767996-CC4B-7A34-9E74-CF9FCD11C2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D6FB3F16-8040-A03D-8032-0B01F085DE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190767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E94D0454-3C0D-772D-D99B-D37E5AE280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4048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2A5246B-7BAB-CE9C-2DCE-E075830D7E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90398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D266897E-291C-4414-9181-8C00D90C85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39404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CA90AE9-6620-254B-D49C-971265DFA8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88658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BFE39E53-8D68-D8DB-69ED-88F0BD1BEB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38611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73118B4E-35D7-E885-570F-EF707E3C53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88564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B5F76E3D-19D3-DD74-6214-AAADEBF0C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3790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D978889F-C017-EDC7-B063-C37B081519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8771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9814D7EB-8344-7E02-C185-BFF8819898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3B282D69-DFEE-531F-FFE0-4217811635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A2D52FF0-6DCB-41D9-A831-1312BECF87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A4C23F18-5DD1-B9AE-B7AD-F06FB95C33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D3BC928E-1214-9C2A-C7B3-111EC0A58F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C3467C94-EED5-9FFE-C06D-619F610572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F4C49824-AA75-C577-A0D4-792C52D01B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C8A0638D-6DFB-F44D-EF96-25E6AFD9AD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C3CB5BE8-688F-DD78-5049-E28EFA37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4AC22361-1749-C7E2-5342-3F568858E4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1FC70740-B326-F007-4600-5B0189692E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B0408A1D-FE5C-D825-33F0-8811811FE1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E8E0DF52-BCB4-5A77-937B-550625D54F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D998D5FA-C311-02DC-0455-A9CC643769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AC1115E-E3B7-41AF-00D9-17E11F5CB9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94E7EDFF-DCC7-B76E-ED91-BBD68153A0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05135810-47BC-C1E0-2352-8FEC527E27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879E2B6-BFBF-A1C5-A661-08996A2EFF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A66B5E0E-AAC8-DFD9-1D54-8EFA8E9374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D459764E-BD57-2493-9E7A-34477FE8E7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89F36F66-2D10-04DA-EECD-504A73DFCA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1938F68-9EC9-7706-1B90-144C1C5832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F61D6C28-3758-D325-B494-735F5A74D5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81187BC5-7704-41A2-3C22-FD84771998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853586EC-CAA5-847E-59D7-0614D08C6B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A0D9F49E-4569-8157-9D09-8E61EBABF8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51E9215D-8686-A813-44AE-80C49FEF7A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DCA5279D-87F9-E139-091C-F020C04C73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8273BC8D-35EF-4F94-FB43-E9F261015A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BA808ECC-2173-BC77-4D14-D7AF752999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937B33FC-61F9-11C6-B42D-5BCF30288A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766E4677-823D-3F53-C9F1-98911A524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129AF697-E1E0-FC0B-1D7A-0B042EF63F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53B5CD19-B077-C90D-4725-E5C492B454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90D9722B-F206-0EEC-B1B0-DC309C6EFC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17266E19-114D-93CD-FC3E-C6EA045D3A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5ADFD45A-EF12-717B-3DBE-3CFED31DCFA8}"/>
              </a:ext>
            </a:extLst>
          </p:cNvPr>
          <p:cNvGrpSpPr/>
          <p:nvPr/>
        </p:nvGrpSpPr>
        <p:grpSpPr>
          <a:xfrm>
            <a:off x="3589745" y="1025026"/>
            <a:ext cx="4109720" cy="3966210"/>
            <a:chOff x="3274060" y="1961197"/>
            <a:chExt cx="4109720" cy="3966210"/>
          </a:xfrm>
        </p:grpSpPr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D3008BE7-3406-DAC0-D565-EDC981E933B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54330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C071BA06-1A2C-4B18-F3B3-54C108B007E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9415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D6BFFBA9-40CD-6FCE-4B76-2F47FAFF66F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4424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939DE5CE-A77B-E865-935E-784BA1444722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9433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F2F2390-F594-F0CD-3CE3-9D9CE017EFF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4480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C91A0801-D44F-6D22-B9B7-4C1DEFA4DDC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9603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25AFF3BE-1D5D-0008-40E3-DBA5BD2023A6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4612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99DA8D2B-817C-8825-EEF4-E5C02D4CFAA0}"/>
                </a:ext>
              </a:extLst>
            </p:cNvPr>
            <p:cNvCxnSpPr>
              <a:cxnSpLocks/>
            </p:cNvCxnSpPr>
            <p:nvPr/>
          </p:nvCxnSpPr>
          <p:spPr>
            <a:xfrm>
              <a:off x="37871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E938798E-2A42-0A57-BF57-2B8CCB3359D2}"/>
                </a:ext>
              </a:extLst>
            </p:cNvPr>
            <p:cNvCxnSpPr>
              <a:cxnSpLocks/>
            </p:cNvCxnSpPr>
            <p:nvPr/>
          </p:nvCxnSpPr>
          <p:spPr>
            <a:xfrm>
              <a:off x="429387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386B6921-6E3C-E7F1-F35A-DA173FF8A6F9}"/>
                </a:ext>
              </a:extLst>
            </p:cNvPr>
            <p:cNvCxnSpPr>
              <a:cxnSpLocks/>
            </p:cNvCxnSpPr>
            <p:nvPr/>
          </p:nvCxnSpPr>
          <p:spPr>
            <a:xfrm>
              <a:off x="480822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7CF7292A-7ABA-BCB2-DD43-282A4AE6B173}"/>
                </a:ext>
              </a:extLst>
            </p:cNvPr>
            <p:cNvCxnSpPr>
              <a:cxnSpLocks/>
            </p:cNvCxnSpPr>
            <p:nvPr/>
          </p:nvCxnSpPr>
          <p:spPr>
            <a:xfrm>
              <a:off x="53238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6C0F0034-3D08-ECC3-B457-853D9221B04B}"/>
                </a:ext>
              </a:extLst>
            </p:cNvPr>
            <p:cNvCxnSpPr>
              <a:cxnSpLocks/>
            </p:cNvCxnSpPr>
            <p:nvPr/>
          </p:nvCxnSpPr>
          <p:spPr>
            <a:xfrm>
              <a:off x="58458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36EFE3B-6E42-E896-7057-ED4C6AD12156}"/>
                </a:ext>
              </a:extLst>
            </p:cNvPr>
            <p:cNvCxnSpPr>
              <a:cxnSpLocks/>
            </p:cNvCxnSpPr>
            <p:nvPr/>
          </p:nvCxnSpPr>
          <p:spPr>
            <a:xfrm>
              <a:off x="635635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F4E85C17-E15E-21DE-3662-9DEAB04F12CB}"/>
                </a:ext>
              </a:extLst>
            </p:cNvPr>
            <p:cNvCxnSpPr>
              <a:cxnSpLocks/>
            </p:cNvCxnSpPr>
            <p:nvPr/>
          </p:nvCxnSpPr>
          <p:spPr>
            <a:xfrm>
              <a:off x="68745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7" name="Oval 236">
            <a:extLst>
              <a:ext uri="{FF2B5EF4-FFF2-40B4-BE49-F238E27FC236}">
                <a16:creationId xmlns:a16="http://schemas.microsoft.com/office/drawing/2014/main" id="{8BFF5D54-3278-7EDF-667E-2BB2583AE5E6}"/>
              </a:ext>
            </a:extLst>
          </p:cNvPr>
          <p:cNvSpPr>
            <a:spLocks noChangeAspect="1"/>
          </p:cNvSpPr>
          <p:nvPr/>
        </p:nvSpPr>
        <p:spPr>
          <a:xfrm>
            <a:off x="7651040" y="4439621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E2BD77AA-701D-E84F-E0D5-E2E58028C8C3}"/>
              </a:ext>
            </a:extLst>
          </p:cNvPr>
          <p:cNvCxnSpPr>
            <a:cxnSpLocks/>
            <a:stCxn id="237" idx="4"/>
          </p:cNvCxnSpPr>
          <p:nvPr/>
        </p:nvCxnSpPr>
        <p:spPr>
          <a:xfrm>
            <a:off x="7705904" y="4549349"/>
            <a:ext cx="273284" cy="767180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/>
              <p:nvPr/>
            </p:nvSpPr>
            <p:spPr>
              <a:xfrm>
                <a:off x="7979188" y="5106079"/>
                <a:ext cx="1509452" cy="5057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  <m:sup>
                          <m:r>
                            <a:rPr lang="es-CL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9188" y="5106079"/>
                <a:ext cx="1509452" cy="5057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407446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5F11937-1A1F-1153-AA48-6737B069EABC}"/>
              </a:ext>
            </a:extLst>
          </p:cNvPr>
          <p:cNvSpPr/>
          <p:nvPr/>
        </p:nvSpPr>
        <p:spPr>
          <a:xfrm>
            <a:off x="1698172" y="76201"/>
            <a:ext cx="9699171" cy="5965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E311B-5A60-C614-E59A-19AFC29A56BB}"/>
              </a:ext>
            </a:extLst>
          </p:cNvPr>
          <p:cNvSpPr/>
          <p:nvPr/>
        </p:nvSpPr>
        <p:spPr>
          <a:xfrm>
            <a:off x="3572509" y="1025979"/>
            <a:ext cx="4126956" cy="39662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2893F3F-F255-C5EF-04E1-0AD88CD2DC92}"/>
              </a:ext>
            </a:extLst>
          </p:cNvPr>
          <p:cNvGrpSpPr/>
          <p:nvPr/>
        </p:nvGrpSpPr>
        <p:grpSpPr>
          <a:xfrm>
            <a:off x="3525992" y="970639"/>
            <a:ext cx="4231511" cy="4083849"/>
            <a:chOff x="3210307" y="1906810"/>
            <a:chExt cx="4231511" cy="4083849"/>
          </a:xfrm>
          <a:solidFill>
            <a:schemeClr val="bg1">
              <a:lumMod val="75000"/>
            </a:schemeClr>
          </a:solidFill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A6E2263-CCC8-2D97-84E1-323076EFE4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DA7B78CB-BDB8-F92E-601F-6623023F77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77AAB4EC-CD94-E74D-5548-197C8F5A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93EC08D-DB86-3103-DAC8-ABE06BE2C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4DF07C4B-94AC-57DE-1289-6BC35A67C0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C3E32E3-4F64-2058-BC98-AC3B03F52B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24188DF-2476-9376-07C4-980CFB4768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FA5C24D1-2985-F4FC-44D2-3D6EB0C5C0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D0FF6BC2-B8E3-2FD4-181A-033D416921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E46FA336-383F-E201-E6F2-0CF55835FD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2D0664CC-544C-85D5-9321-7118F654E4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E12A059-3BCB-5FA6-F78F-23CCBF8E70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2D18057F-F429-B987-3391-171B547DF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D46D40C9-512B-46D4-EAB1-AC1B6689C0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A28E61E0-6AB7-C392-B7AE-8E171A0225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F8E0C0D5-680D-B4BF-B927-1478B4F6AF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F94D8AC-6CC0-EF82-92B2-263C32B8A7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8063636-4C30-BBA8-46CD-655AA62CFA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08853A3C-88C9-E6C5-9831-07817A42A4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604DBC74-BF7C-D000-219C-CD5F0DC76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69895BFE-DC99-1C68-49F0-41C2D8987F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C2CA68A-16FF-6E0F-3615-DE924D4F23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2547A025-4B19-F292-7E44-4E27B0E55F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E2CCCBE-2AF6-1278-E88E-7CEBA4C695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92BE868C-FA1B-48CC-6E5A-795EB179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25B0CDE7-4AA2-293A-8874-8DF775DA4F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6058E2FC-257C-229A-255A-9726EF9D6A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380A9CD-4864-058E-772A-CD6AF6020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5049566-4046-8174-5E5F-D2C088668E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7C853A0A-A86A-80FE-D533-23ECF6F1A1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B0E2F24F-5958-3D94-CA03-24770B337F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A8557876-2C8F-FBE1-AE6D-1408B923F9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20C55AA-DD79-CD28-7CC6-CC86AE52F9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672E26C6-7ACA-A336-3C9F-FAE0BD34FB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F9F111CF-A685-1A4E-F5AD-D6F298FA64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E3767996-CC4B-7A34-9E74-CF9FCD11C2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D6FB3F16-8040-A03D-8032-0B01F085DE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190767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E94D0454-3C0D-772D-D99B-D37E5AE280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4048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2A5246B-7BAB-CE9C-2DCE-E075830D7E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90398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D266897E-291C-4414-9181-8C00D90C85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39404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CA90AE9-6620-254B-D49C-971265DFA8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88658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BFE39E53-8D68-D8DB-69ED-88F0BD1BEB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38611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73118B4E-35D7-E885-570F-EF707E3C53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88564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B5F76E3D-19D3-DD74-6214-AAADEBF0C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3790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D978889F-C017-EDC7-B063-C37B081519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8771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9814D7EB-8344-7E02-C185-BFF8819898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3B282D69-DFEE-531F-FFE0-4217811635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A2D52FF0-6DCB-41D9-A831-1312BECF87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A4C23F18-5DD1-B9AE-B7AD-F06FB95C33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D3BC928E-1214-9C2A-C7B3-111EC0A58F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C3467C94-EED5-9FFE-C06D-619F610572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F4C49824-AA75-C577-A0D4-792C52D01B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C8A0638D-6DFB-F44D-EF96-25E6AFD9AD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C3CB5BE8-688F-DD78-5049-E28EFA37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4AC22361-1749-C7E2-5342-3F568858E4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1FC70740-B326-F007-4600-5B0189692E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B0408A1D-FE5C-D825-33F0-8811811FE1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E8E0DF52-BCB4-5A77-937B-550625D54F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D998D5FA-C311-02DC-0455-A9CC643769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AC1115E-E3B7-41AF-00D9-17E11F5CB9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94E7EDFF-DCC7-B76E-ED91-BBD68153A0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05135810-47BC-C1E0-2352-8FEC527E27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879E2B6-BFBF-A1C5-A661-08996A2EFF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A66B5E0E-AAC8-DFD9-1D54-8EFA8E9374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D459764E-BD57-2493-9E7A-34477FE8E7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89F36F66-2D10-04DA-EECD-504A73DFCA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1938F68-9EC9-7706-1B90-144C1C5832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F61D6C28-3758-D325-B494-735F5A74D5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81187BC5-7704-41A2-3C22-FD84771998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853586EC-CAA5-847E-59D7-0614D08C6B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A0D9F49E-4569-8157-9D09-8E61EBABF8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51E9215D-8686-A813-44AE-80C49FEF7A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DCA5279D-87F9-E139-091C-F020C04C73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8273BC8D-35EF-4F94-FB43-E9F261015A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BA808ECC-2173-BC77-4D14-D7AF752999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937B33FC-61F9-11C6-B42D-5BCF30288A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766E4677-823D-3F53-C9F1-98911A524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129AF697-E1E0-FC0B-1D7A-0B042EF63F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53B5CD19-B077-C90D-4725-E5C492B454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90D9722B-F206-0EEC-B1B0-DC309C6EFC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17266E19-114D-93CD-FC3E-C6EA045D3A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5ADFD45A-EF12-717B-3DBE-3CFED31DCFA8}"/>
              </a:ext>
            </a:extLst>
          </p:cNvPr>
          <p:cNvGrpSpPr/>
          <p:nvPr/>
        </p:nvGrpSpPr>
        <p:grpSpPr>
          <a:xfrm>
            <a:off x="3589745" y="1025026"/>
            <a:ext cx="4109720" cy="3966210"/>
            <a:chOff x="3274060" y="1961197"/>
            <a:chExt cx="4109720" cy="3966210"/>
          </a:xfrm>
        </p:grpSpPr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D3008BE7-3406-DAC0-D565-EDC981E933B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54330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C071BA06-1A2C-4B18-F3B3-54C108B007E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9415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D6BFFBA9-40CD-6FCE-4B76-2F47FAFF66F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4424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939DE5CE-A77B-E865-935E-784BA1444722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9433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F2F2390-F594-F0CD-3CE3-9D9CE017EFF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4480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C91A0801-D44F-6D22-B9B7-4C1DEFA4DDC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9603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25AFF3BE-1D5D-0008-40E3-DBA5BD2023A6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4612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99DA8D2B-817C-8825-EEF4-E5C02D4CFAA0}"/>
                </a:ext>
              </a:extLst>
            </p:cNvPr>
            <p:cNvCxnSpPr>
              <a:cxnSpLocks/>
            </p:cNvCxnSpPr>
            <p:nvPr/>
          </p:nvCxnSpPr>
          <p:spPr>
            <a:xfrm>
              <a:off x="37871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E938798E-2A42-0A57-BF57-2B8CCB3359D2}"/>
                </a:ext>
              </a:extLst>
            </p:cNvPr>
            <p:cNvCxnSpPr>
              <a:cxnSpLocks/>
            </p:cNvCxnSpPr>
            <p:nvPr/>
          </p:nvCxnSpPr>
          <p:spPr>
            <a:xfrm>
              <a:off x="429387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386B6921-6E3C-E7F1-F35A-DA173FF8A6F9}"/>
                </a:ext>
              </a:extLst>
            </p:cNvPr>
            <p:cNvCxnSpPr>
              <a:cxnSpLocks/>
            </p:cNvCxnSpPr>
            <p:nvPr/>
          </p:nvCxnSpPr>
          <p:spPr>
            <a:xfrm>
              <a:off x="480822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7CF7292A-7ABA-BCB2-DD43-282A4AE6B173}"/>
                </a:ext>
              </a:extLst>
            </p:cNvPr>
            <p:cNvCxnSpPr>
              <a:cxnSpLocks/>
            </p:cNvCxnSpPr>
            <p:nvPr/>
          </p:nvCxnSpPr>
          <p:spPr>
            <a:xfrm>
              <a:off x="53238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6C0F0034-3D08-ECC3-B457-853D9221B04B}"/>
                </a:ext>
              </a:extLst>
            </p:cNvPr>
            <p:cNvCxnSpPr>
              <a:cxnSpLocks/>
            </p:cNvCxnSpPr>
            <p:nvPr/>
          </p:nvCxnSpPr>
          <p:spPr>
            <a:xfrm>
              <a:off x="58458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36EFE3B-6E42-E896-7057-ED4C6AD12156}"/>
                </a:ext>
              </a:extLst>
            </p:cNvPr>
            <p:cNvCxnSpPr>
              <a:cxnSpLocks/>
            </p:cNvCxnSpPr>
            <p:nvPr/>
          </p:nvCxnSpPr>
          <p:spPr>
            <a:xfrm>
              <a:off x="635635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F4E85C17-E15E-21DE-3662-9DEAB04F12CB}"/>
                </a:ext>
              </a:extLst>
            </p:cNvPr>
            <p:cNvCxnSpPr>
              <a:cxnSpLocks/>
            </p:cNvCxnSpPr>
            <p:nvPr/>
          </p:nvCxnSpPr>
          <p:spPr>
            <a:xfrm>
              <a:off x="68745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7" name="Oval 236">
            <a:extLst>
              <a:ext uri="{FF2B5EF4-FFF2-40B4-BE49-F238E27FC236}">
                <a16:creationId xmlns:a16="http://schemas.microsoft.com/office/drawing/2014/main" id="{8BFF5D54-3278-7EDF-667E-2BB2583AE5E6}"/>
              </a:ext>
            </a:extLst>
          </p:cNvPr>
          <p:cNvSpPr>
            <a:spLocks noChangeAspect="1"/>
          </p:cNvSpPr>
          <p:nvPr/>
        </p:nvSpPr>
        <p:spPr>
          <a:xfrm>
            <a:off x="3521254" y="974020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E2BD77AA-701D-E84F-E0D5-E2E58028C8C3}"/>
              </a:ext>
            </a:extLst>
          </p:cNvPr>
          <p:cNvCxnSpPr>
            <a:cxnSpLocks/>
            <a:stCxn id="237" idx="1"/>
          </p:cNvCxnSpPr>
          <p:nvPr/>
        </p:nvCxnSpPr>
        <p:spPr>
          <a:xfrm flipH="1" flipV="1">
            <a:off x="3385984" y="713010"/>
            <a:ext cx="151339" cy="277079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/>
              <p:nvPr/>
            </p:nvSpPr>
            <p:spPr>
              <a:xfrm>
                <a:off x="2553983" y="292345"/>
                <a:ext cx="1442190" cy="506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s-CL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983" y="292345"/>
                <a:ext cx="1442190" cy="5065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63323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904148A-3BF7-8513-C13D-0F8199E2F702}"/>
              </a:ext>
            </a:extLst>
          </p:cNvPr>
          <p:cNvSpPr/>
          <p:nvPr/>
        </p:nvSpPr>
        <p:spPr>
          <a:xfrm>
            <a:off x="1698172" y="76201"/>
            <a:ext cx="9699171" cy="5965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E311B-5A60-C614-E59A-19AFC29A56BB}"/>
              </a:ext>
            </a:extLst>
          </p:cNvPr>
          <p:cNvSpPr/>
          <p:nvPr/>
        </p:nvSpPr>
        <p:spPr>
          <a:xfrm>
            <a:off x="3572509" y="1025979"/>
            <a:ext cx="4126956" cy="39662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2893F3F-F255-C5EF-04E1-0AD88CD2DC92}"/>
              </a:ext>
            </a:extLst>
          </p:cNvPr>
          <p:cNvGrpSpPr/>
          <p:nvPr/>
        </p:nvGrpSpPr>
        <p:grpSpPr>
          <a:xfrm>
            <a:off x="3525992" y="970639"/>
            <a:ext cx="4231511" cy="4083849"/>
            <a:chOff x="3210307" y="1906810"/>
            <a:chExt cx="4231511" cy="4083849"/>
          </a:xfrm>
          <a:solidFill>
            <a:schemeClr val="bg1">
              <a:lumMod val="75000"/>
            </a:schemeClr>
          </a:solidFill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A6E2263-CCC8-2D97-84E1-323076EFE4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DA7B78CB-BDB8-F92E-601F-6623023F77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77AAB4EC-CD94-E74D-5548-197C8F5A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93EC08D-DB86-3103-DAC8-ABE06BE2C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4DF07C4B-94AC-57DE-1289-6BC35A67C0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C3E32E3-4F64-2058-BC98-AC3B03F52B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24188DF-2476-9376-07C4-980CFB4768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FA5C24D1-2985-F4FC-44D2-3D6EB0C5C0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D0FF6BC2-B8E3-2FD4-181A-033D416921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E46FA336-383F-E201-E6F2-0CF55835FD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2D0664CC-544C-85D5-9321-7118F654E4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E12A059-3BCB-5FA6-F78F-23CCBF8E70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2D18057F-F429-B987-3391-171B547DF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D46D40C9-512B-46D4-EAB1-AC1B6689C0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A28E61E0-6AB7-C392-B7AE-8E171A0225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F8E0C0D5-680D-B4BF-B927-1478B4F6AF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F94D8AC-6CC0-EF82-92B2-263C32B8A7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8063636-4C30-BBA8-46CD-655AA62CFA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08853A3C-88C9-E6C5-9831-07817A42A4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604DBC74-BF7C-D000-219C-CD5F0DC76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69895BFE-DC99-1C68-49F0-41C2D8987F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C2CA68A-16FF-6E0F-3615-DE924D4F23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2547A025-4B19-F292-7E44-4E27B0E55F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E2CCCBE-2AF6-1278-E88E-7CEBA4C695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92BE868C-FA1B-48CC-6E5A-795EB179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25B0CDE7-4AA2-293A-8874-8DF775DA4F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6058E2FC-257C-229A-255A-9726EF9D6A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380A9CD-4864-058E-772A-CD6AF6020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5049566-4046-8174-5E5F-D2C088668E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7C853A0A-A86A-80FE-D533-23ECF6F1A1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B0E2F24F-5958-3D94-CA03-24770B337F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A8557876-2C8F-FBE1-AE6D-1408B923F9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20C55AA-DD79-CD28-7CC6-CC86AE52F9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672E26C6-7ACA-A336-3C9F-FAE0BD34FB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F9F111CF-A685-1A4E-F5AD-D6F298FA64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E3767996-CC4B-7A34-9E74-CF9FCD11C2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D6FB3F16-8040-A03D-8032-0B01F085DE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190767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E94D0454-3C0D-772D-D99B-D37E5AE280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4048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2A5246B-7BAB-CE9C-2DCE-E075830D7E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90398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D266897E-291C-4414-9181-8C00D90C85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39404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CA90AE9-6620-254B-D49C-971265DFA8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88658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BFE39E53-8D68-D8DB-69ED-88F0BD1BEB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38611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73118B4E-35D7-E885-570F-EF707E3C53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88564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B5F76E3D-19D3-DD74-6214-AAADEBF0C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3790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D978889F-C017-EDC7-B063-C37B081519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8771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9814D7EB-8344-7E02-C185-BFF8819898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3B282D69-DFEE-531F-FFE0-4217811635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A2D52FF0-6DCB-41D9-A831-1312BECF87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A4C23F18-5DD1-B9AE-B7AD-F06FB95C33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D3BC928E-1214-9C2A-C7B3-111EC0A58F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C3467C94-EED5-9FFE-C06D-619F610572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F4C49824-AA75-C577-A0D4-792C52D01B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C8A0638D-6DFB-F44D-EF96-25E6AFD9AD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C3CB5BE8-688F-DD78-5049-E28EFA37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4AC22361-1749-C7E2-5342-3F568858E4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1FC70740-B326-F007-4600-5B0189692E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B0408A1D-FE5C-D825-33F0-8811811FE1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E8E0DF52-BCB4-5A77-937B-550625D54F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D998D5FA-C311-02DC-0455-A9CC643769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AC1115E-E3B7-41AF-00D9-17E11F5CB9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94E7EDFF-DCC7-B76E-ED91-BBD68153A0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05135810-47BC-C1E0-2352-8FEC527E27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879E2B6-BFBF-A1C5-A661-08996A2EFF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A66B5E0E-AAC8-DFD9-1D54-8EFA8E9374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D459764E-BD57-2493-9E7A-34477FE8E7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89F36F66-2D10-04DA-EECD-504A73DFCA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1938F68-9EC9-7706-1B90-144C1C5832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F61D6C28-3758-D325-B494-735F5A74D5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81187BC5-7704-41A2-3C22-FD84771998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853586EC-CAA5-847E-59D7-0614D08C6B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A0D9F49E-4569-8157-9D09-8E61EBABF8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51E9215D-8686-A813-44AE-80C49FEF7A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DCA5279D-87F9-E139-091C-F020C04C73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8273BC8D-35EF-4F94-FB43-E9F261015A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BA808ECC-2173-BC77-4D14-D7AF752999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937B33FC-61F9-11C6-B42D-5BCF30288A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766E4677-823D-3F53-C9F1-98911A524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129AF697-E1E0-FC0B-1D7A-0B042EF63F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53B5CD19-B077-C90D-4725-E5C492B454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90D9722B-F206-0EEC-B1B0-DC309C6EFC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17266E19-114D-93CD-FC3E-C6EA045D3A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5ADFD45A-EF12-717B-3DBE-3CFED31DCFA8}"/>
              </a:ext>
            </a:extLst>
          </p:cNvPr>
          <p:cNvGrpSpPr/>
          <p:nvPr/>
        </p:nvGrpSpPr>
        <p:grpSpPr>
          <a:xfrm>
            <a:off x="3589745" y="1025026"/>
            <a:ext cx="4109720" cy="3966210"/>
            <a:chOff x="3274060" y="1961197"/>
            <a:chExt cx="4109720" cy="3966210"/>
          </a:xfrm>
        </p:grpSpPr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D3008BE7-3406-DAC0-D565-EDC981E933B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54330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C071BA06-1A2C-4B18-F3B3-54C108B007E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9415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D6BFFBA9-40CD-6FCE-4B76-2F47FAFF66F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4424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939DE5CE-A77B-E865-935E-784BA1444722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9433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F2F2390-F594-F0CD-3CE3-9D9CE017EFF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4480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C91A0801-D44F-6D22-B9B7-4C1DEFA4DDC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9603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25AFF3BE-1D5D-0008-40E3-DBA5BD2023A6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4612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99DA8D2B-817C-8825-EEF4-E5C02D4CFAA0}"/>
                </a:ext>
              </a:extLst>
            </p:cNvPr>
            <p:cNvCxnSpPr>
              <a:cxnSpLocks/>
            </p:cNvCxnSpPr>
            <p:nvPr/>
          </p:nvCxnSpPr>
          <p:spPr>
            <a:xfrm>
              <a:off x="37871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E938798E-2A42-0A57-BF57-2B8CCB3359D2}"/>
                </a:ext>
              </a:extLst>
            </p:cNvPr>
            <p:cNvCxnSpPr>
              <a:cxnSpLocks/>
            </p:cNvCxnSpPr>
            <p:nvPr/>
          </p:nvCxnSpPr>
          <p:spPr>
            <a:xfrm>
              <a:off x="429387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386B6921-6E3C-E7F1-F35A-DA173FF8A6F9}"/>
                </a:ext>
              </a:extLst>
            </p:cNvPr>
            <p:cNvCxnSpPr>
              <a:cxnSpLocks/>
            </p:cNvCxnSpPr>
            <p:nvPr/>
          </p:nvCxnSpPr>
          <p:spPr>
            <a:xfrm>
              <a:off x="480822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7CF7292A-7ABA-BCB2-DD43-282A4AE6B173}"/>
                </a:ext>
              </a:extLst>
            </p:cNvPr>
            <p:cNvCxnSpPr>
              <a:cxnSpLocks/>
            </p:cNvCxnSpPr>
            <p:nvPr/>
          </p:nvCxnSpPr>
          <p:spPr>
            <a:xfrm>
              <a:off x="53238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6C0F0034-3D08-ECC3-B457-853D9221B04B}"/>
                </a:ext>
              </a:extLst>
            </p:cNvPr>
            <p:cNvCxnSpPr>
              <a:cxnSpLocks/>
            </p:cNvCxnSpPr>
            <p:nvPr/>
          </p:nvCxnSpPr>
          <p:spPr>
            <a:xfrm>
              <a:off x="58458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36EFE3B-6E42-E896-7057-ED4C6AD12156}"/>
                </a:ext>
              </a:extLst>
            </p:cNvPr>
            <p:cNvCxnSpPr>
              <a:cxnSpLocks/>
            </p:cNvCxnSpPr>
            <p:nvPr/>
          </p:nvCxnSpPr>
          <p:spPr>
            <a:xfrm>
              <a:off x="635635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F4E85C17-E15E-21DE-3662-9DEAB04F12CB}"/>
                </a:ext>
              </a:extLst>
            </p:cNvPr>
            <p:cNvCxnSpPr>
              <a:cxnSpLocks/>
            </p:cNvCxnSpPr>
            <p:nvPr/>
          </p:nvCxnSpPr>
          <p:spPr>
            <a:xfrm>
              <a:off x="68745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7" name="Oval 236">
            <a:extLst>
              <a:ext uri="{FF2B5EF4-FFF2-40B4-BE49-F238E27FC236}">
                <a16:creationId xmlns:a16="http://schemas.microsoft.com/office/drawing/2014/main" id="{8BFF5D54-3278-7EDF-667E-2BB2583AE5E6}"/>
              </a:ext>
            </a:extLst>
          </p:cNvPr>
          <p:cNvSpPr>
            <a:spLocks noChangeAspect="1"/>
          </p:cNvSpPr>
          <p:nvPr/>
        </p:nvSpPr>
        <p:spPr>
          <a:xfrm>
            <a:off x="4047961" y="1468902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E2BD77AA-701D-E84F-E0D5-E2E58028C8C3}"/>
              </a:ext>
            </a:extLst>
          </p:cNvPr>
          <p:cNvCxnSpPr>
            <a:cxnSpLocks/>
            <a:stCxn id="3" idx="7"/>
          </p:cNvCxnSpPr>
          <p:nvPr/>
        </p:nvCxnSpPr>
        <p:spPr>
          <a:xfrm flipV="1">
            <a:off x="4139081" y="642298"/>
            <a:ext cx="358735" cy="342691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/>
              <p:nvPr/>
            </p:nvSpPr>
            <p:spPr>
              <a:xfrm>
                <a:off x="4451637" y="137625"/>
                <a:ext cx="4561953" cy="8493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s-CL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s-CL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637" y="137625"/>
                <a:ext cx="4561953" cy="8493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DEFA0794-7632-587D-241E-E559C2EF2AC8}"/>
              </a:ext>
            </a:extLst>
          </p:cNvPr>
          <p:cNvSpPr>
            <a:spLocks noChangeAspect="1"/>
          </p:cNvSpPr>
          <p:nvPr/>
        </p:nvSpPr>
        <p:spPr>
          <a:xfrm>
            <a:off x="4045422" y="968920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53EE868-7C21-5873-6F96-A2F5729404CD}"/>
              </a:ext>
            </a:extLst>
          </p:cNvPr>
          <p:cNvCxnSpPr>
            <a:cxnSpLocks/>
            <a:stCxn id="237" idx="0"/>
            <a:endCxn id="3" idx="4"/>
          </p:cNvCxnSpPr>
          <p:nvPr/>
        </p:nvCxnSpPr>
        <p:spPr>
          <a:xfrm flipH="1" flipV="1">
            <a:off x="4100286" y="1078648"/>
            <a:ext cx="2539" cy="390254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627BC96-CDBD-A9E9-7E1E-4C6ED4A3F778}"/>
                  </a:ext>
                </a:extLst>
              </p:cNvPr>
              <p:cNvSpPr txBox="1"/>
              <p:nvPr/>
            </p:nvSpPr>
            <p:spPr>
              <a:xfrm>
                <a:off x="3948131" y="1173861"/>
                <a:ext cx="11808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L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CL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627BC96-CDBD-A9E9-7E1E-4C6ED4A3F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131" y="1173861"/>
                <a:ext cx="118085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667046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904148A-3BF7-8513-C13D-0F8199E2F702}"/>
              </a:ext>
            </a:extLst>
          </p:cNvPr>
          <p:cNvSpPr/>
          <p:nvPr/>
        </p:nvSpPr>
        <p:spPr>
          <a:xfrm>
            <a:off x="1698172" y="76201"/>
            <a:ext cx="9699171" cy="5965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E311B-5A60-C614-E59A-19AFC29A56BB}"/>
              </a:ext>
            </a:extLst>
          </p:cNvPr>
          <p:cNvSpPr/>
          <p:nvPr/>
        </p:nvSpPr>
        <p:spPr>
          <a:xfrm>
            <a:off x="3572509" y="1025979"/>
            <a:ext cx="4126956" cy="39662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2893F3F-F255-C5EF-04E1-0AD88CD2DC92}"/>
              </a:ext>
            </a:extLst>
          </p:cNvPr>
          <p:cNvGrpSpPr/>
          <p:nvPr/>
        </p:nvGrpSpPr>
        <p:grpSpPr>
          <a:xfrm>
            <a:off x="3525992" y="970639"/>
            <a:ext cx="4231511" cy="4083849"/>
            <a:chOff x="3210307" y="1906810"/>
            <a:chExt cx="4231511" cy="4083849"/>
          </a:xfrm>
          <a:solidFill>
            <a:schemeClr val="bg1">
              <a:lumMod val="75000"/>
            </a:schemeClr>
          </a:solidFill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A6E2263-CCC8-2D97-84E1-323076EFE4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DA7B78CB-BDB8-F92E-601F-6623023F77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77AAB4EC-CD94-E74D-5548-197C8F5A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93EC08D-DB86-3103-DAC8-ABE06BE2C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4DF07C4B-94AC-57DE-1289-6BC35A67C0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C3E32E3-4F64-2058-BC98-AC3B03F52B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24188DF-2476-9376-07C4-980CFB4768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FA5C24D1-2985-F4FC-44D2-3D6EB0C5C0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D0FF6BC2-B8E3-2FD4-181A-033D416921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E46FA336-383F-E201-E6F2-0CF55835FD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2D0664CC-544C-85D5-9321-7118F654E4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E12A059-3BCB-5FA6-F78F-23CCBF8E70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2D18057F-F429-B987-3391-171B547DF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D46D40C9-512B-46D4-EAB1-AC1B6689C0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A28E61E0-6AB7-C392-B7AE-8E171A0225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F8E0C0D5-680D-B4BF-B927-1478B4F6AF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F94D8AC-6CC0-EF82-92B2-263C32B8A7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8063636-4C30-BBA8-46CD-655AA62CFA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08853A3C-88C9-E6C5-9831-07817A42A4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604DBC74-BF7C-D000-219C-CD5F0DC76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69895BFE-DC99-1C68-49F0-41C2D8987F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C2CA68A-16FF-6E0F-3615-DE924D4F23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2547A025-4B19-F292-7E44-4E27B0E55F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E2CCCBE-2AF6-1278-E88E-7CEBA4C695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92BE868C-FA1B-48CC-6E5A-795EB179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25B0CDE7-4AA2-293A-8874-8DF775DA4F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6058E2FC-257C-229A-255A-9726EF9D6A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380A9CD-4864-058E-772A-CD6AF6020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5049566-4046-8174-5E5F-D2C088668E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7C853A0A-A86A-80FE-D533-23ECF6F1A1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B0E2F24F-5958-3D94-CA03-24770B337F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A8557876-2C8F-FBE1-AE6D-1408B923F9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20C55AA-DD79-CD28-7CC6-CC86AE52F9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672E26C6-7ACA-A336-3C9F-FAE0BD34FB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F9F111CF-A685-1A4E-F5AD-D6F298FA64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E3767996-CC4B-7A34-9E74-CF9FCD11C2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D6FB3F16-8040-A03D-8032-0B01F085DE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190767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E94D0454-3C0D-772D-D99B-D37E5AE280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4048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2A5246B-7BAB-CE9C-2DCE-E075830D7E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90398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D266897E-291C-4414-9181-8C00D90C85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39404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CA90AE9-6620-254B-D49C-971265DFA8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88658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BFE39E53-8D68-D8DB-69ED-88F0BD1BEB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38611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73118B4E-35D7-E885-570F-EF707E3C53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88564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B5F76E3D-19D3-DD74-6214-AAADEBF0C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3790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D978889F-C017-EDC7-B063-C37B081519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8771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9814D7EB-8344-7E02-C185-BFF8819898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3B282D69-DFEE-531F-FFE0-4217811635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A2D52FF0-6DCB-41D9-A831-1312BECF87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A4C23F18-5DD1-B9AE-B7AD-F06FB95C33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D3BC928E-1214-9C2A-C7B3-111EC0A58F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C3467C94-EED5-9FFE-C06D-619F610572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F4C49824-AA75-C577-A0D4-792C52D01B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C8A0638D-6DFB-F44D-EF96-25E6AFD9AD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C3CB5BE8-688F-DD78-5049-E28EFA37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4AC22361-1749-C7E2-5342-3F568858E4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1FC70740-B326-F007-4600-5B0189692E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B0408A1D-FE5C-D825-33F0-8811811FE1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E8E0DF52-BCB4-5A77-937B-550625D54F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D998D5FA-C311-02DC-0455-A9CC643769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AC1115E-E3B7-41AF-00D9-17E11F5CB9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94E7EDFF-DCC7-B76E-ED91-BBD68153A0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05135810-47BC-C1E0-2352-8FEC527E27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879E2B6-BFBF-A1C5-A661-08996A2EFF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A66B5E0E-AAC8-DFD9-1D54-8EFA8E9374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D459764E-BD57-2493-9E7A-34477FE8E7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89F36F66-2D10-04DA-EECD-504A73DFCA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1938F68-9EC9-7706-1B90-144C1C5832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F61D6C28-3758-D325-B494-735F5A74D5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81187BC5-7704-41A2-3C22-FD84771998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853586EC-CAA5-847E-59D7-0614D08C6B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A0D9F49E-4569-8157-9D09-8E61EBABF8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51E9215D-8686-A813-44AE-80C49FEF7A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DCA5279D-87F9-E139-091C-F020C04C73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8273BC8D-35EF-4F94-FB43-E9F261015A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BA808ECC-2173-BC77-4D14-D7AF752999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937B33FC-61F9-11C6-B42D-5BCF30288A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766E4677-823D-3F53-C9F1-98911A524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129AF697-E1E0-FC0B-1D7A-0B042EF63F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53B5CD19-B077-C90D-4725-E5C492B454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90D9722B-F206-0EEC-B1B0-DC309C6EFC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17266E19-114D-93CD-FC3E-C6EA045D3A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5ADFD45A-EF12-717B-3DBE-3CFED31DCFA8}"/>
              </a:ext>
            </a:extLst>
          </p:cNvPr>
          <p:cNvGrpSpPr/>
          <p:nvPr/>
        </p:nvGrpSpPr>
        <p:grpSpPr>
          <a:xfrm>
            <a:off x="3589745" y="1025026"/>
            <a:ext cx="4109720" cy="3966210"/>
            <a:chOff x="3274060" y="1961197"/>
            <a:chExt cx="4109720" cy="3966210"/>
          </a:xfrm>
        </p:grpSpPr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D3008BE7-3406-DAC0-D565-EDC981E933B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54330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C071BA06-1A2C-4B18-F3B3-54C108B007E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9415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D6BFFBA9-40CD-6FCE-4B76-2F47FAFF66F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4424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939DE5CE-A77B-E865-935E-784BA1444722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9433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F2F2390-F594-F0CD-3CE3-9D9CE017EFF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4480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C91A0801-D44F-6D22-B9B7-4C1DEFA4DDC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9603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25AFF3BE-1D5D-0008-40E3-DBA5BD2023A6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4612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99DA8D2B-817C-8825-EEF4-E5C02D4CFAA0}"/>
                </a:ext>
              </a:extLst>
            </p:cNvPr>
            <p:cNvCxnSpPr>
              <a:cxnSpLocks/>
            </p:cNvCxnSpPr>
            <p:nvPr/>
          </p:nvCxnSpPr>
          <p:spPr>
            <a:xfrm>
              <a:off x="37871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E938798E-2A42-0A57-BF57-2B8CCB3359D2}"/>
                </a:ext>
              </a:extLst>
            </p:cNvPr>
            <p:cNvCxnSpPr>
              <a:cxnSpLocks/>
            </p:cNvCxnSpPr>
            <p:nvPr/>
          </p:nvCxnSpPr>
          <p:spPr>
            <a:xfrm>
              <a:off x="429387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386B6921-6E3C-E7F1-F35A-DA173FF8A6F9}"/>
                </a:ext>
              </a:extLst>
            </p:cNvPr>
            <p:cNvCxnSpPr>
              <a:cxnSpLocks/>
            </p:cNvCxnSpPr>
            <p:nvPr/>
          </p:nvCxnSpPr>
          <p:spPr>
            <a:xfrm>
              <a:off x="480822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7CF7292A-7ABA-BCB2-DD43-282A4AE6B173}"/>
                </a:ext>
              </a:extLst>
            </p:cNvPr>
            <p:cNvCxnSpPr>
              <a:cxnSpLocks/>
            </p:cNvCxnSpPr>
            <p:nvPr/>
          </p:nvCxnSpPr>
          <p:spPr>
            <a:xfrm>
              <a:off x="53238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6C0F0034-3D08-ECC3-B457-853D9221B04B}"/>
                </a:ext>
              </a:extLst>
            </p:cNvPr>
            <p:cNvCxnSpPr>
              <a:cxnSpLocks/>
            </p:cNvCxnSpPr>
            <p:nvPr/>
          </p:nvCxnSpPr>
          <p:spPr>
            <a:xfrm>
              <a:off x="58458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36EFE3B-6E42-E896-7057-ED4C6AD12156}"/>
                </a:ext>
              </a:extLst>
            </p:cNvPr>
            <p:cNvCxnSpPr>
              <a:cxnSpLocks/>
            </p:cNvCxnSpPr>
            <p:nvPr/>
          </p:nvCxnSpPr>
          <p:spPr>
            <a:xfrm>
              <a:off x="635635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F4E85C17-E15E-21DE-3662-9DEAB04F12CB}"/>
                </a:ext>
              </a:extLst>
            </p:cNvPr>
            <p:cNvCxnSpPr>
              <a:cxnSpLocks/>
            </p:cNvCxnSpPr>
            <p:nvPr/>
          </p:nvCxnSpPr>
          <p:spPr>
            <a:xfrm>
              <a:off x="68745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7" name="Oval 236">
            <a:extLst>
              <a:ext uri="{FF2B5EF4-FFF2-40B4-BE49-F238E27FC236}">
                <a16:creationId xmlns:a16="http://schemas.microsoft.com/office/drawing/2014/main" id="{8BFF5D54-3278-7EDF-667E-2BB2583AE5E6}"/>
              </a:ext>
            </a:extLst>
          </p:cNvPr>
          <p:cNvSpPr>
            <a:spLocks noChangeAspect="1"/>
          </p:cNvSpPr>
          <p:nvPr/>
        </p:nvSpPr>
        <p:spPr>
          <a:xfrm>
            <a:off x="4555961" y="1468902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E2BD77AA-701D-E84F-E0D5-E2E58028C8C3}"/>
              </a:ext>
            </a:extLst>
          </p:cNvPr>
          <p:cNvCxnSpPr>
            <a:cxnSpLocks/>
            <a:stCxn id="3" idx="7"/>
          </p:cNvCxnSpPr>
          <p:nvPr/>
        </p:nvCxnSpPr>
        <p:spPr>
          <a:xfrm flipV="1">
            <a:off x="4647081" y="642298"/>
            <a:ext cx="358735" cy="342691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/>
              <p:nvPr/>
            </p:nvSpPr>
            <p:spPr>
              <a:xfrm>
                <a:off x="4959637" y="137625"/>
                <a:ext cx="4561953" cy="8493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s-CL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CL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s-CL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637" y="137625"/>
                <a:ext cx="4561953" cy="8493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DEFA0794-7632-587D-241E-E559C2EF2AC8}"/>
              </a:ext>
            </a:extLst>
          </p:cNvPr>
          <p:cNvSpPr>
            <a:spLocks noChangeAspect="1"/>
          </p:cNvSpPr>
          <p:nvPr/>
        </p:nvSpPr>
        <p:spPr>
          <a:xfrm>
            <a:off x="4553422" y="968920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53EE868-7C21-5873-6F96-A2F5729404CD}"/>
              </a:ext>
            </a:extLst>
          </p:cNvPr>
          <p:cNvCxnSpPr>
            <a:cxnSpLocks/>
            <a:stCxn id="237" idx="0"/>
            <a:endCxn id="3" idx="4"/>
          </p:cNvCxnSpPr>
          <p:nvPr/>
        </p:nvCxnSpPr>
        <p:spPr>
          <a:xfrm flipH="1" flipV="1">
            <a:off x="4608286" y="1078648"/>
            <a:ext cx="2539" cy="390254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627BC96-CDBD-A9E9-7E1E-4C6ED4A3F778}"/>
                  </a:ext>
                </a:extLst>
              </p:cNvPr>
              <p:cNvSpPr txBox="1"/>
              <p:nvPr/>
            </p:nvSpPr>
            <p:spPr>
              <a:xfrm>
                <a:off x="4456131" y="1173861"/>
                <a:ext cx="11808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L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CL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627BC96-CDBD-A9E9-7E1E-4C6ED4A3F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131" y="1173861"/>
                <a:ext cx="118085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303506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946564-A9B0-1782-3468-C603E91FB7BA}"/>
              </a:ext>
            </a:extLst>
          </p:cNvPr>
          <p:cNvSpPr/>
          <p:nvPr/>
        </p:nvSpPr>
        <p:spPr>
          <a:xfrm>
            <a:off x="1698172" y="76201"/>
            <a:ext cx="9699171" cy="5965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E311B-5A60-C614-E59A-19AFC29A56BB}"/>
              </a:ext>
            </a:extLst>
          </p:cNvPr>
          <p:cNvSpPr/>
          <p:nvPr/>
        </p:nvSpPr>
        <p:spPr>
          <a:xfrm>
            <a:off x="3572509" y="1025979"/>
            <a:ext cx="4126956" cy="39662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2893F3F-F255-C5EF-04E1-0AD88CD2DC92}"/>
              </a:ext>
            </a:extLst>
          </p:cNvPr>
          <p:cNvGrpSpPr/>
          <p:nvPr/>
        </p:nvGrpSpPr>
        <p:grpSpPr>
          <a:xfrm>
            <a:off x="3525992" y="970639"/>
            <a:ext cx="4231511" cy="4083849"/>
            <a:chOff x="3210307" y="1906810"/>
            <a:chExt cx="4231511" cy="4083849"/>
          </a:xfrm>
          <a:solidFill>
            <a:schemeClr val="bg1">
              <a:lumMod val="75000"/>
            </a:schemeClr>
          </a:solidFill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A6E2263-CCC8-2D97-84E1-323076EFE4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DA7B78CB-BDB8-F92E-601F-6623023F77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77AAB4EC-CD94-E74D-5548-197C8F5A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93EC08D-DB86-3103-DAC8-ABE06BE2C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4DF07C4B-94AC-57DE-1289-6BC35A67C0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C3E32E3-4F64-2058-BC98-AC3B03F52B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24188DF-2476-9376-07C4-980CFB4768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FA5C24D1-2985-F4FC-44D2-3D6EB0C5C0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D0FF6BC2-B8E3-2FD4-181A-033D416921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307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E46FA336-383F-E201-E6F2-0CF55835FD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2D0664CC-544C-85D5-9321-7118F654E4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E12A059-3BCB-5FA6-F78F-23CCBF8E70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2D18057F-F429-B987-3391-171B547DF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D46D40C9-512B-46D4-EAB1-AC1B6689C0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A28E61E0-6AB7-C392-B7AE-8E171A0225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F8E0C0D5-680D-B4BF-B927-1478B4F6AF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F94D8AC-6CC0-EF82-92B2-263C32B8A7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8063636-4C30-BBA8-46CD-655AA62CFA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5759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08853A3C-88C9-E6C5-9831-07817A42A4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190681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604DBC74-BF7C-D000-219C-CD5F0DC76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40401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69895BFE-DC99-1C68-49F0-41C2D8987F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29031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C2CA68A-16FF-6E0F-3615-DE924D4F23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3931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2547A025-4B19-F292-7E44-4E27B0E55F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38857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E2CCCBE-2AF6-1278-E88E-7CEBA4C695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38525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92BE868C-FA1B-48CC-6E5A-795EB179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488478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25B0CDE7-4AA2-293A-8874-8DF775DA4F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37819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6058E2FC-257C-229A-255A-9726EF9D6A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890" y="58762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380A9CD-4864-058E-772A-CD6AF6020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5049566-4046-8174-5E5F-D2C088668E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7C853A0A-A86A-80FE-D533-23ECF6F1A1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B0E2F24F-5958-3D94-CA03-24770B337F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A8557876-2C8F-FBE1-AE6D-1408B923F9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20C55AA-DD79-CD28-7CC6-CC86AE52F9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672E26C6-7ACA-A336-3C9F-FAE0BD34FB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F9F111CF-A685-1A4E-F5AD-D6F298FA64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E3767996-CC4B-7A34-9E74-CF9FCD11C2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55604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D6FB3F16-8040-A03D-8032-0B01F085DE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190767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E94D0454-3C0D-772D-D99B-D37E5AE280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4048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2A5246B-7BAB-CE9C-2DCE-E075830D7E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290398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D266897E-291C-4414-9181-8C00D90C85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39404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CA90AE9-6620-254B-D49C-971265DFA8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388658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BFE39E53-8D68-D8DB-69ED-88F0BD1BEB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38611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73118B4E-35D7-E885-570F-EF707E3C53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488564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B5F76E3D-19D3-DD74-6214-AAADEBF0CF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3790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D978889F-C017-EDC7-B063-C37B081519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516" y="587712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9814D7EB-8344-7E02-C185-BFF8819898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3B282D69-DFEE-531F-FFE0-4217811635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A2D52FF0-6DCB-41D9-A831-1312BECF87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A4C23F18-5DD1-B9AE-B7AD-F06FB95C33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D3BC928E-1214-9C2A-C7B3-111EC0A58F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C3467C94-EED5-9FFE-C06D-619F610572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F4C49824-AA75-C577-A0D4-792C52D01B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C8A0638D-6DFB-F44D-EF96-25E6AFD9AD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C3CB5BE8-688F-DD78-5049-E28EFA37B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3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4AC22361-1749-C7E2-5342-3F568858E4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1FC70740-B326-F007-4600-5B0189692E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B0408A1D-FE5C-D825-33F0-8811811FE1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E8E0DF52-BCB4-5A77-937B-550625D54F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D998D5FA-C311-02DC-0455-A9CC643769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AC1115E-E3B7-41AF-00D9-17E11F5CB9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94E7EDFF-DCC7-B76E-ED91-BBD68153A0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05135810-47BC-C1E0-2352-8FEC527E27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879E2B6-BFBF-A1C5-A661-08996A2EFF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201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A66B5E0E-AAC8-DFD9-1D54-8EFA8E9374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19114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D459764E-BD57-2493-9E7A-34477FE8E7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40868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89F36F66-2D10-04DA-EECD-504A73DFCA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290779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1938F68-9EC9-7706-1B90-144C1C5832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39785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F61D6C28-3758-D325-B494-735F5A74D5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389039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81187BC5-7704-41A2-3C22-FD84771998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389924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853586EC-CAA5-847E-59D7-0614D08C6B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4889457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A0D9F49E-4569-8157-9D09-8E61EBABF8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38286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51E9215D-8686-A813-44AE-80C49FEF7A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21551" y="588093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DCA5279D-87F9-E139-091C-F020C04C73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1909575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8273BC8D-35EF-4F94-FB43-E9F261015A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406780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BA808ECC-2173-BC77-4D14-D7AF752999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290588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937B33FC-61F9-11C6-B42D-5BCF30288A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39595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766E4677-823D-3F53-C9F1-98911A524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388848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129AF697-E1E0-FC0B-1D7A-0B042EF63F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388019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53B5CD19-B077-C90D-4725-E5C492B454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4887552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90D9722B-F206-0EEC-B1B0-DC309C6EFC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380961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17266E19-114D-93CD-FC3E-C6EA045D3A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2090" y="5879026"/>
              <a:ext cx="109728" cy="1097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5ADFD45A-EF12-717B-3DBE-3CFED31DCFA8}"/>
              </a:ext>
            </a:extLst>
          </p:cNvPr>
          <p:cNvGrpSpPr/>
          <p:nvPr/>
        </p:nvGrpSpPr>
        <p:grpSpPr>
          <a:xfrm>
            <a:off x="3589745" y="1025026"/>
            <a:ext cx="4109720" cy="3966210"/>
            <a:chOff x="3274060" y="1961197"/>
            <a:chExt cx="4109720" cy="3966210"/>
          </a:xfrm>
        </p:grpSpPr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D3008BE7-3406-DAC0-D565-EDC981E933B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54330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C071BA06-1A2C-4B18-F3B3-54C108B007E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9415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D6BFFBA9-40CD-6FCE-4B76-2F47FAFF66F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44424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939DE5CE-A77B-E865-935E-784BA1444722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9433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F2F2390-F594-F0CD-3CE3-9D9CE017EFF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344805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C91A0801-D44F-6D22-B9B7-4C1DEFA4DDC0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96037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25AFF3BE-1D5D-0008-40E3-DBA5BD2023A6}"/>
                </a:ext>
              </a:extLst>
            </p:cNvPr>
            <p:cNvCxnSpPr>
              <a:cxnSpLocks/>
            </p:cNvCxnSpPr>
            <p:nvPr/>
          </p:nvCxnSpPr>
          <p:spPr>
            <a:xfrm>
              <a:off x="3274060" y="2461260"/>
              <a:ext cx="410972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99DA8D2B-817C-8825-EEF4-E5C02D4CFAA0}"/>
                </a:ext>
              </a:extLst>
            </p:cNvPr>
            <p:cNvCxnSpPr>
              <a:cxnSpLocks/>
            </p:cNvCxnSpPr>
            <p:nvPr/>
          </p:nvCxnSpPr>
          <p:spPr>
            <a:xfrm>
              <a:off x="37871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E938798E-2A42-0A57-BF57-2B8CCB3359D2}"/>
                </a:ext>
              </a:extLst>
            </p:cNvPr>
            <p:cNvCxnSpPr>
              <a:cxnSpLocks/>
            </p:cNvCxnSpPr>
            <p:nvPr/>
          </p:nvCxnSpPr>
          <p:spPr>
            <a:xfrm>
              <a:off x="429387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386B6921-6E3C-E7F1-F35A-DA173FF8A6F9}"/>
                </a:ext>
              </a:extLst>
            </p:cNvPr>
            <p:cNvCxnSpPr>
              <a:cxnSpLocks/>
            </p:cNvCxnSpPr>
            <p:nvPr/>
          </p:nvCxnSpPr>
          <p:spPr>
            <a:xfrm>
              <a:off x="480822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7CF7292A-7ABA-BCB2-DD43-282A4AE6B173}"/>
                </a:ext>
              </a:extLst>
            </p:cNvPr>
            <p:cNvCxnSpPr>
              <a:cxnSpLocks/>
            </p:cNvCxnSpPr>
            <p:nvPr/>
          </p:nvCxnSpPr>
          <p:spPr>
            <a:xfrm>
              <a:off x="532384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6C0F0034-3D08-ECC3-B457-853D9221B04B}"/>
                </a:ext>
              </a:extLst>
            </p:cNvPr>
            <p:cNvCxnSpPr>
              <a:cxnSpLocks/>
            </p:cNvCxnSpPr>
            <p:nvPr/>
          </p:nvCxnSpPr>
          <p:spPr>
            <a:xfrm>
              <a:off x="58458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36EFE3B-6E42-E896-7057-ED4C6AD12156}"/>
                </a:ext>
              </a:extLst>
            </p:cNvPr>
            <p:cNvCxnSpPr>
              <a:cxnSpLocks/>
            </p:cNvCxnSpPr>
            <p:nvPr/>
          </p:nvCxnSpPr>
          <p:spPr>
            <a:xfrm>
              <a:off x="635635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F4E85C17-E15E-21DE-3662-9DEAB04F12CB}"/>
                </a:ext>
              </a:extLst>
            </p:cNvPr>
            <p:cNvCxnSpPr>
              <a:cxnSpLocks/>
            </p:cNvCxnSpPr>
            <p:nvPr/>
          </p:nvCxnSpPr>
          <p:spPr>
            <a:xfrm>
              <a:off x="6874510" y="1961197"/>
              <a:ext cx="0" cy="396621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7" name="Oval 236">
            <a:extLst>
              <a:ext uri="{FF2B5EF4-FFF2-40B4-BE49-F238E27FC236}">
                <a16:creationId xmlns:a16="http://schemas.microsoft.com/office/drawing/2014/main" id="{8BFF5D54-3278-7EDF-667E-2BB2583AE5E6}"/>
              </a:ext>
            </a:extLst>
          </p:cNvPr>
          <p:cNvSpPr>
            <a:spLocks noChangeAspect="1"/>
          </p:cNvSpPr>
          <p:nvPr/>
        </p:nvSpPr>
        <p:spPr>
          <a:xfrm>
            <a:off x="7653491" y="972249"/>
            <a:ext cx="109728" cy="1097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E2BD77AA-701D-E84F-E0D5-E2E58028C8C3}"/>
              </a:ext>
            </a:extLst>
          </p:cNvPr>
          <p:cNvCxnSpPr>
            <a:cxnSpLocks/>
            <a:stCxn id="237" idx="7"/>
          </p:cNvCxnSpPr>
          <p:nvPr/>
        </p:nvCxnSpPr>
        <p:spPr>
          <a:xfrm flipV="1">
            <a:off x="7747150" y="797560"/>
            <a:ext cx="157330" cy="190758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/>
              <p:nvPr/>
            </p:nvSpPr>
            <p:spPr>
              <a:xfrm>
                <a:off x="7699465" y="401092"/>
                <a:ext cx="1520352" cy="4929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s-CL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D6CA12-F4BE-8AB4-8453-0DE1A2C7C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9465" y="401092"/>
                <a:ext cx="1520352" cy="4929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204521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40DD581-AFF9-4A2C-BE01-C7DBD19ACDF0}"/>
              </a:ext>
            </a:extLst>
          </p:cNvPr>
          <p:cNvGrpSpPr/>
          <p:nvPr/>
        </p:nvGrpSpPr>
        <p:grpSpPr>
          <a:xfrm rot="16200000">
            <a:off x="5829239" y="78164"/>
            <a:ext cx="523219" cy="3494822"/>
            <a:chOff x="6649154" y="4195385"/>
            <a:chExt cx="291396" cy="248362"/>
          </a:xfrm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F65F34D3-3F28-42E8-A5AA-7D83A5A62180}"/>
                </a:ext>
              </a:extLst>
            </p:cNvPr>
            <p:cNvGrpSpPr/>
            <p:nvPr/>
          </p:nvGrpSpPr>
          <p:grpSpPr>
            <a:xfrm>
              <a:off x="6649154" y="4195385"/>
              <a:ext cx="291396" cy="248362"/>
              <a:chOff x="3754339" y="5300127"/>
              <a:chExt cx="2194905" cy="248362"/>
            </a:xfrm>
          </p:grpSpPr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23D9806B-780C-433B-9130-C3C4F22913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4339" y="5300127"/>
                <a:ext cx="219490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9C0C512D-F670-4ED3-9F72-2AFFA303C5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4339" y="5548489"/>
                <a:ext cx="219490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4E8641E-2E4E-46A9-9C85-0F15464406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89750" y="4195386"/>
              <a:ext cx="0" cy="248361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A7077EE-AB77-4BBD-8BC6-4B7CB356D8F5}"/>
              </a:ext>
            </a:extLst>
          </p:cNvPr>
          <p:cNvCxnSpPr>
            <a:cxnSpLocks/>
          </p:cNvCxnSpPr>
          <p:nvPr/>
        </p:nvCxnSpPr>
        <p:spPr>
          <a:xfrm>
            <a:off x="4336347" y="2335250"/>
            <a:ext cx="13885" cy="161697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605AF48A-42FB-4AAB-BF94-00F8BE39D211}"/>
              </a:ext>
            </a:extLst>
          </p:cNvPr>
          <p:cNvCxnSpPr>
            <a:cxnSpLocks/>
          </p:cNvCxnSpPr>
          <p:nvPr/>
        </p:nvCxnSpPr>
        <p:spPr>
          <a:xfrm>
            <a:off x="4336346" y="2335543"/>
            <a:ext cx="3950404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ABE5FFD-4D65-47E0-B038-8FC71A59F245}"/>
              </a:ext>
            </a:extLst>
          </p:cNvPr>
          <p:cNvCxnSpPr>
            <a:cxnSpLocks/>
          </p:cNvCxnSpPr>
          <p:nvPr/>
        </p:nvCxnSpPr>
        <p:spPr>
          <a:xfrm flipH="1">
            <a:off x="2773348" y="2334848"/>
            <a:ext cx="1565138" cy="154182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be 2">
            <a:extLst>
              <a:ext uri="{FF2B5EF4-FFF2-40B4-BE49-F238E27FC236}">
                <a16:creationId xmlns:a16="http://schemas.microsoft.com/office/drawing/2014/main" id="{5C7078B5-D145-48CC-BFF0-6A9A4B8E77CD}"/>
              </a:ext>
            </a:extLst>
          </p:cNvPr>
          <p:cNvSpPr/>
          <p:nvPr/>
        </p:nvSpPr>
        <p:spPr>
          <a:xfrm>
            <a:off x="3221565" y="2087185"/>
            <a:ext cx="4684889" cy="1353104"/>
          </a:xfrm>
          <a:prstGeom prst="cube">
            <a:avLst>
              <a:gd name="adj" fmla="val 81645"/>
            </a:avLst>
          </a:prstGeom>
          <a:solidFill>
            <a:schemeClr val="bg1">
              <a:lumMod val="75000"/>
              <a:alpha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8E6D9E0-C281-48B0-B763-8CB9E66519E5}"/>
              </a:ext>
            </a:extLst>
          </p:cNvPr>
          <p:cNvGrpSpPr/>
          <p:nvPr/>
        </p:nvGrpSpPr>
        <p:grpSpPr>
          <a:xfrm flipH="1">
            <a:off x="2978177" y="3191005"/>
            <a:ext cx="203209" cy="248362"/>
            <a:chOff x="6690718" y="4195385"/>
            <a:chExt cx="242211" cy="24836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A37DDAC-D71C-4233-9572-DE58BB14D599}"/>
                </a:ext>
              </a:extLst>
            </p:cNvPr>
            <p:cNvGrpSpPr/>
            <p:nvPr/>
          </p:nvGrpSpPr>
          <p:grpSpPr>
            <a:xfrm>
              <a:off x="6690718" y="4195385"/>
              <a:ext cx="242211" cy="248362"/>
              <a:chOff x="3754357" y="5300127"/>
              <a:chExt cx="2194905" cy="248362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1760C8C1-CAE2-4CB3-9971-E4037CF3C931}"/>
                  </a:ext>
                </a:extLst>
              </p:cNvPr>
              <p:cNvCxnSpPr>
                <a:cxnSpLocks/>
                <a:stCxn id="3" idx="1"/>
              </p:cNvCxnSpPr>
              <p:nvPr/>
            </p:nvCxnSpPr>
            <p:spPr>
              <a:xfrm>
                <a:off x="3754357" y="5300127"/>
                <a:ext cx="219490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3C58395-99B2-45E5-A027-F8628CADBCD9}"/>
                  </a:ext>
                </a:extLst>
              </p:cNvPr>
              <p:cNvCxnSpPr>
                <a:cxnSpLocks/>
                <a:stCxn id="3" idx="3"/>
              </p:cNvCxnSpPr>
              <p:nvPr/>
            </p:nvCxnSpPr>
            <p:spPr>
              <a:xfrm>
                <a:off x="3754357" y="5548489"/>
                <a:ext cx="219490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52BC290-97A1-4B9A-A68B-154CEF69F0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0703" y="4195386"/>
              <a:ext cx="0" cy="248361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75BFEDF-5614-476C-B6B4-0DA52087900F}"/>
              </a:ext>
            </a:extLst>
          </p:cNvPr>
          <p:cNvGrpSpPr/>
          <p:nvPr/>
        </p:nvGrpSpPr>
        <p:grpSpPr>
          <a:xfrm rot="2694526">
            <a:off x="7352930" y="2230383"/>
            <a:ext cx="233525" cy="1515217"/>
            <a:chOff x="6649154" y="4195385"/>
            <a:chExt cx="291396" cy="24836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0B875A5-38C9-454F-97F9-3ADFB1FF1713}"/>
                </a:ext>
              </a:extLst>
            </p:cNvPr>
            <p:cNvGrpSpPr/>
            <p:nvPr/>
          </p:nvGrpSpPr>
          <p:grpSpPr>
            <a:xfrm>
              <a:off x="6649154" y="4195385"/>
              <a:ext cx="291396" cy="248362"/>
              <a:chOff x="3754339" y="5300127"/>
              <a:chExt cx="2194905" cy="248362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9246A43B-F60E-45C4-89A9-1311EB613B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4339" y="5300127"/>
                <a:ext cx="219490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E6AC201-6454-488E-9210-FFF4158EC2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4339" y="5548489"/>
                <a:ext cx="219490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3105C85-EF37-4705-BF06-937270FDE6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89750" y="4195386"/>
              <a:ext cx="0" cy="248361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1B758CA-5EF8-4353-A3D2-4DB633BB573A}"/>
                  </a:ext>
                </a:extLst>
              </p:cNvPr>
              <p:cNvSpPr txBox="1"/>
              <p:nvPr/>
            </p:nvSpPr>
            <p:spPr>
              <a:xfrm>
                <a:off x="7441903" y="2862393"/>
                <a:ext cx="4645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28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1B758CA-5EF8-4353-A3D2-4DB633BB5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1903" y="2862393"/>
                <a:ext cx="46455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83FDFEB-D398-4F5D-84B2-C8964B5673B8}"/>
                  </a:ext>
                </a:extLst>
              </p:cNvPr>
              <p:cNvSpPr txBox="1"/>
              <p:nvPr/>
            </p:nvSpPr>
            <p:spPr>
              <a:xfrm>
                <a:off x="2681992" y="3044612"/>
                <a:ext cx="39164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28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83FDFEB-D398-4F5D-84B2-C8964B567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992" y="3044612"/>
                <a:ext cx="39164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F984EA79-C7AB-425F-A02E-F8490A886783}"/>
              </a:ext>
            </a:extLst>
          </p:cNvPr>
          <p:cNvGrpSpPr/>
          <p:nvPr/>
        </p:nvGrpSpPr>
        <p:grpSpPr>
          <a:xfrm>
            <a:off x="3641929" y="2678843"/>
            <a:ext cx="3060802" cy="354577"/>
            <a:chOff x="3658020" y="2692400"/>
            <a:chExt cx="2717764" cy="479557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6E6FC0E-D69B-4197-9AB5-898A2BCD8B10}"/>
                </a:ext>
              </a:extLst>
            </p:cNvPr>
            <p:cNvCxnSpPr>
              <a:cxnSpLocks/>
            </p:cNvCxnSpPr>
            <p:nvPr/>
          </p:nvCxnSpPr>
          <p:spPr>
            <a:xfrm>
              <a:off x="3658020" y="2692400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DB9E6C3D-7046-4095-B5D0-3EC6CAA9F01A}"/>
                </a:ext>
              </a:extLst>
            </p:cNvPr>
            <p:cNvCxnSpPr>
              <a:cxnSpLocks/>
            </p:cNvCxnSpPr>
            <p:nvPr/>
          </p:nvCxnSpPr>
          <p:spPr>
            <a:xfrm>
              <a:off x="4044542" y="2692693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C2C54508-E834-4257-AED0-BB7E38A5C620}"/>
                </a:ext>
              </a:extLst>
            </p:cNvPr>
            <p:cNvCxnSpPr>
              <a:cxnSpLocks/>
            </p:cNvCxnSpPr>
            <p:nvPr/>
          </p:nvCxnSpPr>
          <p:spPr>
            <a:xfrm>
              <a:off x="4431065" y="2692400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B4156578-710D-4FD5-8A1E-BF657B9C7272}"/>
                </a:ext>
              </a:extLst>
            </p:cNvPr>
            <p:cNvCxnSpPr>
              <a:cxnSpLocks/>
            </p:cNvCxnSpPr>
            <p:nvPr/>
          </p:nvCxnSpPr>
          <p:spPr>
            <a:xfrm>
              <a:off x="4817587" y="2692400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79990333-15B9-4662-B778-2C44CCD64979}"/>
                </a:ext>
              </a:extLst>
            </p:cNvPr>
            <p:cNvCxnSpPr>
              <a:cxnSpLocks/>
            </p:cNvCxnSpPr>
            <p:nvPr/>
          </p:nvCxnSpPr>
          <p:spPr>
            <a:xfrm>
              <a:off x="5199411" y="2692400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5B8C06FE-E457-47E9-A3E9-EC136420E79B}"/>
                </a:ext>
              </a:extLst>
            </p:cNvPr>
            <p:cNvCxnSpPr>
              <a:cxnSpLocks/>
            </p:cNvCxnSpPr>
            <p:nvPr/>
          </p:nvCxnSpPr>
          <p:spPr>
            <a:xfrm>
              <a:off x="5602739" y="2692400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BD81C61B-B4FD-48C2-97EA-387BD9D3FC1C}"/>
                </a:ext>
              </a:extLst>
            </p:cNvPr>
            <p:cNvCxnSpPr>
              <a:cxnSpLocks/>
            </p:cNvCxnSpPr>
            <p:nvPr/>
          </p:nvCxnSpPr>
          <p:spPr>
            <a:xfrm>
              <a:off x="5989261" y="2692693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C77A841E-B0D3-4CB6-ABF0-AADA4BDA5B35}"/>
                </a:ext>
              </a:extLst>
            </p:cNvPr>
            <p:cNvCxnSpPr>
              <a:cxnSpLocks/>
            </p:cNvCxnSpPr>
            <p:nvPr/>
          </p:nvCxnSpPr>
          <p:spPr>
            <a:xfrm>
              <a:off x="6375784" y="2692400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3DED926-A043-45DB-A721-CD5C22CA01F4}"/>
              </a:ext>
            </a:extLst>
          </p:cNvPr>
          <p:cNvGrpSpPr/>
          <p:nvPr/>
        </p:nvGrpSpPr>
        <p:grpSpPr>
          <a:xfrm>
            <a:off x="4006855" y="2324776"/>
            <a:ext cx="3060802" cy="354360"/>
            <a:chOff x="3658020" y="2692400"/>
            <a:chExt cx="2717764" cy="479557"/>
          </a:xfrm>
        </p:grpSpPr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E4C50594-6C12-4EC2-B273-D44E727E9BFC}"/>
                </a:ext>
              </a:extLst>
            </p:cNvPr>
            <p:cNvCxnSpPr>
              <a:cxnSpLocks/>
            </p:cNvCxnSpPr>
            <p:nvPr/>
          </p:nvCxnSpPr>
          <p:spPr>
            <a:xfrm>
              <a:off x="3658020" y="2692400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85E88C24-E6BA-4A8C-A5D8-FAA701A172A0}"/>
                </a:ext>
              </a:extLst>
            </p:cNvPr>
            <p:cNvCxnSpPr>
              <a:cxnSpLocks/>
            </p:cNvCxnSpPr>
            <p:nvPr/>
          </p:nvCxnSpPr>
          <p:spPr>
            <a:xfrm>
              <a:off x="4044542" y="2692693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FDB9D8D3-7CA2-4D6D-A68C-1314EFC707DF}"/>
                </a:ext>
              </a:extLst>
            </p:cNvPr>
            <p:cNvCxnSpPr>
              <a:cxnSpLocks/>
            </p:cNvCxnSpPr>
            <p:nvPr/>
          </p:nvCxnSpPr>
          <p:spPr>
            <a:xfrm>
              <a:off x="4431065" y="2692400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04F0CECF-CEA9-4C84-8D3E-A80DF615A162}"/>
                </a:ext>
              </a:extLst>
            </p:cNvPr>
            <p:cNvCxnSpPr>
              <a:cxnSpLocks/>
            </p:cNvCxnSpPr>
            <p:nvPr/>
          </p:nvCxnSpPr>
          <p:spPr>
            <a:xfrm>
              <a:off x="4817587" y="2692400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BA07A0FD-5154-427B-B4C4-C7D7A01E24C0}"/>
                </a:ext>
              </a:extLst>
            </p:cNvPr>
            <p:cNvCxnSpPr>
              <a:cxnSpLocks/>
            </p:cNvCxnSpPr>
            <p:nvPr/>
          </p:nvCxnSpPr>
          <p:spPr>
            <a:xfrm>
              <a:off x="5199411" y="2692400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DAB67EAA-5A5B-4088-B557-9DC5CAB17594}"/>
                </a:ext>
              </a:extLst>
            </p:cNvPr>
            <p:cNvCxnSpPr>
              <a:cxnSpLocks/>
            </p:cNvCxnSpPr>
            <p:nvPr/>
          </p:nvCxnSpPr>
          <p:spPr>
            <a:xfrm>
              <a:off x="5602739" y="2692400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822D9926-FA5C-4036-ABBC-6B72B7FE2758}"/>
                </a:ext>
              </a:extLst>
            </p:cNvPr>
            <p:cNvCxnSpPr>
              <a:cxnSpLocks/>
            </p:cNvCxnSpPr>
            <p:nvPr/>
          </p:nvCxnSpPr>
          <p:spPr>
            <a:xfrm>
              <a:off x="5989261" y="2692693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CA9C6A27-7A35-4DDC-80FB-FA9C6F4B23EE}"/>
                </a:ext>
              </a:extLst>
            </p:cNvPr>
            <p:cNvCxnSpPr>
              <a:cxnSpLocks/>
            </p:cNvCxnSpPr>
            <p:nvPr/>
          </p:nvCxnSpPr>
          <p:spPr>
            <a:xfrm>
              <a:off x="6375784" y="2692400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380FD5F-7A55-40ED-866E-4296367FF739}"/>
              </a:ext>
            </a:extLst>
          </p:cNvPr>
          <p:cNvGrpSpPr/>
          <p:nvPr/>
        </p:nvGrpSpPr>
        <p:grpSpPr>
          <a:xfrm>
            <a:off x="4361521" y="1949229"/>
            <a:ext cx="3060802" cy="375901"/>
            <a:chOff x="3658020" y="2692400"/>
            <a:chExt cx="2717764" cy="479557"/>
          </a:xfrm>
        </p:grpSpPr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7C3CFA98-F8C1-469F-9783-1452CE7B1E05}"/>
                </a:ext>
              </a:extLst>
            </p:cNvPr>
            <p:cNvCxnSpPr>
              <a:cxnSpLocks/>
            </p:cNvCxnSpPr>
            <p:nvPr/>
          </p:nvCxnSpPr>
          <p:spPr>
            <a:xfrm>
              <a:off x="3658020" y="2692400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158DB34B-D011-418D-8813-06A14DC2401B}"/>
                </a:ext>
              </a:extLst>
            </p:cNvPr>
            <p:cNvCxnSpPr>
              <a:cxnSpLocks/>
            </p:cNvCxnSpPr>
            <p:nvPr/>
          </p:nvCxnSpPr>
          <p:spPr>
            <a:xfrm>
              <a:off x="4044542" y="2692693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4C46C93C-B34B-4910-AE13-C4500024C1EE}"/>
                </a:ext>
              </a:extLst>
            </p:cNvPr>
            <p:cNvCxnSpPr>
              <a:cxnSpLocks/>
            </p:cNvCxnSpPr>
            <p:nvPr/>
          </p:nvCxnSpPr>
          <p:spPr>
            <a:xfrm>
              <a:off x="4431065" y="2692400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0E8FED65-1521-4F5F-9423-0E496F09DBF8}"/>
                </a:ext>
              </a:extLst>
            </p:cNvPr>
            <p:cNvCxnSpPr>
              <a:cxnSpLocks/>
            </p:cNvCxnSpPr>
            <p:nvPr/>
          </p:nvCxnSpPr>
          <p:spPr>
            <a:xfrm>
              <a:off x="4817587" y="2692400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7BC5A60F-F74A-4F5C-A859-16F4F6C6C3FE}"/>
                </a:ext>
              </a:extLst>
            </p:cNvPr>
            <p:cNvCxnSpPr>
              <a:cxnSpLocks/>
            </p:cNvCxnSpPr>
            <p:nvPr/>
          </p:nvCxnSpPr>
          <p:spPr>
            <a:xfrm>
              <a:off x="5199411" y="2692400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6F0D673C-5D89-4033-BEBC-D58A9DF35641}"/>
                </a:ext>
              </a:extLst>
            </p:cNvPr>
            <p:cNvCxnSpPr>
              <a:cxnSpLocks/>
            </p:cNvCxnSpPr>
            <p:nvPr/>
          </p:nvCxnSpPr>
          <p:spPr>
            <a:xfrm>
              <a:off x="5602739" y="2692400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29F91481-2E68-4C23-B6A4-76BE862D66DD}"/>
                </a:ext>
              </a:extLst>
            </p:cNvPr>
            <p:cNvCxnSpPr>
              <a:cxnSpLocks/>
            </p:cNvCxnSpPr>
            <p:nvPr/>
          </p:nvCxnSpPr>
          <p:spPr>
            <a:xfrm>
              <a:off x="5989261" y="2692693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5594B525-4B20-4962-995B-3C11105C00AB}"/>
                </a:ext>
              </a:extLst>
            </p:cNvPr>
            <p:cNvCxnSpPr>
              <a:cxnSpLocks/>
            </p:cNvCxnSpPr>
            <p:nvPr/>
          </p:nvCxnSpPr>
          <p:spPr>
            <a:xfrm>
              <a:off x="6375784" y="2692400"/>
              <a:ext cx="0" cy="479264"/>
            </a:xfrm>
            <a:prstGeom prst="straightConnector1">
              <a:avLst/>
            </a:prstGeom>
            <a:ln w="349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4D5B6E5-3A7D-47DA-8FCD-E00D65D42B11}"/>
                  </a:ext>
                </a:extLst>
              </p:cNvPr>
              <p:cNvSpPr txBox="1"/>
              <p:nvPr/>
            </p:nvSpPr>
            <p:spPr>
              <a:xfrm>
                <a:off x="3527272" y="1939335"/>
                <a:ext cx="4712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800" i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4D5B6E5-3A7D-47DA-8FCD-E00D65D42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272" y="1939335"/>
                <a:ext cx="47128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17174A4E-5410-45B4-A2DF-D330CE18F10C}"/>
                  </a:ext>
                </a:extLst>
              </p:cNvPr>
              <p:cNvSpPr txBox="1"/>
              <p:nvPr/>
            </p:nvSpPr>
            <p:spPr>
              <a:xfrm>
                <a:off x="8122633" y="1845777"/>
                <a:ext cx="4645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17174A4E-5410-45B4-A2DF-D330CE18F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2633" y="1845777"/>
                <a:ext cx="46455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0C5C8DB-4900-4C4B-8CB2-8944FFACEAD8}"/>
                  </a:ext>
                </a:extLst>
              </p:cNvPr>
              <p:cNvSpPr txBox="1"/>
              <p:nvPr/>
            </p:nvSpPr>
            <p:spPr>
              <a:xfrm>
                <a:off x="2386334" y="3429000"/>
                <a:ext cx="47295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0C5C8DB-4900-4C4B-8CB2-8944FFACE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334" y="3429000"/>
                <a:ext cx="47295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FCDAC4B7-859A-4496-A7AA-6D2A578E26C8}"/>
                  </a:ext>
                </a:extLst>
              </p:cNvPr>
              <p:cNvSpPr txBox="1"/>
              <p:nvPr/>
            </p:nvSpPr>
            <p:spPr>
              <a:xfrm>
                <a:off x="5867615" y="1192302"/>
                <a:ext cx="4645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28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FCDAC4B7-859A-4496-A7AA-6D2A578E2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615" y="1192302"/>
                <a:ext cx="46455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098B74FC-9CE8-43F4-8C43-3414C4C96446}"/>
                  </a:ext>
                </a:extLst>
              </p:cNvPr>
              <p:cNvSpPr txBox="1"/>
              <p:nvPr/>
            </p:nvSpPr>
            <p:spPr>
              <a:xfrm>
                <a:off x="3884717" y="3731051"/>
                <a:ext cx="4456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8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098B74FC-9CE8-43F4-8C43-3414C4C96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717" y="3731051"/>
                <a:ext cx="44569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213820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F3F3F09-D16D-1942-7FE7-56D2AB95BB05}"/>
              </a:ext>
            </a:extLst>
          </p:cNvPr>
          <p:cNvGrpSpPr/>
          <p:nvPr/>
        </p:nvGrpSpPr>
        <p:grpSpPr>
          <a:xfrm>
            <a:off x="9268050" y="571379"/>
            <a:ext cx="4534300" cy="5694817"/>
            <a:chOff x="-761143" y="1289317"/>
            <a:chExt cx="6857143" cy="8612173"/>
          </a:xfrm>
        </p:grpSpPr>
        <p:pic>
          <p:nvPicPr>
            <p:cNvPr id="9" name="Picture 8" descr="A picture containing graphical user interface&#10;&#10;Description automatically generated">
              <a:extLst>
                <a:ext uri="{FF2B5EF4-FFF2-40B4-BE49-F238E27FC236}">
                  <a16:creationId xmlns:a16="http://schemas.microsoft.com/office/drawing/2014/main" id="{67E925B1-C93E-C1F7-8AC6-FA00EB774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50588" y="5622126"/>
              <a:ext cx="5993651" cy="4279364"/>
            </a:xfrm>
            <a:prstGeom prst="rect">
              <a:avLst/>
            </a:prstGeom>
          </p:spPr>
        </p:pic>
        <p:pic>
          <p:nvPicPr>
            <p:cNvPr id="11" name="Picture 10" descr="Table&#10;&#10;Description automatically generated">
              <a:extLst>
                <a:ext uri="{FF2B5EF4-FFF2-40B4-BE49-F238E27FC236}">
                  <a16:creationId xmlns:a16="http://schemas.microsoft.com/office/drawing/2014/main" id="{E669D23F-6707-6907-E11E-4FBE9C48C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61143" y="1289317"/>
              <a:ext cx="6857143" cy="4317460"/>
            </a:xfrm>
            <a:prstGeom prst="rect">
              <a:avLst/>
            </a:prstGeom>
          </p:spPr>
        </p:pic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7A4AAAB-A6D4-E301-2B9E-8595BF4839C7}"/>
              </a:ext>
            </a:extLst>
          </p:cNvPr>
          <p:cNvSpPr/>
          <p:nvPr/>
        </p:nvSpPr>
        <p:spPr>
          <a:xfrm>
            <a:off x="5148573" y="2234353"/>
            <a:ext cx="3141295" cy="493272"/>
          </a:xfrm>
          <a:prstGeom prst="rect">
            <a:avLst/>
          </a:prstGeom>
          <a:gradFill flip="none" rotWithShape="1">
            <a:gsLst>
              <a:gs pos="47600">
                <a:schemeClr val="accent2">
                  <a:lumMod val="20000"/>
                  <a:lumOff val="80000"/>
                </a:schemeClr>
              </a:gs>
              <a:gs pos="0">
                <a:schemeClr val="accent2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C7524D8-9B3A-2BDA-D3EF-4603592BB6DA}"/>
                  </a:ext>
                </a:extLst>
              </p:cNvPr>
              <p:cNvSpPr txBox="1"/>
              <p:nvPr/>
            </p:nvSpPr>
            <p:spPr>
              <a:xfrm>
                <a:off x="8416709" y="2317193"/>
                <a:ext cx="5200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C7524D8-9B3A-2BDA-D3EF-4603592BB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6709" y="2317193"/>
                <a:ext cx="52001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B32AE465-75D3-F0B4-95A6-82DE8BE69E31}"/>
              </a:ext>
            </a:extLst>
          </p:cNvPr>
          <p:cNvGrpSpPr/>
          <p:nvPr/>
        </p:nvGrpSpPr>
        <p:grpSpPr>
          <a:xfrm>
            <a:off x="5328375" y="2782929"/>
            <a:ext cx="2771949" cy="411507"/>
            <a:chOff x="1081974" y="1783447"/>
            <a:chExt cx="2936682" cy="62168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CE5EAB5-2105-F2F5-8C9B-7D7DAF362441}"/>
                </a:ext>
              </a:extLst>
            </p:cNvPr>
            <p:cNvSpPr/>
            <p:nvPr/>
          </p:nvSpPr>
          <p:spPr>
            <a:xfrm flipV="1">
              <a:off x="2443680" y="1783749"/>
              <a:ext cx="202954" cy="59992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1750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A31DB72-E746-566B-8AD0-BC64FED91F09}"/>
                </a:ext>
              </a:extLst>
            </p:cNvPr>
            <p:cNvSpPr/>
            <p:nvPr/>
          </p:nvSpPr>
          <p:spPr>
            <a:xfrm flipV="1">
              <a:off x="2780846" y="1794329"/>
              <a:ext cx="202954" cy="59992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1750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68266E6-C335-0BDB-8E51-E713CED8D80B}"/>
                </a:ext>
              </a:extLst>
            </p:cNvPr>
            <p:cNvSpPr/>
            <p:nvPr/>
          </p:nvSpPr>
          <p:spPr>
            <a:xfrm flipV="1">
              <a:off x="3116480" y="1794329"/>
              <a:ext cx="202954" cy="59992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1750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E3ABE18-41FC-FCAB-5C8A-30D3F0F4DFC5}"/>
                </a:ext>
              </a:extLst>
            </p:cNvPr>
            <p:cNvSpPr/>
            <p:nvPr/>
          </p:nvSpPr>
          <p:spPr>
            <a:xfrm flipV="1">
              <a:off x="3476742" y="1794329"/>
              <a:ext cx="202954" cy="59992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1750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48C4D46-6AF2-77BC-6B58-AB62FD47DC33}"/>
                </a:ext>
              </a:extLst>
            </p:cNvPr>
            <p:cNvSpPr/>
            <p:nvPr/>
          </p:nvSpPr>
          <p:spPr>
            <a:xfrm flipV="1">
              <a:off x="3815702" y="1783447"/>
              <a:ext cx="202954" cy="59992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1750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7D0BCB5-7B6A-A9BC-2CDB-6115A51E7E3B}"/>
                </a:ext>
              </a:extLst>
            </p:cNvPr>
            <p:cNvSpPr/>
            <p:nvPr/>
          </p:nvSpPr>
          <p:spPr>
            <a:xfrm flipV="1">
              <a:off x="1081974" y="1805211"/>
              <a:ext cx="202954" cy="59992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1750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6494B54-70D8-69F9-3761-B2FA3898D0A4}"/>
                </a:ext>
              </a:extLst>
            </p:cNvPr>
            <p:cNvSpPr/>
            <p:nvPr/>
          </p:nvSpPr>
          <p:spPr>
            <a:xfrm flipV="1">
              <a:off x="1417608" y="1805211"/>
              <a:ext cx="202954" cy="59992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1750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0BFE68F-9BED-E2EC-29DE-5741E38C489B}"/>
                </a:ext>
              </a:extLst>
            </p:cNvPr>
            <p:cNvSpPr/>
            <p:nvPr/>
          </p:nvSpPr>
          <p:spPr>
            <a:xfrm flipV="1">
              <a:off x="1777870" y="1805211"/>
              <a:ext cx="202954" cy="59992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1750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CF68BB6-BAF2-B068-806D-FF34129CD794}"/>
                </a:ext>
              </a:extLst>
            </p:cNvPr>
            <p:cNvSpPr/>
            <p:nvPr/>
          </p:nvSpPr>
          <p:spPr>
            <a:xfrm flipV="1">
              <a:off x="2116830" y="1794329"/>
              <a:ext cx="202954" cy="59992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1750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B9478F3-B288-3484-5B26-EDD2CDCDB952}"/>
              </a:ext>
            </a:extLst>
          </p:cNvPr>
          <p:cNvGrpSpPr/>
          <p:nvPr/>
        </p:nvGrpSpPr>
        <p:grpSpPr>
          <a:xfrm flipV="1">
            <a:off x="5279629" y="1742547"/>
            <a:ext cx="2771949" cy="428644"/>
            <a:chOff x="1081974" y="1783447"/>
            <a:chExt cx="2936682" cy="621684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060C5FB-B80B-D908-FF2B-EADE158A9359}"/>
                </a:ext>
              </a:extLst>
            </p:cNvPr>
            <p:cNvSpPr/>
            <p:nvPr/>
          </p:nvSpPr>
          <p:spPr>
            <a:xfrm flipV="1">
              <a:off x="2443680" y="1783749"/>
              <a:ext cx="202954" cy="59992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1750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A9E648C-5742-584A-61FA-B001F7CE4D4A}"/>
                </a:ext>
              </a:extLst>
            </p:cNvPr>
            <p:cNvSpPr/>
            <p:nvPr/>
          </p:nvSpPr>
          <p:spPr>
            <a:xfrm flipV="1">
              <a:off x="2780846" y="1794329"/>
              <a:ext cx="202954" cy="59992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1750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5E7D3AF-9A0C-01E6-5205-2F995B00B05E}"/>
                </a:ext>
              </a:extLst>
            </p:cNvPr>
            <p:cNvSpPr/>
            <p:nvPr/>
          </p:nvSpPr>
          <p:spPr>
            <a:xfrm flipV="1">
              <a:off x="3116480" y="1794329"/>
              <a:ext cx="202954" cy="59992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1750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782B711-B2BD-1280-BF5E-C9CC26C20C23}"/>
                </a:ext>
              </a:extLst>
            </p:cNvPr>
            <p:cNvSpPr/>
            <p:nvPr/>
          </p:nvSpPr>
          <p:spPr>
            <a:xfrm flipV="1">
              <a:off x="3476742" y="1794329"/>
              <a:ext cx="202954" cy="59992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1750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9CCACF1-8828-C9DA-0F28-D077556FF597}"/>
                </a:ext>
              </a:extLst>
            </p:cNvPr>
            <p:cNvSpPr/>
            <p:nvPr/>
          </p:nvSpPr>
          <p:spPr>
            <a:xfrm flipV="1">
              <a:off x="3815702" y="1783447"/>
              <a:ext cx="202954" cy="59992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1750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CE9D24C-FAD6-BC31-F677-83CE459B3B4F}"/>
                </a:ext>
              </a:extLst>
            </p:cNvPr>
            <p:cNvSpPr/>
            <p:nvPr/>
          </p:nvSpPr>
          <p:spPr>
            <a:xfrm flipV="1">
              <a:off x="1081974" y="1805211"/>
              <a:ext cx="202954" cy="59992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1750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E8DF7E6-176C-7527-59ED-E4C141D0B8E2}"/>
                </a:ext>
              </a:extLst>
            </p:cNvPr>
            <p:cNvSpPr/>
            <p:nvPr/>
          </p:nvSpPr>
          <p:spPr>
            <a:xfrm flipV="1">
              <a:off x="1417608" y="1805211"/>
              <a:ext cx="202954" cy="59992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1750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2E20413-4946-D4D1-440A-1247CBBFB747}"/>
                </a:ext>
              </a:extLst>
            </p:cNvPr>
            <p:cNvSpPr/>
            <p:nvPr/>
          </p:nvSpPr>
          <p:spPr>
            <a:xfrm flipV="1">
              <a:off x="1777870" y="1805211"/>
              <a:ext cx="202954" cy="59992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1750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39D20D1-CD73-0260-E749-BF33CA6FD1D6}"/>
                </a:ext>
              </a:extLst>
            </p:cNvPr>
            <p:cNvSpPr/>
            <p:nvPr/>
          </p:nvSpPr>
          <p:spPr>
            <a:xfrm flipV="1">
              <a:off x="2116830" y="1794329"/>
              <a:ext cx="202954" cy="599920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31750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F6A3676-E21C-95FC-72E1-D45F70958120}"/>
                  </a:ext>
                </a:extLst>
              </p:cNvPr>
              <p:cNvSpPr txBox="1"/>
              <p:nvPr/>
            </p:nvSpPr>
            <p:spPr>
              <a:xfrm>
                <a:off x="3040156" y="1704766"/>
                <a:ext cx="17317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s-CL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F6A3676-E21C-95FC-72E1-D45F70958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156" y="1704766"/>
                <a:ext cx="17317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TextBox 103">
            <a:extLst>
              <a:ext uri="{FF2B5EF4-FFF2-40B4-BE49-F238E27FC236}">
                <a16:creationId xmlns:a16="http://schemas.microsoft.com/office/drawing/2014/main" id="{5A59B1E2-11DB-44C9-BE90-22728BD2B49F}"/>
              </a:ext>
            </a:extLst>
          </p:cNvPr>
          <p:cNvSpPr txBox="1"/>
          <p:nvPr/>
        </p:nvSpPr>
        <p:spPr>
          <a:xfrm>
            <a:off x="3222091" y="1336690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i="1" dirty="0">
                <a:solidFill>
                  <a:srgbClr val="0070C0"/>
                </a:solidFill>
              </a:rPr>
              <a:t>convección</a:t>
            </a:r>
            <a:endParaRPr lang="en-US" i="1" dirty="0">
              <a:solidFill>
                <a:srgbClr val="0070C0"/>
              </a:solidFill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8E6B5E6-7C18-C9E7-4B32-E16D472573B8}"/>
              </a:ext>
            </a:extLst>
          </p:cNvPr>
          <p:cNvGrpSpPr/>
          <p:nvPr/>
        </p:nvGrpSpPr>
        <p:grpSpPr>
          <a:xfrm>
            <a:off x="121448" y="973680"/>
            <a:ext cx="3154676" cy="3021248"/>
            <a:chOff x="6116844" y="571441"/>
            <a:chExt cx="2649754" cy="2537682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044D42A5-2047-09D2-6E46-3C5A7F6928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3260" y="742938"/>
              <a:ext cx="2236979" cy="223697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AEC30930-AA14-73D7-FDA4-77A474B388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1749" y="571441"/>
              <a:ext cx="0" cy="2537682"/>
            </a:xfrm>
            <a:prstGeom prst="straightConnector1">
              <a:avLst/>
            </a:prstGeom>
            <a:ln>
              <a:solidFill>
                <a:schemeClr val="tx1"/>
              </a:solidFill>
              <a:prstDash val="lg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EB6F6453-BE49-D97D-4831-FEF3CBA3A5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6844" y="1861427"/>
              <a:ext cx="2649754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lg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BCFCC18-CA22-535F-4728-64EAFE3AD01F}"/>
              </a:ext>
            </a:extLst>
          </p:cNvPr>
          <p:cNvGrpSpPr/>
          <p:nvPr/>
        </p:nvGrpSpPr>
        <p:grpSpPr>
          <a:xfrm rot="19390065">
            <a:off x="1354792" y="1581196"/>
            <a:ext cx="1721087" cy="1031617"/>
            <a:chOff x="8250551" y="1392415"/>
            <a:chExt cx="2415184" cy="1447659"/>
          </a:xfrm>
        </p:grpSpPr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D89833F5-4954-8413-B68B-16054F39E400}"/>
                </a:ext>
              </a:extLst>
            </p:cNvPr>
            <p:cNvCxnSpPr>
              <a:cxnSpLocks/>
            </p:cNvCxnSpPr>
            <p:nvPr/>
          </p:nvCxnSpPr>
          <p:spPr>
            <a:xfrm rot="2209935" flipV="1">
              <a:off x="8732880" y="1392415"/>
              <a:ext cx="1932855" cy="14476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87762B6A-0F28-0285-0290-F0A3927FA3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38021" y="2062397"/>
              <a:ext cx="107697" cy="1076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99146365-9462-7181-C4BF-5FFF88D8531A}"/>
                    </a:ext>
                  </a:extLst>
                </p:cNvPr>
                <p:cNvSpPr txBox="1"/>
                <p:nvPr/>
              </p:nvSpPr>
              <p:spPr>
                <a:xfrm>
                  <a:off x="8250551" y="1672327"/>
                  <a:ext cx="484087" cy="47509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C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99146365-9462-7181-C4BF-5FFF88D853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0551" y="1672327"/>
                  <a:ext cx="484087" cy="47509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56021572-1673-51D9-67DA-6F2E662BF565}"/>
                    </a:ext>
                  </a:extLst>
                </p:cNvPr>
                <p:cNvSpPr txBox="1"/>
                <p:nvPr/>
              </p:nvSpPr>
              <p:spPr>
                <a:xfrm>
                  <a:off x="10104791" y="1672328"/>
                  <a:ext cx="493536" cy="47509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C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56021572-1673-51D9-67DA-6F2E662BF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4791" y="1672328"/>
                  <a:ext cx="493536" cy="47509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3A351F68-39AB-9B74-F3A8-63DCB45C47BA}"/>
                    </a:ext>
                  </a:extLst>
                </p:cNvPr>
                <p:cNvSpPr txBox="1"/>
                <p:nvPr/>
              </p:nvSpPr>
              <p:spPr>
                <a:xfrm>
                  <a:off x="8600908" y="1672328"/>
                  <a:ext cx="484087" cy="47509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C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3A351F68-39AB-9B74-F3A8-63DCB45C47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0908" y="1672328"/>
                  <a:ext cx="484087" cy="47509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E920DC54-685E-5AAC-3B58-34C1A2B3D378}"/>
                    </a:ext>
                  </a:extLst>
                </p:cNvPr>
                <p:cNvSpPr txBox="1"/>
                <p:nvPr/>
              </p:nvSpPr>
              <p:spPr>
                <a:xfrm>
                  <a:off x="9401058" y="1672327"/>
                  <a:ext cx="425781" cy="47509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C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E920DC54-685E-5AAC-3B58-34C1A2B3D3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1058" y="1672327"/>
                  <a:ext cx="425781" cy="47509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EAD759B-5D16-5F7A-5C34-D15B5FF297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92668" y="2062397"/>
              <a:ext cx="107697" cy="1076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02349DF3-DE3D-80EB-9FD6-A8158252C3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69335" y="2062397"/>
              <a:ext cx="107697" cy="1076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5EA5DC2C-869B-210D-2BC9-D35135A944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82453" y="2062397"/>
              <a:ext cx="107697" cy="1076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9797223A-CE72-F1F3-E18D-2E39B77ABD20}"/>
                    </a:ext>
                  </a:extLst>
                </p:cNvPr>
                <p:cNvSpPr txBox="1"/>
                <p:nvPr/>
              </p:nvSpPr>
              <p:spPr>
                <a:xfrm>
                  <a:off x="8929040" y="1672327"/>
                  <a:ext cx="571818" cy="47509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C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9797223A-CE72-F1F3-E18D-2E39B77ABD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9040" y="1672327"/>
                  <a:ext cx="571818" cy="47509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355F3A4-0B4F-E810-A163-84FCE85409B2}"/>
                    </a:ext>
                  </a:extLst>
                </p:cNvPr>
                <p:cNvSpPr txBox="1"/>
                <p:nvPr/>
              </p:nvSpPr>
              <p:spPr>
                <a:xfrm>
                  <a:off x="9727036" y="1672328"/>
                  <a:ext cx="571818" cy="47509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C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355F3A4-0B4F-E810-A163-84FCE85409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7036" y="1672328"/>
                  <a:ext cx="571818" cy="47509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FFFADEBE-D922-E85D-AEB2-D50D325D744A}"/>
              </a:ext>
            </a:extLst>
          </p:cNvPr>
          <p:cNvSpPr/>
          <p:nvPr/>
        </p:nvSpPr>
        <p:spPr>
          <a:xfrm rot="3207196">
            <a:off x="2970193" y="1526328"/>
            <a:ext cx="191569" cy="413638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31750">
            <a:solidFill>
              <a:srgbClr val="0070C0">
                <a:alpha val="46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5D31DBF7-0BF0-060F-AFA2-DA5522412AB7}"/>
              </a:ext>
            </a:extLst>
          </p:cNvPr>
          <p:cNvCxnSpPr>
            <a:cxnSpLocks/>
            <a:stCxn id="110" idx="2"/>
          </p:cNvCxnSpPr>
          <p:nvPr/>
        </p:nvCxnSpPr>
        <p:spPr>
          <a:xfrm>
            <a:off x="1677933" y="2527258"/>
            <a:ext cx="685255" cy="111967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1763119-5BA5-DD6D-135B-018D0A32CE96}"/>
                  </a:ext>
                </a:extLst>
              </p:cNvPr>
              <p:cNvSpPr txBox="1"/>
              <p:nvPr/>
            </p:nvSpPr>
            <p:spPr>
              <a:xfrm>
                <a:off x="2253642" y="3227175"/>
                <a:ext cx="3917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1763119-5BA5-DD6D-135B-018D0A32C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642" y="3227175"/>
                <a:ext cx="39177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BC5BA621-B8A9-3FA1-A9BF-729D533C1F7B}"/>
              </a:ext>
            </a:extLst>
          </p:cNvPr>
          <p:cNvCxnSpPr>
            <a:cxnSpLocks/>
          </p:cNvCxnSpPr>
          <p:nvPr/>
        </p:nvCxnSpPr>
        <p:spPr>
          <a:xfrm flipH="1">
            <a:off x="8289866" y="2243857"/>
            <a:ext cx="23844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0B3E3A42-95E0-461A-9315-5F5E1C8FED78}"/>
              </a:ext>
            </a:extLst>
          </p:cNvPr>
          <p:cNvCxnSpPr>
            <a:cxnSpLocks/>
          </p:cNvCxnSpPr>
          <p:nvPr/>
        </p:nvCxnSpPr>
        <p:spPr>
          <a:xfrm flipH="1">
            <a:off x="8289866" y="2722813"/>
            <a:ext cx="23844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A350ADE5-9735-6B64-28E4-E0B341144DCF}"/>
              </a:ext>
            </a:extLst>
          </p:cNvPr>
          <p:cNvCxnSpPr>
            <a:cxnSpLocks/>
          </p:cNvCxnSpPr>
          <p:nvPr/>
        </p:nvCxnSpPr>
        <p:spPr>
          <a:xfrm flipV="1">
            <a:off x="8455592" y="2243857"/>
            <a:ext cx="0" cy="47895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771B5A9-1D4E-3EF1-6748-4CF0FCE60580}"/>
                  </a:ext>
                </a:extLst>
              </p:cNvPr>
              <p:cNvSpPr txBox="1"/>
              <p:nvPr/>
            </p:nvSpPr>
            <p:spPr>
              <a:xfrm>
                <a:off x="2793178" y="1184311"/>
                <a:ext cx="3516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771B5A9-1D4E-3EF1-6748-4CF0FCE60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3178" y="1184311"/>
                <a:ext cx="35163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" name="TextBox 145">
            <a:extLst>
              <a:ext uri="{FF2B5EF4-FFF2-40B4-BE49-F238E27FC236}">
                <a16:creationId xmlns:a16="http://schemas.microsoft.com/office/drawing/2014/main" id="{46EE9CF1-09AB-3B72-80F4-9579C0396A86}"/>
              </a:ext>
            </a:extLst>
          </p:cNvPr>
          <p:cNvSpPr txBox="1"/>
          <p:nvPr/>
        </p:nvSpPr>
        <p:spPr>
          <a:xfrm>
            <a:off x="121448" y="193574"/>
            <a:ext cx="310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/>
              <a:t>Vista frontal de la barra</a:t>
            </a:r>
            <a:endParaRPr lang="en-US" b="1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DF6D1A4F-B79D-F7BD-12D8-15D2232FCF7A}"/>
              </a:ext>
            </a:extLst>
          </p:cNvPr>
          <p:cNvSpPr txBox="1"/>
          <p:nvPr/>
        </p:nvSpPr>
        <p:spPr>
          <a:xfrm>
            <a:off x="5471198" y="179331"/>
            <a:ext cx="2394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/>
              <a:t>Vista lateral de la barra</a:t>
            </a:r>
            <a:endParaRPr lang="en-US" b="1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C15D9D1-5917-E4D7-0F0E-F17F858A108A}"/>
              </a:ext>
            </a:extLst>
          </p:cNvPr>
          <p:cNvSpPr txBox="1"/>
          <p:nvPr/>
        </p:nvSpPr>
        <p:spPr>
          <a:xfrm>
            <a:off x="8963434" y="137930"/>
            <a:ext cx="4935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/>
              <a:t>Evolución de la temperatura radial de la barra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EF6175FD-359C-D302-708D-3B3FA78BBCA9}"/>
                  </a:ext>
                </a:extLst>
              </p:cNvPr>
              <p:cNvSpPr txBox="1"/>
              <p:nvPr/>
            </p:nvSpPr>
            <p:spPr>
              <a:xfrm>
                <a:off x="5569842" y="1074255"/>
                <a:ext cx="23482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i="1" dirty="0">
                    <a:solidFill>
                      <a:srgbClr val="0070C0"/>
                    </a:solidFill>
                  </a:rPr>
                  <a:t>Aire a  temperatura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CL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en-US" i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EF6175FD-359C-D302-708D-3B3FA78BB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842" y="1074255"/>
                <a:ext cx="2348272" cy="369332"/>
              </a:xfrm>
              <a:prstGeom prst="rect">
                <a:avLst/>
              </a:prstGeom>
              <a:blipFill>
                <a:blip r:embed="rId14"/>
                <a:stretch>
                  <a:fillRect l="-2338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74340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F6A3676-E21C-95FC-72E1-D45F70958120}"/>
                  </a:ext>
                </a:extLst>
              </p:cNvPr>
              <p:cNvSpPr txBox="1"/>
              <p:nvPr/>
            </p:nvSpPr>
            <p:spPr>
              <a:xfrm>
                <a:off x="10669086" y="2182612"/>
                <a:ext cx="16232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F6A3676-E21C-95FC-72E1-D45F70958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9086" y="2182612"/>
                <a:ext cx="162326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TextBox 103">
            <a:extLst>
              <a:ext uri="{FF2B5EF4-FFF2-40B4-BE49-F238E27FC236}">
                <a16:creationId xmlns:a16="http://schemas.microsoft.com/office/drawing/2014/main" id="{5A59B1E2-11DB-44C9-BE90-22728BD2B49F}"/>
              </a:ext>
            </a:extLst>
          </p:cNvPr>
          <p:cNvSpPr txBox="1"/>
          <p:nvPr/>
        </p:nvSpPr>
        <p:spPr>
          <a:xfrm>
            <a:off x="10920052" y="1898524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i="1" dirty="0">
                <a:solidFill>
                  <a:srgbClr val="0070C0"/>
                </a:solidFill>
              </a:rPr>
              <a:t>convección</a:t>
            </a:r>
            <a:endParaRPr lang="en-US" i="1" dirty="0">
              <a:solidFill>
                <a:srgbClr val="0070C0"/>
              </a:solidFill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8E6B5E6-7C18-C9E7-4B32-E16D472573B8}"/>
              </a:ext>
            </a:extLst>
          </p:cNvPr>
          <p:cNvGrpSpPr/>
          <p:nvPr/>
        </p:nvGrpSpPr>
        <p:grpSpPr>
          <a:xfrm>
            <a:off x="7914492" y="2293573"/>
            <a:ext cx="3154676" cy="3021248"/>
            <a:chOff x="6116844" y="571441"/>
            <a:chExt cx="2649754" cy="2537682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044D42A5-2047-09D2-6E46-3C5A7F6928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3260" y="742938"/>
              <a:ext cx="2236979" cy="2236979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0"/>
                    <a:lumOff val="100000"/>
                  </a:schemeClr>
                </a:gs>
                <a:gs pos="29000">
                  <a:schemeClr val="accent4">
                    <a:lumMod val="0"/>
                    <a:lumOff val="100000"/>
                  </a:schemeClr>
                </a:gs>
                <a:gs pos="77000">
                  <a:schemeClr val="accent4">
                    <a:lumMod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AEC30930-AA14-73D7-FDA4-77A474B388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1749" y="571441"/>
              <a:ext cx="0" cy="2537682"/>
            </a:xfrm>
            <a:prstGeom prst="straightConnector1">
              <a:avLst/>
            </a:prstGeom>
            <a:ln>
              <a:solidFill>
                <a:schemeClr val="tx1"/>
              </a:solidFill>
              <a:prstDash val="lg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EB6F6453-BE49-D97D-4831-FEF3CBA3A5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6844" y="1861427"/>
              <a:ext cx="2649754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lg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FFFADEBE-D922-E85D-AEB2-D50D325D744A}"/>
              </a:ext>
            </a:extLst>
          </p:cNvPr>
          <p:cNvSpPr/>
          <p:nvPr/>
        </p:nvSpPr>
        <p:spPr>
          <a:xfrm rot="3207196">
            <a:off x="10541917" y="2495844"/>
            <a:ext cx="191569" cy="413638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31750">
            <a:solidFill>
              <a:srgbClr val="0070C0">
                <a:alpha val="46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1763119-5BA5-DD6D-135B-018D0A32CE96}"/>
                  </a:ext>
                </a:extLst>
              </p:cNvPr>
              <p:cNvSpPr txBox="1"/>
              <p:nvPr/>
            </p:nvSpPr>
            <p:spPr>
              <a:xfrm>
                <a:off x="10076783" y="4244966"/>
                <a:ext cx="3917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1763119-5BA5-DD6D-135B-018D0A32C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6783" y="4244966"/>
                <a:ext cx="39177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771B5A9-1D4E-3EF1-6748-4CF0FCE60580}"/>
                  </a:ext>
                </a:extLst>
              </p:cNvPr>
              <p:cNvSpPr txBox="1"/>
              <p:nvPr/>
            </p:nvSpPr>
            <p:spPr>
              <a:xfrm>
                <a:off x="10980851" y="3114642"/>
                <a:ext cx="3516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771B5A9-1D4E-3EF1-6748-4CF0FCE60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0851" y="3114642"/>
                <a:ext cx="35163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BCFCC18-CA22-535F-4728-64EAFE3AD01F}"/>
              </a:ext>
            </a:extLst>
          </p:cNvPr>
          <p:cNvGrpSpPr/>
          <p:nvPr/>
        </p:nvGrpSpPr>
        <p:grpSpPr>
          <a:xfrm rot="20886915">
            <a:off x="9289767" y="3171546"/>
            <a:ext cx="1721087" cy="1031617"/>
            <a:chOff x="8250551" y="1392415"/>
            <a:chExt cx="2415184" cy="1447659"/>
          </a:xfrm>
        </p:grpSpPr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D89833F5-4954-8413-B68B-16054F39E400}"/>
                </a:ext>
              </a:extLst>
            </p:cNvPr>
            <p:cNvCxnSpPr>
              <a:cxnSpLocks/>
            </p:cNvCxnSpPr>
            <p:nvPr/>
          </p:nvCxnSpPr>
          <p:spPr>
            <a:xfrm rot="2209935" flipV="1">
              <a:off x="8732880" y="1392415"/>
              <a:ext cx="1932855" cy="14476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87762B6A-0F28-0285-0290-F0A3927FA3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38021" y="2062397"/>
              <a:ext cx="107697" cy="1076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99146365-9462-7181-C4BF-5FFF88D8531A}"/>
                    </a:ext>
                  </a:extLst>
                </p:cNvPr>
                <p:cNvSpPr txBox="1"/>
                <p:nvPr/>
              </p:nvSpPr>
              <p:spPr>
                <a:xfrm>
                  <a:off x="8250551" y="1672327"/>
                  <a:ext cx="484087" cy="47509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C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99146365-9462-7181-C4BF-5FFF88D853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0551" y="1672327"/>
                  <a:ext cx="484087" cy="47509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56021572-1673-51D9-67DA-6F2E662BF565}"/>
                    </a:ext>
                  </a:extLst>
                </p:cNvPr>
                <p:cNvSpPr txBox="1"/>
                <p:nvPr/>
              </p:nvSpPr>
              <p:spPr>
                <a:xfrm>
                  <a:off x="10160598" y="1684073"/>
                  <a:ext cx="493536" cy="47509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C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56021572-1673-51D9-67DA-6F2E662BF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0598" y="1684073"/>
                  <a:ext cx="493536" cy="47509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3A351F68-39AB-9B74-F3A8-63DCB45C47BA}"/>
                    </a:ext>
                  </a:extLst>
                </p:cNvPr>
                <p:cNvSpPr txBox="1"/>
                <p:nvPr/>
              </p:nvSpPr>
              <p:spPr>
                <a:xfrm>
                  <a:off x="8600908" y="1672328"/>
                  <a:ext cx="484087" cy="47509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C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3A351F68-39AB-9B74-F3A8-63DCB45C47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0908" y="1672328"/>
                  <a:ext cx="484087" cy="47509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E920DC54-685E-5AAC-3B58-34C1A2B3D378}"/>
                    </a:ext>
                  </a:extLst>
                </p:cNvPr>
                <p:cNvSpPr txBox="1"/>
                <p:nvPr/>
              </p:nvSpPr>
              <p:spPr>
                <a:xfrm>
                  <a:off x="9401058" y="1672327"/>
                  <a:ext cx="425781" cy="47509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C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E920DC54-685E-5AAC-3B58-34C1A2B3D3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1058" y="1672327"/>
                  <a:ext cx="425781" cy="47509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EAD759B-5D16-5F7A-5C34-D15B5FF297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92668" y="2062397"/>
              <a:ext cx="107697" cy="1076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02349DF3-DE3D-80EB-9FD6-A8158252C3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69335" y="2062397"/>
              <a:ext cx="107697" cy="1076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5EA5DC2C-869B-210D-2BC9-D35135A944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82453" y="2062397"/>
              <a:ext cx="107697" cy="1076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9797223A-CE72-F1F3-E18D-2E39B77ABD20}"/>
                    </a:ext>
                  </a:extLst>
                </p:cNvPr>
                <p:cNvSpPr txBox="1"/>
                <p:nvPr/>
              </p:nvSpPr>
              <p:spPr>
                <a:xfrm>
                  <a:off x="8929040" y="1672327"/>
                  <a:ext cx="571818" cy="47509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C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9797223A-CE72-F1F3-E18D-2E39B77ABD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9040" y="1672327"/>
                  <a:ext cx="571818" cy="47509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355F3A4-0B4F-E810-A163-84FCE85409B2}"/>
                    </a:ext>
                  </a:extLst>
                </p:cNvPr>
                <p:cNvSpPr txBox="1"/>
                <p:nvPr/>
              </p:nvSpPr>
              <p:spPr>
                <a:xfrm>
                  <a:off x="9727036" y="1672328"/>
                  <a:ext cx="571818" cy="47509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C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355F3A4-0B4F-E810-A163-84FCE85409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7036" y="1672328"/>
                  <a:ext cx="571818" cy="47509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5D31DBF7-0BF0-060F-AFA2-DA5522412AB7}"/>
              </a:ext>
            </a:extLst>
          </p:cNvPr>
          <p:cNvCxnSpPr>
            <a:cxnSpLocks/>
            <a:stCxn id="110" idx="2"/>
            <a:endCxn id="119" idx="5"/>
          </p:cNvCxnSpPr>
          <p:nvPr/>
        </p:nvCxnSpPr>
        <p:spPr>
          <a:xfrm>
            <a:off x="9481575" y="3850793"/>
            <a:ext cx="928077" cy="92017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FA0943B1-6BC6-142A-0496-7C5FCA23F1CB}"/>
              </a:ext>
            </a:extLst>
          </p:cNvPr>
          <p:cNvSpPr/>
          <p:nvPr/>
        </p:nvSpPr>
        <p:spPr>
          <a:xfrm rot="3207196">
            <a:off x="10694317" y="2648244"/>
            <a:ext cx="191569" cy="413638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31750">
            <a:solidFill>
              <a:srgbClr val="0070C0">
                <a:alpha val="46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B28DD523-A614-79B7-C273-464E6A65AF1F}"/>
              </a:ext>
            </a:extLst>
          </p:cNvPr>
          <p:cNvSpPr/>
          <p:nvPr/>
        </p:nvSpPr>
        <p:spPr>
          <a:xfrm rot="3207196">
            <a:off x="10357754" y="2343444"/>
            <a:ext cx="191569" cy="413638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31750">
            <a:solidFill>
              <a:srgbClr val="0070C0">
                <a:alpha val="46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01413030-2625-5051-32B4-D3A268F5939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5412"/>
          <a:stretch/>
        </p:blipFill>
        <p:spPr>
          <a:xfrm>
            <a:off x="-7172" y="1503124"/>
            <a:ext cx="7195918" cy="445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35849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B106958-4F04-495E-E581-102CAA7DEE45}"/>
              </a:ext>
            </a:extLst>
          </p:cNvPr>
          <p:cNvSpPr>
            <a:spLocks noChangeAspect="1"/>
          </p:cNvSpPr>
          <p:nvPr/>
        </p:nvSpPr>
        <p:spPr>
          <a:xfrm>
            <a:off x="135893" y="734584"/>
            <a:ext cx="5167994" cy="5167986"/>
          </a:xfrm>
          <a:prstGeom prst="ellipse">
            <a:avLst/>
          </a:prstGeom>
          <a:gradFill flip="none" rotWithShape="1">
            <a:gsLst>
              <a:gs pos="67000">
                <a:schemeClr val="bg1"/>
              </a:gs>
              <a:gs pos="23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8E6B5E6-7C18-C9E7-4B32-E16D472573B8}"/>
              </a:ext>
            </a:extLst>
          </p:cNvPr>
          <p:cNvGrpSpPr/>
          <p:nvPr/>
        </p:nvGrpSpPr>
        <p:grpSpPr>
          <a:xfrm>
            <a:off x="1900780" y="2533309"/>
            <a:ext cx="1639898" cy="1570537"/>
            <a:chOff x="6116844" y="571441"/>
            <a:chExt cx="2649754" cy="2537682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044D42A5-2047-09D2-6E46-3C5A7F6928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3260" y="742938"/>
              <a:ext cx="2236979" cy="2236979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0"/>
                    <a:lumOff val="100000"/>
                  </a:schemeClr>
                </a:gs>
                <a:gs pos="21000">
                  <a:schemeClr val="accent4">
                    <a:lumMod val="0"/>
                    <a:lumOff val="100000"/>
                  </a:schemeClr>
                </a:gs>
                <a:gs pos="77000">
                  <a:schemeClr val="accent4">
                    <a:lumMod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AEC30930-AA14-73D7-FDA4-77A474B388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1749" y="571441"/>
              <a:ext cx="0" cy="2537682"/>
            </a:xfrm>
            <a:prstGeom prst="straightConnector1">
              <a:avLst/>
            </a:prstGeom>
            <a:ln>
              <a:solidFill>
                <a:schemeClr val="tx1"/>
              </a:solidFill>
              <a:prstDash val="lg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EB6F6453-BE49-D97D-4831-FEF3CBA3A5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6844" y="1861427"/>
              <a:ext cx="2649754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lg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1763119-5BA5-DD6D-135B-018D0A32CE96}"/>
                  </a:ext>
                </a:extLst>
              </p:cNvPr>
              <p:cNvSpPr txBox="1"/>
              <p:nvPr/>
            </p:nvSpPr>
            <p:spPr>
              <a:xfrm>
                <a:off x="2971528" y="3450679"/>
                <a:ext cx="203656" cy="19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1763119-5BA5-DD6D-135B-018D0A32C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528" y="3450679"/>
                <a:ext cx="203656" cy="191990"/>
              </a:xfrm>
              <a:prstGeom prst="rect">
                <a:avLst/>
              </a:prstGeom>
              <a:blipFill>
                <a:blip r:embed="rId2"/>
                <a:stretch>
                  <a:fillRect r="-55882" b="-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771B5A9-1D4E-3EF1-6748-4CF0FCE60580}"/>
                  </a:ext>
                </a:extLst>
              </p:cNvPr>
              <p:cNvSpPr txBox="1"/>
              <p:nvPr/>
            </p:nvSpPr>
            <p:spPr>
              <a:xfrm>
                <a:off x="5315077" y="2313418"/>
                <a:ext cx="182791" cy="19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771B5A9-1D4E-3EF1-6748-4CF0FCE60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077" y="2313418"/>
                <a:ext cx="182791" cy="191990"/>
              </a:xfrm>
              <a:prstGeom prst="rect">
                <a:avLst/>
              </a:prstGeom>
              <a:blipFill>
                <a:blip r:embed="rId3"/>
                <a:stretch>
                  <a:fillRect r="-43333" b="-6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5D31DBF7-0BF0-060F-AFA2-DA5522412AB7}"/>
              </a:ext>
            </a:extLst>
          </p:cNvPr>
          <p:cNvCxnSpPr>
            <a:cxnSpLocks/>
          </p:cNvCxnSpPr>
          <p:nvPr/>
        </p:nvCxnSpPr>
        <p:spPr>
          <a:xfrm>
            <a:off x="2715398" y="3342800"/>
            <a:ext cx="396820" cy="55327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0F4DA000-DB36-2225-0509-5AB81D31A2EC}"/>
              </a:ext>
            </a:extLst>
          </p:cNvPr>
          <p:cNvGrpSpPr/>
          <p:nvPr/>
        </p:nvGrpSpPr>
        <p:grpSpPr>
          <a:xfrm>
            <a:off x="3018537" y="2423681"/>
            <a:ext cx="575297" cy="315498"/>
            <a:chOff x="5520697" y="2596633"/>
            <a:chExt cx="389978" cy="258027"/>
          </a:xfrm>
        </p:grpSpPr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FFFADEBE-D922-E85D-AEB2-D50D325D744A}"/>
                </a:ext>
              </a:extLst>
            </p:cNvPr>
            <p:cNvSpPr/>
            <p:nvPr/>
          </p:nvSpPr>
          <p:spPr>
            <a:xfrm rot="3207196">
              <a:off x="5674150" y="2618136"/>
              <a:ext cx="99583" cy="215022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22225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A0943B1-6BC6-142A-0496-7C5FCA23F1CB}"/>
                </a:ext>
              </a:extLst>
            </p:cNvPr>
            <p:cNvSpPr/>
            <p:nvPr/>
          </p:nvSpPr>
          <p:spPr>
            <a:xfrm rot="3207196">
              <a:off x="5753372" y="2697358"/>
              <a:ext cx="99583" cy="215022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22225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28DD523-A614-79B7-C273-464E6A65AF1F}"/>
                </a:ext>
              </a:extLst>
            </p:cNvPr>
            <p:cNvSpPr/>
            <p:nvPr/>
          </p:nvSpPr>
          <p:spPr>
            <a:xfrm rot="3207196">
              <a:off x="5578416" y="2538914"/>
              <a:ext cx="99583" cy="215022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22225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2EB307F-49C6-FA5C-418F-CE93F5C0B23E}"/>
              </a:ext>
            </a:extLst>
          </p:cNvPr>
          <p:cNvCxnSpPr>
            <a:cxnSpLocks/>
          </p:cNvCxnSpPr>
          <p:nvPr/>
        </p:nvCxnSpPr>
        <p:spPr>
          <a:xfrm flipV="1">
            <a:off x="2708368" y="2690232"/>
            <a:ext cx="2879507" cy="64143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EDD375-7E92-FC70-E031-743A9D5303AC}"/>
                  </a:ext>
                </a:extLst>
              </p:cNvPr>
              <p:cNvSpPr txBox="1"/>
              <p:nvPr/>
            </p:nvSpPr>
            <p:spPr>
              <a:xfrm>
                <a:off x="2058839" y="1330346"/>
                <a:ext cx="2106759" cy="744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|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s-CL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EDD375-7E92-FC70-E031-743A9D530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839" y="1330346"/>
                <a:ext cx="2106759" cy="7446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71DC56-9209-B0AB-9AA9-E36FDB92A5C9}"/>
                  </a:ext>
                </a:extLst>
              </p:cNvPr>
              <p:cNvSpPr txBox="1"/>
              <p:nvPr/>
            </p:nvSpPr>
            <p:spPr>
              <a:xfrm>
                <a:off x="3486586" y="2369847"/>
                <a:ext cx="5681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71DC56-9209-B0AB-9AA9-E36FDB92A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586" y="2369847"/>
                <a:ext cx="56811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C1D3612-F99B-843A-9D0F-EA70A574FD19}"/>
              </a:ext>
            </a:extLst>
          </p:cNvPr>
          <p:cNvCxnSpPr>
            <a:cxnSpLocks/>
          </p:cNvCxnSpPr>
          <p:nvPr/>
        </p:nvCxnSpPr>
        <p:spPr>
          <a:xfrm flipH="1" flipV="1">
            <a:off x="2715398" y="2035094"/>
            <a:ext cx="329517" cy="699450"/>
          </a:xfrm>
          <a:prstGeom prst="straightConnector1">
            <a:avLst/>
          </a:prstGeom>
          <a:ln>
            <a:solidFill>
              <a:srgbClr val="0070C0"/>
            </a:solidFill>
            <a:prstDash val="lg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21867E0-8B71-ADE9-3B84-E5981C39647B}"/>
                  </a:ext>
                </a:extLst>
              </p:cNvPr>
              <p:cNvSpPr txBox="1"/>
              <p:nvPr/>
            </p:nvSpPr>
            <p:spPr>
              <a:xfrm>
                <a:off x="2579706" y="4399093"/>
                <a:ext cx="21419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s-CL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° </m:t>
                      </m:r>
                      <m:r>
                        <m:rPr>
                          <m:sty m:val="p"/>
                        </m:rPr>
                        <a:rPr lang="es-CL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21867E0-8B71-ADE9-3B84-E5981C396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706" y="4399093"/>
                <a:ext cx="214196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052C08-44CD-D7FE-60A0-5201B82E1A3E}"/>
              </a:ext>
            </a:extLst>
          </p:cNvPr>
          <p:cNvCxnSpPr>
            <a:cxnSpLocks/>
          </p:cNvCxnSpPr>
          <p:nvPr/>
        </p:nvCxnSpPr>
        <p:spPr>
          <a:xfrm flipH="1">
            <a:off x="2880156" y="3966772"/>
            <a:ext cx="117376" cy="453920"/>
          </a:xfrm>
          <a:prstGeom prst="straightConnector1">
            <a:avLst/>
          </a:prstGeom>
          <a:ln>
            <a:solidFill>
              <a:srgbClr val="0070C0"/>
            </a:solidFill>
            <a:prstDash val="lg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A6D3F80-280F-85EB-B29C-065E19A27295}"/>
              </a:ext>
            </a:extLst>
          </p:cNvPr>
          <p:cNvCxnSpPr>
            <a:cxnSpLocks/>
          </p:cNvCxnSpPr>
          <p:nvPr/>
        </p:nvCxnSpPr>
        <p:spPr>
          <a:xfrm flipV="1">
            <a:off x="5209583" y="3771445"/>
            <a:ext cx="378292" cy="252437"/>
          </a:xfrm>
          <a:prstGeom prst="straightConnector1">
            <a:avLst/>
          </a:prstGeom>
          <a:ln>
            <a:solidFill>
              <a:srgbClr val="0070C0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0F97D8E-7CF6-3B12-F6E2-9B28102F141A}"/>
                  </a:ext>
                </a:extLst>
              </p:cNvPr>
              <p:cNvSpPr txBox="1"/>
              <p:nvPr/>
            </p:nvSpPr>
            <p:spPr>
              <a:xfrm>
                <a:off x="7692174" y="1489408"/>
                <a:ext cx="4499826" cy="648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CL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f>
                        <m:f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CL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0F97D8E-7CF6-3B12-F6E2-9B28102F1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2174" y="1489408"/>
                <a:ext cx="4499826" cy="6481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B84E074-87EA-E0B9-840B-3C28439696A8}"/>
                  </a:ext>
                </a:extLst>
              </p:cNvPr>
              <p:cNvSpPr txBox="1"/>
              <p:nvPr/>
            </p:nvSpPr>
            <p:spPr>
              <a:xfrm>
                <a:off x="7692175" y="1082975"/>
                <a:ext cx="36834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Ecuaci</a:t>
                </a:r>
                <a:r>
                  <a:rPr lang="es-CL" b="1" dirty="0" err="1"/>
                  <a:t>ón</a:t>
                </a:r>
                <a:r>
                  <a:rPr lang="es-CL" b="1" dirty="0"/>
                  <a:t> gobernante, </a:t>
                </a:r>
                <a14:m>
                  <m:oMath xmlns:m="http://schemas.openxmlformats.org/officeDocument/2006/math">
                    <m:r>
                      <a:rPr lang="es-CL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s-CL" b="1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es-CL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s-CL" b="1" i="1" smtClean="0">
                            <a:latin typeface="Cambria Math" panose="02040503050406030204" pitchFamily="18" charset="0"/>
                          </a:rPr>
                          <m:t>,∞</m:t>
                        </m:r>
                      </m:e>
                    </m:d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B84E074-87EA-E0B9-840B-3C2843969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2175" y="1082975"/>
                <a:ext cx="3683415" cy="369332"/>
              </a:xfrm>
              <a:prstGeom prst="rect">
                <a:avLst/>
              </a:prstGeom>
              <a:blipFill>
                <a:blip r:embed="rId8"/>
                <a:stretch>
                  <a:fillRect l="-149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C0F21158-78C8-C9D0-365C-13CDC7863AC0}"/>
              </a:ext>
            </a:extLst>
          </p:cNvPr>
          <p:cNvSpPr txBox="1"/>
          <p:nvPr/>
        </p:nvSpPr>
        <p:spPr>
          <a:xfrm>
            <a:off x="7692174" y="2519858"/>
            <a:ext cx="2454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Condiciones de borde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F7D8B44-0388-FEF8-1422-FC016CDCCCE1}"/>
                  </a:ext>
                </a:extLst>
              </p:cNvPr>
              <p:cNvSpPr txBox="1"/>
              <p:nvPr/>
            </p:nvSpPr>
            <p:spPr>
              <a:xfrm>
                <a:off x="7692174" y="2926291"/>
                <a:ext cx="4499826" cy="744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|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s-CL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;   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100°</m:t>
                      </m:r>
                      <m:r>
                        <a:rPr lang="es-CL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CL" b="0" i="0" smtClean="0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F7D8B44-0388-FEF8-1422-FC016CDCC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2174" y="2926291"/>
                <a:ext cx="4499826" cy="74469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EF73EDAE-D135-3A50-14DC-D0878E9103E1}"/>
              </a:ext>
            </a:extLst>
          </p:cNvPr>
          <p:cNvSpPr txBox="1"/>
          <p:nvPr/>
        </p:nvSpPr>
        <p:spPr>
          <a:xfrm>
            <a:off x="1251909" y="4679502"/>
            <a:ext cx="838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solidFill>
                  <a:schemeClr val="accent1"/>
                </a:solidFill>
              </a:rPr>
              <a:t>Agua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BAD8AE-1AFF-533E-C4EC-AEA11E1F5AA8}"/>
              </a:ext>
            </a:extLst>
          </p:cNvPr>
          <p:cNvSpPr txBox="1"/>
          <p:nvPr/>
        </p:nvSpPr>
        <p:spPr>
          <a:xfrm>
            <a:off x="1028150" y="2320742"/>
            <a:ext cx="1750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Partícula de oro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E96F10F-0897-CE00-09C7-BFBE6214481D}"/>
                  </a:ext>
                </a:extLst>
              </p:cNvPr>
              <p:cNvSpPr txBox="1"/>
              <p:nvPr/>
            </p:nvSpPr>
            <p:spPr>
              <a:xfrm>
                <a:off x="5225558" y="3253171"/>
                <a:ext cx="2268036" cy="778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|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s-CL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E96F10F-0897-CE00-09C7-BFBE62144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558" y="3253171"/>
                <a:ext cx="2268036" cy="7789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EA10993-39BD-F4A4-014F-CA75AFA71288}"/>
              </a:ext>
            </a:extLst>
          </p:cNvPr>
          <p:cNvCxnSpPr>
            <a:cxnSpLocks/>
          </p:cNvCxnSpPr>
          <p:nvPr/>
        </p:nvCxnSpPr>
        <p:spPr>
          <a:xfrm>
            <a:off x="2715398" y="3331664"/>
            <a:ext cx="2487157" cy="69221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A960B9D-580A-5443-8C6F-1EEED1FCA637}"/>
                  </a:ext>
                </a:extLst>
              </p:cNvPr>
              <p:cNvSpPr txBox="1"/>
              <p:nvPr/>
            </p:nvSpPr>
            <p:spPr>
              <a:xfrm>
                <a:off x="4775678" y="3586779"/>
                <a:ext cx="2883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A960B9D-580A-5443-8C6F-1EEED1FCA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678" y="3586779"/>
                <a:ext cx="288315" cy="369332"/>
              </a:xfrm>
              <a:prstGeom prst="rect">
                <a:avLst/>
              </a:prstGeom>
              <a:blipFill>
                <a:blip r:embed="rId11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687887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C3D1D41-8924-3E39-15EC-83C641D3F376}"/>
              </a:ext>
            </a:extLst>
          </p:cNvPr>
          <p:cNvSpPr/>
          <p:nvPr/>
        </p:nvSpPr>
        <p:spPr>
          <a:xfrm>
            <a:off x="4807012" y="1053322"/>
            <a:ext cx="202954" cy="65177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0070C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7909DCE-4F4E-45A5-1CF1-026283DE27E5}"/>
              </a:ext>
            </a:extLst>
          </p:cNvPr>
          <p:cNvSpPr/>
          <p:nvPr/>
        </p:nvSpPr>
        <p:spPr>
          <a:xfrm flipV="1">
            <a:off x="4832372" y="2520513"/>
            <a:ext cx="202954" cy="59992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0070C0">
                <a:alpha val="46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809880-FC9E-F967-0446-783FF669AD05}"/>
              </a:ext>
            </a:extLst>
          </p:cNvPr>
          <p:cNvSpPr/>
          <p:nvPr/>
        </p:nvSpPr>
        <p:spPr>
          <a:xfrm>
            <a:off x="3091542" y="1781150"/>
            <a:ext cx="4350361" cy="683130"/>
          </a:xfrm>
          <a:prstGeom prst="rect">
            <a:avLst/>
          </a:prstGeom>
          <a:gradFill flip="none" rotWithShape="1">
            <a:gsLst>
              <a:gs pos="47600">
                <a:schemeClr val="bg1">
                  <a:lumMod val="95000"/>
                </a:schemeClr>
              </a:gs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8EA09A-F8E1-0FA1-6C39-7B6DA210EE2E}"/>
              </a:ext>
            </a:extLst>
          </p:cNvPr>
          <p:cNvSpPr/>
          <p:nvPr/>
        </p:nvSpPr>
        <p:spPr>
          <a:xfrm>
            <a:off x="2808841" y="1200151"/>
            <a:ext cx="282701" cy="1845128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B5E6479-0594-0CD0-8331-80F3FBD65D83}"/>
                  </a:ext>
                </a:extLst>
              </p:cNvPr>
              <p:cNvSpPr txBox="1"/>
              <p:nvPr/>
            </p:nvSpPr>
            <p:spPr>
              <a:xfrm>
                <a:off x="4931590" y="3056163"/>
                <a:ext cx="1328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L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B5E6479-0594-0CD0-8331-80F3FBD65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590" y="3056163"/>
                <a:ext cx="132856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7ED5401-2483-E36A-9F89-B6F41AC14DC0}"/>
                  </a:ext>
                </a:extLst>
              </p:cNvPr>
              <p:cNvSpPr txBox="1"/>
              <p:nvPr/>
            </p:nvSpPr>
            <p:spPr>
              <a:xfrm>
                <a:off x="7277365" y="354985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7ED5401-2483-E36A-9F89-B6F41AC14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365" y="3549857"/>
                <a:ext cx="3657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4BD34A2A-8A2C-C7FD-C0C8-F2763A7F6929}"/>
              </a:ext>
            </a:extLst>
          </p:cNvPr>
          <p:cNvCxnSpPr>
            <a:cxnSpLocks/>
            <a:stCxn id="112" idx="0"/>
          </p:cNvCxnSpPr>
          <p:nvPr/>
        </p:nvCxnSpPr>
        <p:spPr>
          <a:xfrm flipH="1" flipV="1">
            <a:off x="7441903" y="1704560"/>
            <a:ext cx="18333" cy="184529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E6B8DE7C-7CB1-6BC2-E619-FD0A5B7C7B17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3087352" y="2050778"/>
            <a:ext cx="4191" cy="149396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530B6F0-B04A-9AB5-76DF-7D7A40F97DB0}"/>
                  </a:ext>
                </a:extLst>
              </p:cNvPr>
              <p:cNvSpPr txBox="1"/>
              <p:nvPr/>
            </p:nvSpPr>
            <p:spPr>
              <a:xfrm>
                <a:off x="3090171" y="1181178"/>
                <a:ext cx="4633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530B6F0-B04A-9AB5-76DF-7D7A40F97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171" y="1181178"/>
                <a:ext cx="4633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Rectangle 132">
            <a:extLst>
              <a:ext uri="{FF2B5EF4-FFF2-40B4-BE49-F238E27FC236}">
                <a16:creationId xmlns:a16="http://schemas.microsoft.com/office/drawing/2014/main" id="{92830060-4444-9709-5E39-BAD5227C8A86}"/>
              </a:ext>
            </a:extLst>
          </p:cNvPr>
          <p:cNvSpPr/>
          <p:nvPr/>
        </p:nvSpPr>
        <p:spPr>
          <a:xfrm>
            <a:off x="4617766" y="1782102"/>
            <a:ext cx="638590" cy="692075"/>
          </a:xfrm>
          <a:prstGeom prst="rect">
            <a:avLst/>
          </a:prstGeom>
          <a:gradFill flip="none" rotWithShape="1">
            <a:gsLst>
              <a:gs pos="47600">
                <a:schemeClr val="bg1">
                  <a:lumMod val="95000"/>
                </a:schemeClr>
              </a:gs>
              <a:gs pos="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36F5665-EF28-A8F0-2673-8D5BBEBD108F}"/>
              </a:ext>
            </a:extLst>
          </p:cNvPr>
          <p:cNvCxnSpPr>
            <a:cxnSpLocks/>
          </p:cNvCxnSpPr>
          <p:nvPr/>
        </p:nvCxnSpPr>
        <p:spPr>
          <a:xfrm>
            <a:off x="5256356" y="1781150"/>
            <a:ext cx="0" cy="68313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7AC18B6-019D-0C55-A4D0-D21ACB9035C2}"/>
                  </a:ext>
                </a:extLst>
              </p:cNvPr>
              <p:cNvSpPr txBox="1"/>
              <p:nvPr/>
            </p:nvSpPr>
            <p:spPr>
              <a:xfrm>
                <a:off x="4682367" y="1947166"/>
                <a:ext cx="5010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7AC18B6-019D-0C55-A4D0-D21ACB903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367" y="1947166"/>
                <a:ext cx="50103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47D9CA79-4910-8DD2-5683-BF2FCC5BD4FC}"/>
              </a:ext>
            </a:extLst>
          </p:cNvPr>
          <p:cNvCxnSpPr>
            <a:cxnSpLocks/>
          </p:cNvCxnSpPr>
          <p:nvPr/>
        </p:nvCxnSpPr>
        <p:spPr>
          <a:xfrm>
            <a:off x="4617766" y="2243892"/>
            <a:ext cx="63859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947AC1F-BCD9-71E4-F185-961089D8F1C9}"/>
              </a:ext>
            </a:extLst>
          </p:cNvPr>
          <p:cNvCxnSpPr>
            <a:cxnSpLocks/>
          </p:cNvCxnSpPr>
          <p:nvPr/>
        </p:nvCxnSpPr>
        <p:spPr>
          <a:xfrm>
            <a:off x="4618816" y="1781150"/>
            <a:ext cx="0" cy="68313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B55C14C-8B8C-8835-E228-BBE524DADA62}"/>
              </a:ext>
            </a:extLst>
          </p:cNvPr>
          <p:cNvCxnSpPr>
            <a:cxnSpLocks/>
          </p:cNvCxnSpPr>
          <p:nvPr/>
        </p:nvCxnSpPr>
        <p:spPr>
          <a:xfrm>
            <a:off x="3091542" y="3486695"/>
            <a:ext cx="4869649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A8055D30-EF6F-04DC-7239-79BBCE74B802}"/>
                  </a:ext>
                </a:extLst>
              </p:cNvPr>
              <p:cNvSpPr txBox="1"/>
              <p:nvPr/>
            </p:nvSpPr>
            <p:spPr>
              <a:xfrm>
                <a:off x="7593205" y="3110765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A8055D30-EF6F-04DC-7239-79BBCE74B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205" y="3110765"/>
                <a:ext cx="36798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B3C3935-3687-C1D5-063F-03271CDE2A1C}"/>
              </a:ext>
            </a:extLst>
          </p:cNvPr>
          <p:cNvSpPr txBox="1"/>
          <p:nvPr/>
        </p:nvSpPr>
        <p:spPr>
          <a:xfrm>
            <a:off x="5018283" y="2797963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i="1" dirty="0">
                <a:solidFill>
                  <a:srgbClr val="0070C0"/>
                </a:solidFill>
              </a:rPr>
              <a:t>convección</a:t>
            </a:r>
            <a:endParaRPr lang="en-US" i="1" dirty="0">
              <a:solidFill>
                <a:srgbClr val="0070C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B54EE3-BECF-015A-CD53-A2D80A6873AB}"/>
              </a:ext>
            </a:extLst>
          </p:cNvPr>
          <p:cNvCxnSpPr>
            <a:cxnSpLocks/>
          </p:cNvCxnSpPr>
          <p:nvPr/>
        </p:nvCxnSpPr>
        <p:spPr>
          <a:xfrm>
            <a:off x="3087352" y="1200151"/>
            <a:ext cx="0" cy="184512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BBCC26-5253-EB8D-06AD-A877DCB055F5}"/>
                  </a:ext>
                </a:extLst>
              </p:cNvPr>
              <p:cNvSpPr txBox="1"/>
              <p:nvPr/>
            </p:nvSpPr>
            <p:spPr>
              <a:xfrm>
                <a:off x="2904481" y="3544746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BBCC26-5253-EB8D-06AD-A877DCB05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481" y="3544746"/>
                <a:ext cx="36574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85D1B3-D2A0-AD62-671E-3245DFC3B127}"/>
                  </a:ext>
                </a:extLst>
              </p:cNvPr>
              <p:cNvSpPr txBox="1"/>
              <p:nvPr/>
            </p:nvSpPr>
            <p:spPr>
              <a:xfrm>
                <a:off x="6933903" y="951120"/>
                <a:ext cx="2525563" cy="746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s-CL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s-CL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85D1B3-D2A0-AD62-671E-3245DFC3B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903" y="951120"/>
                <a:ext cx="2525563" cy="74616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BB39322-A76E-0881-3089-7E31DF7EEF70}"/>
              </a:ext>
            </a:extLst>
          </p:cNvPr>
          <p:cNvSpPr/>
          <p:nvPr/>
        </p:nvSpPr>
        <p:spPr>
          <a:xfrm rot="5400000">
            <a:off x="7724022" y="1659385"/>
            <a:ext cx="202954" cy="65177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0070C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FA07166-355B-9B50-EEDF-1038B9780E82}"/>
              </a:ext>
            </a:extLst>
          </p:cNvPr>
          <p:cNvSpPr/>
          <p:nvPr/>
        </p:nvSpPr>
        <p:spPr>
          <a:xfrm rot="5400000">
            <a:off x="7762032" y="1941003"/>
            <a:ext cx="202954" cy="65177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0070C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4125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F0346-B878-A38D-9324-53A9FB1FA9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8489D-2937-06E2-D29E-7C4E6C29E3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BE0F60-C55E-51D2-EC18-17C41B3C2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98" y="0"/>
            <a:ext cx="113978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02105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327B-TACHG">
            <a:extLst>
              <a:ext uri="{FF2B5EF4-FFF2-40B4-BE49-F238E27FC236}">
                <a16:creationId xmlns:a16="http://schemas.microsoft.com/office/drawing/2014/main" id="{C4EF313E-D60D-4469-0D50-12023AB5C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196" y="1286947"/>
            <a:ext cx="3458545" cy="328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rapezoid 4">
            <a:extLst>
              <a:ext uri="{FF2B5EF4-FFF2-40B4-BE49-F238E27FC236}">
                <a16:creationId xmlns:a16="http://schemas.microsoft.com/office/drawing/2014/main" id="{585C0455-3535-E6DE-A293-0D14A275EBA2}"/>
              </a:ext>
            </a:extLst>
          </p:cNvPr>
          <p:cNvSpPr/>
          <p:nvPr/>
        </p:nvSpPr>
        <p:spPr>
          <a:xfrm rot="5400000">
            <a:off x="8100203" y="667873"/>
            <a:ext cx="1362973" cy="4364966"/>
          </a:xfrm>
          <a:prstGeom prst="trapezoid">
            <a:avLst/>
          </a:prstGeom>
          <a:gradFill flip="none" rotWithShape="1">
            <a:gsLst>
              <a:gs pos="10000">
                <a:schemeClr val="bg1">
                  <a:lumMod val="91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30000">
                <a:schemeClr val="bg1">
                  <a:lumMod val="65000"/>
                </a:schemeClr>
              </a:gs>
              <a:gs pos="70000">
                <a:schemeClr val="bg1">
                  <a:lumMod val="65000"/>
                </a:schemeClr>
              </a:gs>
              <a:gs pos="90000">
                <a:schemeClr val="bg1">
                  <a:lumMod val="95000"/>
                </a:schemeClr>
              </a:gs>
            </a:gsLst>
            <a:lin ang="0" scaled="0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964E62-542C-C183-EB50-6017F1E95AE6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599207" y="2850357"/>
            <a:ext cx="4735902" cy="0"/>
          </a:xfrm>
          <a:prstGeom prst="line">
            <a:avLst/>
          </a:prstGeom>
          <a:ln w="6350">
            <a:solidFill>
              <a:schemeClr val="tx1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4BE3E20-3974-F941-69F6-AAFAF6625505}"/>
              </a:ext>
            </a:extLst>
          </p:cNvPr>
          <p:cNvSpPr/>
          <p:nvPr/>
        </p:nvSpPr>
        <p:spPr>
          <a:xfrm rot="5400000">
            <a:off x="11131043" y="2952403"/>
            <a:ext cx="101588" cy="306543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28575">
            <a:solidFill>
              <a:srgbClr val="0070C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81E95C2-4535-32C8-2C86-ED4C201252B0}"/>
              </a:ext>
            </a:extLst>
          </p:cNvPr>
          <p:cNvSpPr/>
          <p:nvPr/>
        </p:nvSpPr>
        <p:spPr>
          <a:xfrm flipV="1">
            <a:off x="8649347" y="3371413"/>
            <a:ext cx="202954" cy="59992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0070C0">
                <a:alpha val="46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8533D5-2983-996E-C033-02482D01C3F5}"/>
              </a:ext>
            </a:extLst>
          </p:cNvPr>
          <p:cNvSpPr txBox="1"/>
          <p:nvPr/>
        </p:nvSpPr>
        <p:spPr>
          <a:xfrm>
            <a:off x="8835258" y="3648863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i="1" dirty="0">
                <a:solidFill>
                  <a:srgbClr val="0070C0"/>
                </a:solidFill>
              </a:rPr>
              <a:t>convección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77D1BC-7886-F3AE-193C-F419DAEC6DB8}"/>
              </a:ext>
            </a:extLst>
          </p:cNvPr>
          <p:cNvSpPr txBox="1"/>
          <p:nvPr/>
        </p:nvSpPr>
        <p:spPr>
          <a:xfrm>
            <a:off x="10893814" y="3148043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i="1" dirty="0">
                <a:solidFill>
                  <a:srgbClr val="0070C0"/>
                </a:solidFill>
              </a:rPr>
              <a:t>convección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14044C-723B-5CF6-5CC8-F13152890FBD}"/>
              </a:ext>
            </a:extLst>
          </p:cNvPr>
          <p:cNvSpPr/>
          <p:nvPr/>
        </p:nvSpPr>
        <p:spPr>
          <a:xfrm rot="11013663" flipV="1">
            <a:off x="8680212" y="1698004"/>
            <a:ext cx="202954" cy="599920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50800">
            <a:solidFill>
              <a:srgbClr val="0070C0">
                <a:alpha val="46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6ED2C7-1346-B6CD-AAD0-C744722F6BAF}"/>
                  </a:ext>
                </a:extLst>
              </p:cNvPr>
              <p:cNvSpPr txBox="1"/>
              <p:nvPr/>
            </p:nvSpPr>
            <p:spPr>
              <a:xfrm>
                <a:off x="5982410" y="1873085"/>
                <a:ext cx="5332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s-C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6ED2C7-1346-B6CD-AAD0-C744722F6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410" y="1873085"/>
                <a:ext cx="533288" cy="400110"/>
              </a:xfrm>
              <a:prstGeom prst="rect">
                <a:avLst/>
              </a:prstGeom>
              <a:blipFill>
                <a:blip r:embed="rId3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16216C34-3277-46C1-B720-254AAC525479}"/>
              </a:ext>
            </a:extLst>
          </p:cNvPr>
          <p:cNvGrpSpPr/>
          <p:nvPr/>
        </p:nvGrpSpPr>
        <p:grpSpPr>
          <a:xfrm flipV="1">
            <a:off x="8269570" y="1912355"/>
            <a:ext cx="891967" cy="369332"/>
            <a:chOff x="4500827" y="2509627"/>
            <a:chExt cx="891967" cy="393593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96E90BA-24EE-36D2-EB15-0CBF2F1934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25386" y="2528555"/>
              <a:ext cx="142782" cy="26420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E3E27D0-A32F-2947-59EE-689EF18964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6208" y="2528555"/>
              <a:ext cx="71178" cy="3429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4161586-B71D-59E6-62C4-452108018277}"/>
                </a:ext>
              </a:extLst>
            </p:cNvPr>
            <p:cNvCxnSpPr>
              <a:cxnSpLocks/>
            </p:cNvCxnSpPr>
            <p:nvPr/>
          </p:nvCxnSpPr>
          <p:spPr>
            <a:xfrm>
              <a:off x="5053793" y="2528555"/>
              <a:ext cx="78702" cy="3429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6E53266-E87E-DE52-F4AA-1F5BB2C994DA}"/>
                </a:ext>
              </a:extLst>
            </p:cNvPr>
            <p:cNvCxnSpPr>
              <a:cxnSpLocks/>
            </p:cNvCxnSpPr>
            <p:nvPr/>
          </p:nvCxnSpPr>
          <p:spPr>
            <a:xfrm>
              <a:off x="5132495" y="2528555"/>
              <a:ext cx="148165" cy="26420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92C294B-5FFE-EF0F-EA88-D6BEFFAD4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0827" y="2509627"/>
              <a:ext cx="181663" cy="17595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83634EB-2E4C-68A0-812E-90494E758DC2}"/>
                </a:ext>
              </a:extLst>
            </p:cNvPr>
            <p:cNvCxnSpPr>
              <a:cxnSpLocks/>
            </p:cNvCxnSpPr>
            <p:nvPr/>
          </p:nvCxnSpPr>
          <p:spPr>
            <a:xfrm>
              <a:off x="5229333" y="2515339"/>
              <a:ext cx="163461" cy="19651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8E4DB3B-AEFA-B072-6226-9CA7716F6E98}"/>
                </a:ext>
              </a:extLst>
            </p:cNvPr>
            <p:cNvCxnSpPr>
              <a:cxnSpLocks/>
            </p:cNvCxnSpPr>
            <p:nvPr/>
          </p:nvCxnSpPr>
          <p:spPr>
            <a:xfrm>
              <a:off x="4958388" y="2528555"/>
              <a:ext cx="0" cy="37466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A8721D2-ED4C-D7FA-C306-1F4D518822A9}"/>
              </a:ext>
            </a:extLst>
          </p:cNvPr>
          <p:cNvSpPr txBox="1"/>
          <p:nvPr/>
        </p:nvSpPr>
        <p:spPr>
          <a:xfrm>
            <a:off x="9079806" y="1740485"/>
            <a:ext cx="105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i="1" dirty="0">
                <a:solidFill>
                  <a:srgbClr val="FF0000"/>
                </a:solidFill>
              </a:rPr>
              <a:t>radiación</a:t>
            </a:r>
            <a:endParaRPr lang="en-US" i="1" dirty="0">
              <a:solidFill>
                <a:srgbClr val="FF0000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A5A170F-8D0C-DA3A-0831-D49A8FDED433}"/>
              </a:ext>
            </a:extLst>
          </p:cNvPr>
          <p:cNvGrpSpPr/>
          <p:nvPr/>
        </p:nvGrpSpPr>
        <p:grpSpPr>
          <a:xfrm rot="10800000" flipV="1">
            <a:off x="8304840" y="3412965"/>
            <a:ext cx="891967" cy="369332"/>
            <a:chOff x="4500827" y="2509627"/>
            <a:chExt cx="891967" cy="393593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C12B444-E05C-5DF2-2549-0A81CED376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25386" y="2528555"/>
              <a:ext cx="142782" cy="26420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9DB3E61-9888-2D71-8B63-01E8A02F76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6208" y="2528555"/>
              <a:ext cx="71178" cy="3429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7F72C50-B322-34A4-70D9-A3A4E1149D9D}"/>
                </a:ext>
              </a:extLst>
            </p:cNvPr>
            <p:cNvCxnSpPr>
              <a:cxnSpLocks/>
            </p:cNvCxnSpPr>
            <p:nvPr/>
          </p:nvCxnSpPr>
          <p:spPr>
            <a:xfrm>
              <a:off x="5053793" y="2528555"/>
              <a:ext cx="78702" cy="3429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5D98EA8-4646-BB1C-80A5-2D31418BCD23}"/>
                </a:ext>
              </a:extLst>
            </p:cNvPr>
            <p:cNvCxnSpPr>
              <a:cxnSpLocks/>
            </p:cNvCxnSpPr>
            <p:nvPr/>
          </p:nvCxnSpPr>
          <p:spPr>
            <a:xfrm>
              <a:off x="5132495" y="2528555"/>
              <a:ext cx="148165" cy="26420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9C99793-F158-FCF3-7C16-7A92809DFC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0827" y="2509627"/>
              <a:ext cx="181663" cy="17595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4C40DC4-FF80-EFF8-F512-C868BFBA1C97}"/>
                </a:ext>
              </a:extLst>
            </p:cNvPr>
            <p:cNvCxnSpPr>
              <a:cxnSpLocks/>
            </p:cNvCxnSpPr>
            <p:nvPr/>
          </p:nvCxnSpPr>
          <p:spPr>
            <a:xfrm>
              <a:off x="5229333" y="2515339"/>
              <a:ext cx="163461" cy="19651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AE645C5-CDFF-902C-2071-60617ABABAF4}"/>
                </a:ext>
              </a:extLst>
            </p:cNvPr>
            <p:cNvCxnSpPr>
              <a:cxnSpLocks/>
            </p:cNvCxnSpPr>
            <p:nvPr/>
          </p:nvCxnSpPr>
          <p:spPr>
            <a:xfrm>
              <a:off x="4958388" y="2528555"/>
              <a:ext cx="0" cy="37466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93C350E-1094-68E0-AACE-B3DFC333CF1B}"/>
              </a:ext>
            </a:extLst>
          </p:cNvPr>
          <p:cNvCxnSpPr>
            <a:cxnSpLocks/>
          </p:cNvCxnSpPr>
          <p:nvPr/>
        </p:nvCxnSpPr>
        <p:spPr>
          <a:xfrm flipV="1">
            <a:off x="6593722" y="1600200"/>
            <a:ext cx="0" cy="2500313"/>
          </a:xfrm>
          <a:prstGeom prst="line">
            <a:avLst/>
          </a:prstGeom>
          <a:ln w="38100">
            <a:solidFill>
              <a:schemeClr val="tx1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39AEDC3-7926-90C5-C903-62963101F48A}"/>
                  </a:ext>
                </a:extLst>
              </p:cNvPr>
              <p:cNvSpPr txBox="1"/>
              <p:nvPr/>
            </p:nvSpPr>
            <p:spPr>
              <a:xfrm>
                <a:off x="10872293" y="2225745"/>
                <a:ext cx="3838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39AEDC3-7926-90C5-C903-62963101F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2293" y="2225745"/>
                <a:ext cx="3838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D790C7E-3DDD-B07E-FDEF-265FA9E6D3AB}"/>
                  </a:ext>
                </a:extLst>
              </p:cNvPr>
              <p:cNvSpPr txBox="1"/>
              <p:nvPr/>
            </p:nvSpPr>
            <p:spPr>
              <a:xfrm>
                <a:off x="11225340" y="2530915"/>
                <a:ext cx="3863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D790C7E-3DDD-B07E-FDEF-265FA9E6D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5340" y="2530915"/>
                <a:ext cx="3863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65FE419-9C7C-CF06-E6CD-5D9E4C642503}"/>
                  </a:ext>
                </a:extLst>
              </p:cNvPr>
              <p:cNvSpPr txBox="1"/>
              <p:nvPr/>
            </p:nvSpPr>
            <p:spPr>
              <a:xfrm>
                <a:off x="6526394" y="1827664"/>
                <a:ext cx="38504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65FE419-9C7C-CF06-E6CD-5D9E4C642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6394" y="1827664"/>
                <a:ext cx="38504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9A7234C-59E6-A01F-ECCF-911D8486AAF6}"/>
              </a:ext>
            </a:extLst>
          </p:cNvPr>
          <p:cNvSpPr/>
          <p:nvPr/>
        </p:nvSpPr>
        <p:spPr>
          <a:xfrm rot="5400000">
            <a:off x="11131043" y="2827452"/>
            <a:ext cx="101588" cy="306543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28575">
            <a:solidFill>
              <a:srgbClr val="0070C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7C19279-765B-D176-7C8C-76489ECA7B56}"/>
              </a:ext>
            </a:extLst>
          </p:cNvPr>
          <p:cNvCxnSpPr>
            <a:cxnSpLocks/>
          </p:cNvCxnSpPr>
          <p:nvPr/>
        </p:nvCxnSpPr>
        <p:spPr>
          <a:xfrm>
            <a:off x="6293725" y="3476440"/>
            <a:ext cx="294353" cy="0"/>
          </a:xfrm>
          <a:prstGeom prst="line">
            <a:avLst/>
          </a:prstGeom>
          <a:ln w="47625">
            <a:solidFill>
              <a:srgbClr val="FF0000"/>
            </a:solidFill>
            <a:prstDash val="solid"/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0C274A9-6712-67FA-8182-F8F6B7119201}"/>
              </a:ext>
            </a:extLst>
          </p:cNvPr>
          <p:cNvCxnSpPr>
            <a:cxnSpLocks/>
          </p:cNvCxnSpPr>
          <p:nvPr/>
        </p:nvCxnSpPr>
        <p:spPr>
          <a:xfrm>
            <a:off x="6293725" y="3268346"/>
            <a:ext cx="294353" cy="0"/>
          </a:xfrm>
          <a:prstGeom prst="line">
            <a:avLst/>
          </a:prstGeom>
          <a:ln w="47625">
            <a:solidFill>
              <a:srgbClr val="FF0000"/>
            </a:solidFill>
            <a:prstDash val="solid"/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B3372F7-BD61-7BA8-C0C7-348F08F6103C}"/>
              </a:ext>
            </a:extLst>
          </p:cNvPr>
          <p:cNvCxnSpPr>
            <a:cxnSpLocks/>
          </p:cNvCxnSpPr>
          <p:nvPr/>
        </p:nvCxnSpPr>
        <p:spPr>
          <a:xfrm>
            <a:off x="6293725" y="3060251"/>
            <a:ext cx="294353" cy="0"/>
          </a:xfrm>
          <a:prstGeom prst="line">
            <a:avLst/>
          </a:prstGeom>
          <a:ln w="47625">
            <a:solidFill>
              <a:srgbClr val="FF0000"/>
            </a:solidFill>
            <a:prstDash val="solid"/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BDD9FA0-D4D9-B0DE-1D7E-C10617CAFCC6}"/>
              </a:ext>
            </a:extLst>
          </p:cNvPr>
          <p:cNvCxnSpPr>
            <a:cxnSpLocks/>
          </p:cNvCxnSpPr>
          <p:nvPr/>
        </p:nvCxnSpPr>
        <p:spPr>
          <a:xfrm>
            <a:off x="6293725" y="2852156"/>
            <a:ext cx="294353" cy="0"/>
          </a:xfrm>
          <a:prstGeom prst="line">
            <a:avLst/>
          </a:prstGeom>
          <a:ln w="47625">
            <a:solidFill>
              <a:srgbClr val="FF0000"/>
            </a:solidFill>
            <a:prstDash val="solid"/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198E67A-AEEC-D101-FBE8-5CDE323E9286}"/>
              </a:ext>
            </a:extLst>
          </p:cNvPr>
          <p:cNvCxnSpPr>
            <a:cxnSpLocks/>
          </p:cNvCxnSpPr>
          <p:nvPr/>
        </p:nvCxnSpPr>
        <p:spPr>
          <a:xfrm>
            <a:off x="6293725" y="2633160"/>
            <a:ext cx="294353" cy="0"/>
          </a:xfrm>
          <a:prstGeom prst="line">
            <a:avLst/>
          </a:prstGeom>
          <a:ln w="47625">
            <a:solidFill>
              <a:srgbClr val="FF0000"/>
            </a:solidFill>
            <a:prstDash val="solid"/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A9742EE-214D-9FB8-8696-E2F4FDAB8F2E}"/>
              </a:ext>
            </a:extLst>
          </p:cNvPr>
          <p:cNvCxnSpPr>
            <a:cxnSpLocks/>
          </p:cNvCxnSpPr>
          <p:nvPr/>
        </p:nvCxnSpPr>
        <p:spPr>
          <a:xfrm>
            <a:off x="6293725" y="2425066"/>
            <a:ext cx="294353" cy="0"/>
          </a:xfrm>
          <a:prstGeom prst="line">
            <a:avLst/>
          </a:prstGeom>
          <a:ln w="47625">
            <a:solidFill>
              <a:srgbClr val="FF0000"/>
            </a:solidFill>
            <a:prstDash val="solid"/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87F6C88-AD5C-C96A-7D7B-0C847000FB9B}"/>
              </a:ext>
            </a:extLst>
          </p:cNvPr>
          <p:cNvCxnSpPr>
            <a:cxnSpLocks/>
          </p:cNvCxnSpPr>
          <p:nvPr/>
        </p:nvCxnSpPr>
        <p:spPr>
          <a:xfrm>
            <a:off x="6293725" y="2216971"/>
            <a:ext cx="294353" cy="0"/>
          </a:xfrm>
          <a:prstGeom prst="line">
            <a:avLst/>
          </a:prstGeom>
          <a:ln w="47625">
            <a:solidFill>
              <a:srgbClr val="FF0000"/>
            </a:solidFill>
            <a:prstDash val="solid"/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3131825-8EDD-FFFB-0880-DF935ADE6F59}"/>
              </a:ext>
            </a:extLst>
          </p:cNvPr>
          <p:cNvSpPr/>
          <p:nvPr/>
        </p:nvSpPr>
        <p:spPr>
          <a:xfrm rot="5400000">
            <a:off x="11131043" y="2574845"/>
            <a:ext cx="101588" cy="306543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28575">
            <a:solidFill>
              <a:srgbClr val="0070C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3FDEDC9D-8E65-9058-66F3-8FEEACF73B9F}"/>
              </a:ext>
            </a:extLst>
          </p:cNvPr>
          <p:cNvSpPr/>
          <p:nvPr/>
        </p:nvSpPr>
        <p:spPr>
          <a:xfrm rot="5400000">
            <a:off x="11154290" y="2449894"/>
            <a:ext cx="101588" cy="306543"/>
          </a:xfrm>
          <a:custGeom>
            <a:avLst/>
            <a:gdLst>
              <a:gd name="connsiteX0" fmla="*/ 157234 w 426830"/>
              <a:gd name="connsiteY0" fmla="*/ 1013460 h 1013460"/>
              <a:gd name="connsiteX1" fmla="*/ 423934 w 426830"/>
              <a:gd name="connsiteY1" fmla="*/ 708660 h 1013460"/>
              <a:gd name="connsiteX2" fmla="*/ 4834 w 426830"/>
              <a:gd name="connsiteY2" fmla="*/ 388620 h 1013460"/>
              <a:gd name="connsiteX3" fmla="*/ 233434 w 426830"/>
              <a:gd name="connsiteY3" fmla="*/ 0 h 10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830" h="1013460">
                <a:moveTo>
                  <a:pt x="157234" y="1013460"/>
                </a:moveTo>
                <a:cubicBezTo>
                  <a:pt x="303284" y="913130"/>
                  <a:pt x="449334" y="812800"/>
                  <a:pt x="423934" y="708660"/>
                </a:cubicBezTo>
                <a:cubicBezTo>
                  <a:pt x="398534" y="604520"/>
                  <a:pt x="36584" y="506730"/>
                  <a:pt x="4834" y="388620"/>
                </a:cubicBezTo>
                <a:cubicBezTo>
                  <a:pt x="-26916" y="270510"/>
                  <a:pt x="103259" y="135255"/>
                  <a:pt x="233434" y="0"/>
                </a:cubicBezTo>
              </a:path>
            </a:pathLst>
          </a:custGeom>
          <a:noFill/>
          <a:ln w="28575">
            <a:solidFill>
              <a:srgbClr val="0070C0">
                <a:alpha val="50000"/>
              </a:srgb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75761352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6B037F79-8173-D623-E19E-0AEFED8406F9}"/>
              </a:ext>
            </a:extLst>
          </p:cNvPr>
          <p:cNvGrpSpPr/>
          <p:nvPr/>
        </p:nvGrpSpPr>
        <p:grpSpPr>
          <a:xfrm>
            <a:off x="443916" y="1812969"/>
            <a:ext cx="5977932" cy="2973102"/>
            <a:chOff x="321731" y="557189"/>
            <a:chExt cx="11548537" cy="5743618"/>
          </a:xfrm>
        </p:grpSpPr>
        <p:pic>
          <p:nvPicPr>
            <p:cNvPr id="1064" name="Picture 2" descr="Yellow onion - Wikipedia">
              <a:extLst>
                <a:ext uri="{FF2B5EF4-FFF2-40B4-BE49-F238E27FC236}">
                  <a16:creationId xmlns:a16="http://schemas.microsoft.com/office/drawing/2014/main" id="{099574A1-59FD-B036-9CCA-70E6BAF90D3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04"/>
            <a:stretch/>
          </p:blipFill>
          <p:spPr bwMode="auto">
            <a:xfrm>
              <a:off x="321731" y="557189"/>
              <a:ext cx="5668684" cy="57436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5" name="Picture 4" descr="DA turns over 2 onion cold storage facilities in Nueva Ecija | Philippine  News Agency">
              <a:extLst>
                <a:ext uri="{FF2B5EF4-FFF2-40B4-BE49-F238E27FC236}">
                  <a16:creationId xmlns:a16="http://schemas.microsoft.com/office/drawing/2014/main" id="{D44BBF9C-8563-2B72-7194-DD8BF69BFD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19" r="22856" b="-2"/>
            <a:stretch/>
          </p:blipFill>
          <p:spPr bwMode="auto">
            <a:xfrm>
              <a:off x="6195375" y="557189"/>
              <a:ext cx="5674893" cy="57436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66" name="Oval 1065">
            <a:extLst>
              <a:ext uri="{FF2B5EF4-FFF2-40B4-BE49-F238E27FC236}">
                <a16:creationId xmlns:a16="http://schemas.microsoft.com/office/drawing/2014/main" id="{9E02FC22-A07D-F464-2DB3-40883114919A}"/>
              </a:ext>
            </a:extLst>
          </p:cNvPr>
          <p:cNvSpPr/>
          <p:nvPr/>
        </p:nvSpPr>
        <p:spPr>
          <a:xfrm>
            <a:off x="7948679" y="2526389"/>
            <a:ext cx="1889588" cy="1889588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74700">
                <a:srgbClr val="FFD041"/>
              </a:gs>
              <a:gs pos="100000">
                <a:srgbClr val="FFC00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67" name="Group 1066">
            <a:extLst>
              <a:ext uri="{FF2B5EF4-FFF2-40B4-BE49-F238E27FC236}">
                <a16:creationId xmlns:a16="http://schemas.microsoft.com/office/drawing/2014/main" id="{AB4F2A5D-34D7-0CD4-A0E4-5D01E41E26CF}"/>
              </a:ext>
            </a:extLst>
          </p:cNvPr>
          <p:cNvGrpSpPr/>
          <p:nvPr/>
        </p:nvGrpSpPr>
        <p:grpSpPr>
          <a:xfrm>
            <a:off x="7179730" y="2610506"/>
            <a:ext cx="3242737" cy="1765299"/>
            <a:chOff x="7450663" y="2610506"/>
            <a:chExt cx="3242737" cy="1765299"/>
          </a:xfrm>
        </p:grpSpPr>
        <p:cxnSp>
          <p:nvCxnSpPr>
            <p:cNvPr id="1068" name="Straight Arrow Connector 1067">
              <a:extLst>
                <a:ext uri="{FF2B5EF4-FFF2-40B4-BE49-F238E27FC236}">
                  <a16:creationId xmlns:a16="http://schemas.microsoft.com/office/drawing/2014/main" id="{39DB2537-66DA-7E10-9E61-8D0B621787C0}"/>
                </a:ext>
              </a:extLst>
            </p:cNvPr>
            <p:cNvCxnSpPr/>
            <p:nvPr/>
          </p:nvCxnSpPr>
          <p:spPr>
            <a:xfrm>
              <a:off x="7450667" y="3620156"/>
              <a:ext cx="3242733" cy="0"/>
            </a:xfrm>
            <a:prstGeom prst="straightConnector1">
              <a:avLst/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Straight Arrow Connector 1068">
              <a:extLst>
                <a:ext uri="{FF2B5EF4-FFF2-40B4-BE49-F238E27FC236}">
                  <a16:creationId xmlns:a16="http://schemas.microsoft.com/office/drawing/2014/main" id="{244D0DA2-C2A0-6B8E-FEC6-8FCEBE678D71}"/>
                </a:ext>
              </a:extLst>
            </p:cNvPr>
            <p:cNvCxnSpPr/>
            <p:nvPr/>
          </p:nvCxnSpPr>
          <p:spPr>
            <a:xfrm>
              <a:off x="7450667" y="3872039"/>
              <a:ext cx="3242733" cy="0"/>
            </a:xfrm>
            <a:prstGeom prst="straightConnector1">
              <a:avLst/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Arrow Connector 1069">
              <a:extLst>
                <a:ext uri="{FF2B5EF4-FFF2-40B4-BE49-F238E27FC236}">
                  <a16:creationId xmlns:a16="http://schemas.microsoft.com/office/drawing/2014/main" id="{2521C397-D0CD-DE76-C7CB-C909427BEE64}"/>
                </a:ext>
              </a:extLst>
            </p:cNvPr>
            <p:cNvCxnSpPr/>
            <p:nvPr/>
          </p:nvCxnSpPr>
          <p:spPr>
            <a:xfrm>
              <a:off x="7450666" y="4123922"/>
              <a:ext cx="3242733" cy="0"/>
            </a:xfrm>
            <a:prstGeom prst="straightConnector1">
              <a:avLst/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Arrow Connector 1070">
              <a:extLst>
                <a:ext uri="{FF2B5EF4-FFF2-40B4-BE49-F238E27FC236}">
                  <a16:creationId xmlns:a16="http://schemas.microsoft.com/office/drawing/2014/main" id="{F47BF233-0C6F-0898-F655-5A9C3D95F081}"/>
                </a:ext>
              </a:extLst>
            </p:cNvPr>
            <p:cNvCxnSpPr/>
            <p:nvPr/>
          </p:nvCxnSpPr>
          <p:spPr>
            <a:xfrm>
              <a:off x="7450665" y="4375805"/>
              <a:ext cx="3242733" cy="0"/>
            </a:xfrm>
            <a:prstGeom prst="straightConnector1">
              <a:avLst/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Straight Arrow Connector 1071">
              <a:extLst>
                <a:ext uri="{FF2B5EF4-FFF2-40B4-BE49-F238E27FC236}">
                  <a16:creationId xmlns:a16="http://schemas.microsoft.com/office/drawing/2014/main" id="{F529B75C-060B-A49B-E17A-2A2533D23673}"/>
                </a:ext>
              </a:extLst>
            </p:cNvPr>
            <p:cNvCxnSpPr/>
            <p:nvPr/>
          </p:nvCxnSpPr>
          <p:spPr>
            <a:xfrm>
              <a:off x="7450666" y="2610506"/>
              <a:ext cx="3242733" cy="0"/>
            </a:xfrm>
            <a:prstGeom prst="straightConnector1">
              <a:avLst/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Arrow Connector 1072">
              <a:extLst>
                <a:ext uri="{FF2B5EF4-FFF2-40B4-BE49-F238E27FC236}">
                  <a16:creationId xmlns:a16="http://schemas.microsoft.com/office/drawing/2014/main" id="{B11D9150-2342-34D3-6B9F-EDFFAAF123E8}"/>
                </a:ext>
              </a:extLst>
            </p:cNvPr>
            <p:cNvCxnSpPr/>
            <p:nvPr/>
          </p:nvCxnSpPr>
          <p:spPr>
            <a:xfrm>
              <a:off x="7450665" y="2862389"/>
              <a:ext cx="3242733" cy="0"/>
            </a:xfrm>
            <a:prstGeom prst="straightConnector1">
              <a:avLst/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Straight Arrow Connector 1073">
              <a:extLst>
                <a:ext uri="{FF2B5EF4-FFF2-40B4-BE49-F238E27FC236}">
                  <a16:creationId xmlns:a16="http://schemas.microsoft.com/office/drawing/2014/main" id="{7AF29CEB-E5A1-1382-1A5C-66E632A38ED2}"/>
                </a:ext>
              </a:extLst>
            </p:cNvPr>
            <p:cNvCxnSpPr/>
            <p:nvPr/>
          </p:nvCxnSpPr>
          <p:spPr>
            <a:xfrm>
              <a:off x="7450664" y="3114272"/>
              <a:ext cx="3242733" cy="0"/>
            </a:xfrm>
            <a:prstGeom prst="straightConnector1">
              <a:avLst/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Arrow Connector 1074">
              <a:extLst>
                <a:ext uri="{FF2B5EF4-FFF2-40B4-BE49-F238E27FC236}">
                  <a16:creationId xmlns:a16="http://schemas.microsoft.com/office/drawing/2014/main" id="{62CE7F43-0981-2D22-8B7C-E12C00E623B7}"/>
                </a:ext>
              </a:extLst>
            </p:cNvPr>
            <p:cNvCxnSpPr/>
            <p:nvPr/>
          </p:nvCxnSpPr>
          <p:spPr>
            <a:xfrm>
              <a:off x="7450663" y="3366156"/>
              <a:ext cx="3242733" cy="0"/>
            </a:xfrm>
            <a:prstGeom prst="straightConnector1">
              <a:avLst/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6" name="Group 1075">
            <a:extLst>
              <a:ext uri="{FF2B5EF4-FFF2-40B4-BE49-F238E27FC236}">
                <a16:creationId xmlns:a16="http://schemas.microsoft.com/office/drawing/2014/main" id="{6420A03F-3DE5-7062-FD98-711D145663C1}"/>
              </a:ext>
            </a:extLst>
          </p:cNvPr>
          <p:cNvGrpSpPr/>
          <p:nvPr/>
        </p:nvGrpSpPr>
        <p:grpSpPr>
          <a:xfrm rot="20979129">
            <a:off x="9291851" y="2380919"/>
            <a:ext cx="682194" cy="234048"/>
            <a:chOff x="5594475" y="2522308"/>
            <a:chExt cx="299283" cy="363345"/>
          </a:xfrm>
        </p:grpSpPr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CBF9329-3F5D-E471-EB9F-FF58AF4E4A88}"/>
                </a:ext>
              </a:extLst>
            </p:cNvPr>
            <p:cNvSpPr/>
            <p:nvPr/>
          </p:nvSpPr>
          <p:spPr>
            <a:xfrm rot="3207196">
              <a:off x="5686668" y="2583697"/>
              <a:ext cx="99583" cy="215022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22225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B6D06F5-90E7-869A-C2FB-4E2F056F4B6D}"/>
                </a:ext>
              </a:extLst>
            </p:cNvPr>
            <p:cNvSpPr/>
            <p:nvPr/>
          </p:nvSpPr>
          <p:spPr>
            <a:xfrm rot="3207196">
              <a:off x="5736455" y="2728351"/>
              <a:ext cx="99583" cy="215022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22225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C224FEAB-8944-49E6-E583-EE42B774F360}"/>
                </a:ext>
              </a:extLst>
            </p:cNvPr>
            <p:cNvSpPr/>
            <p:nvPr/>
          </p:nvSpPr>
          <p:spPr>
            <a:xfrm rot="3207196">
              <a:off x="5652194" y="2464589"/>
              <a:ext cx="99583" cy="215022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22225">
              <a:solidFill>
                <a:srgbClr val="0070C0">
                  <a:alpha val="46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80" name="TextBox 1079">
                <a:extLst>
                  <a:ext uri="{FF2B5EF4-FFF2-40B4-BE49-F238E27FC236}">
                    <a16:creationId xmlns:a16="http://schemas.microsoft.com/office/drawing/2014/main" id="{7D8ECC62-E1A8-881A-3E9F-FB5C8FB3CEC2}"/>
                  </a:ext>
                </a:extLst>
              </p:cNvPr>
              <p:cNvSpPr txBox="1"/>
              <p:nvPr/>
            </p:nvSpPr>
            <p:spPr>
              <a:xfrm>
                <a:off x="7629451" y="1425915"/>
                <a:ext cx="3513956" cy="744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CL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|"/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s-CL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begChr m:val="["/>
                          <m:endChr m:val="]"/>
                          <m:ctrlPr>
                            <a:rPr lang="es-C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s-C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r>
                            <a:rPr lang="es-CL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80" name="TextBox 1079">
                <a:extLst>
                  <a:ext uri="{FF2B5EF4-FFF2-40B4-BE49-F238E27FC236}">
                    <a16:creationId xmlns:a16="http://schemas.microsoft.com/office/drawing/2014/main" id="{7D8ECC62-E1A8-881A-3E9F-FB5C8FB3C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9451" y="1425915"/>
                <a:ext cx="3513956" cy="7446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1" name="Straight Arrow Connector 1080">
            <a:extLst>
              <a:ext uri="{FF2B5EF4-FFF2-40B4-BE49-F238E27FC236}">
                <a16:creationId xmlns:a16="http://schemas.microsoft.com/office/drawing/2014/main" id="{923A603C-D99C-7487-594B-A13502700B2C}"/>
              </a:ext>
            </a:extLst>
          </p:cNvPr>
          <p:cNvCxnSpPr>
            <a:cxnSpLocks/>
          </p:cNvCxnSpPr>
          <p:nvPr/>
        </p:nvCxnSpPr>
        <p:spPr>
          <a:xfrm flipH="1" flipV="1">
            <a:off x="9195879" y="2186062"/>
            <a:ext cx="100079" cy="413316"/>
          </a:xfrm>
          <a:prstGeom prst="straightConnector1">
            <a:avLst/>
          </a:prstGeom>
          <a:ln>
            <a:solidFill>
              <a:srgbClr val="0070C0"/>
            </a:solidFill>
            <a:prstDash val="lg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2" name="Group 1081">
            <a:extLst>
              <a:ext uri="{FF2B5EF4-FFF2-40B4-BE49-F238E27FC236}">
                <a16:creationId xmlns:a16="http://schemas.microsoft.com/office/drawing/2014/main" id="{B9E9F6C8-14E2-B91B-94F6-42360DBA73A6}"/>
              </a:ext>
            </a:extLst>
          </p:cNvPr>
          <p:cNvGrpSpPr/>
          <p:nvPr/>
        </p:nvGrpSpPr>
        <p:grpSpPr>
          <a:xfrm>
            <a:off x="7795926" y="2349502"/>
            <a:ext cx="2195094" cy="2243364"/>
            <a:chOff x="6116844" y="571441"/>
            <a:chExt cx="2649754" cy="2537682"/>
          </a:xfrm>
        </p:grpSpPr>
        <p:cxnSp>
          <p:nvCxnSpPr>
            <p:cNvPr id="1083" name="Straight Arrow Connector 1082">
              <a:extLst>
                <a:ext uri="{FF2B5EF4-FFF2-40B4-BE49-F238E27FC236}">
                  <a16:creationId xmlns:a16="http://schemas.microsoft.com/office/drawing/2014/main" id="{DCEDD0F4-0D63-1A4B-0148-C455F716BA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1749" y="571441"/>
              <a:ext cx="0" cy="2537682"/>
            </a:xfrm>
            <a:prstGeom prst="straightConnector1">
              <a:avLst/>
            </a:prstGeom>
            <a:ln>
              <a:solidFill>
                <a:schemeClr val="tx1"/>
              </a:solidFill>
              <a:prstDash val="lg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Straight Arrow Connector 1083">
              <a:extLst>
                <a:ext uri="{FF2B5EF4-FFF2-40B4-BE49-F238E27FC236}">
                  <a16:creationId xmlns:a16="http://schemas.microsoft.com/office/drawing/2014/main" id="{5F8D390A-0619-156E-B5C4-1F30B5200B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6844" y="1861427"/>
              <a:ext cx="2649754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lg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85" name="Straight Arrow Connector 1084">
            <a:extLst>
              <a:ext uri="{FF2B5EF4-FFF2-40B4-BE49-F238E27FC236}">
                <a16:creationId xmlns:a16="http://schemas.microsoft.com/office/drawing/2014/main" id="{9A4AFB21-DE3F-8ABB-80F8-F63C42DEA271}"/>
              </a:ext>
            </a:extLst>
          </p:cNvPr>
          <p:cNvCxnSpPr>
            <a:cxnSpLocks/>
          </p:cNvCxnSpPr>
          <p:nvPr/>
        </p:nvCxnSpPr>
        <p:spPr>
          <a:xfrm>
            <a:off x="8885006" y="3497016"/>
            <a:ext cx="542051" cy="75576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6" name="TextBox 1085">
                <a:extLst>
                  <a:ext uri="{FF2B5EF4-FFF2-40B4-BE49-F238E27FC236}">
                    <a16:creationId xmlns:a16="http://schemas.microsoft.com/office/drawing/2014/main" id="{63CD0899-4A6C-809E-B0DE-C29396249E35}"/>
                  </a:ext>
                </a:extLst>
              </p:cNvPr>
              <p:cNvSpPr txBox="1"/>
              <p:nvPr/>
            </p:nvSpPr>
            <p:spPr>
              <a:xfrm>
                <a:off x="9258912" y="3807388"/>
                <a:ext cx="203656" cy="19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6" name="TextBox 1085">
                <a:extLst>
                  <a:ext uri="{FF2B5EF4-FFF2-40B4-BE49-F238E27FC236}">
                    <a16:creationId xmlns:a16="http://schemas.microsoft.com/office/drawing/2014/main" id="{63CD0899-4A6C-809E-B0DE-C29396249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8912" y="3807388"/>
                <a:ext cx="203656" cy="191990"/>
              </a:xfrm>
              <a:prstGeom prst="rect">
                <a:avLst/>
              </a:prstGeom>
              <a:blipFill>
                <a:blip r:embed="rId6"/>
                <a:stretch>
                  <a:fillRect r="-57576" b="-80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7" name="Straight Arrow Connector 1086">
            <a:extLst>
              <a:ext uri="{FF2B5EF4-FFF2-40B4-BE49-F238E27FC236}">
                <a16:creationId xmlns:a16="http://schemas.microsoft.com/office/drawing/2014/main" id="{1A4F12FA-5D8F-5853-C983-677E053D5BBC}"/>
              </a:ext>
            </a:extLst>
          </p:cNvPr>
          <p:cNvCxnSpPr>
            <a:cxnSpLocks/>
          </p:cNvCxnSpPr>
          <p:nvPr/>
        </p:nvCxnSpPr>
        <p:spPr>
          <a:xfrm flipV="1">
            <a:off x="8876485" y="3004688"/>
            <a:ext cx="562667" cy="47703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8" name="TextBox 1087">
                <a:extLst>
                  <a:ext uri="{FF2B5EF4-FFF2-40B4-BE49-F238E27FC236}">
                    <a16:creationId xmlns:a16="http://schemas.microsoft.com/office/drawing/2014/main" id="{86ED5DD6-69A3-7FA8-7D4A-4AE3D4C7D013}"/>
                  </a:ext>
                </a:extLst>
              </p:cNvPr>
              <p:cNvSpPr txBox="1"/>
              <p:nvPr/>
            </p:nvSpPr>
            <p:spPr>
              <a:xfrm>
                <a:off x="9077631" y="2822212"/>
                <a:ext cx="182791" cy="191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8" name="TextBox 1087">
                <a:extLst>
                  <a:ext uri="{FF2B5EF4-FFF2-40B4-BE49-F238E27FC236}">
                    <a16:creationId xmlns:a16="http://schemas.microsoft.com/office/drawing/2014/main" id="{86ED5DD6-69A3-7FA8-7D4A-4AE3D4C7D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631" y="2822212"/>
                <a:ext cx="182791" cy="191990"/>
              </a:xfrm>
              <a:prstGeom prst="rect">
                <a:avLst/>
              </a:prstGeom>
              <a:blipFill>
                <a:blip r:embed="rId7"/>
                <a:stretch>
                  <a:fillRect r="-43333" b="-67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9" name="TextBox 1088">
            <a:extLst>
              <a:ext uri="{FF2B5EF4-FFF2-40B4-BE49-F238E27FC236}">
                <a16:creationId xmlns:a16="http://schemas.microsoft.com/office/drawing/2014/main" id="{3CB1B484-FBC7-4C6F-F5FD-409A9A383D2B}"/>
              </a:ext>
            </a:extLst>
          </p:cNvPr>
          <p:cNvSpPr txBox="1"/>
          <p:nvPr/>
        </p:nvSpPr>
        <p:spPr>
          <a:xfrm>
            <a:off x="7171655" y="4357252"/>
            <a:ext cx="838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Aire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D1B05003-B883-D438-AF9D-5300B547E525}"/>
              </a:ext>
            </a:extLst>
          </p:cNvPr>
          <p:cNvSpPr txBox="1"/>
          <p:nvPr/>
        </p:nvSpPr>
        <p:spPr>
          <a:xfrm>
            <a:off x="8777797" y="4416739"/>
            <a:ext cx="1036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Cebolla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10417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rapezoid 38">
            <a:extLst>
              <a:ext uri="{FF2B5EF4-FFF2-40B4-BE49-F238E27FC236}">
                <a16:creationId xmlns:a16="http://schemas.microsoft.com/office/drawing/2014/main" id="{2273A71E-BED7-8EA2-7FB9-6687EEEE632D}"/>
              </a:ext>
            </a:extLst>
          </p:cNvPr>
          <p:cNvSpPr/>
          <p:nvPr/>
        </p:nvSpPr>
        <p:spPr>
          <a:xfrm>
            <a:off x="2512486" y="3226470"/>
            <a:ext cx="2817524" cy="1323454"/>
          </a:xfrm>
          <a:prstGeom prst="trapezoid">
            <a:avLst>
              <a:gd name="adj" fmla="val 40610"/>
            </a:avLst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D4635C9F-311E-50BD-61DD-5DA1E2B81C8D}"/>
              </a:ext>
            </a:extLst>
          </p:cNvPr>
          <p:cNvSpPr/>
          <p:nvPr/>
        </p:nvSpPr>
        <p:spPr>
          <a:xfrm>
            <a:off x="2502541" y="2816931"/>
            <a:ext cx="2817524" cy="1735667"/>
          </a:xfrm>
          <a:prstGeom prst="trapezoid">
            <a:avLst>
              <a:gd name="adj" fmla="val 4061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E22E15C-8045-12AE-8839-7E3D137AC8F8}"/>
              </a:ext>
            </a:extLst>
          </p:cNvPr>
          <p:cNvSpPr/>
          <p:nvPr/>
        </p:nvSpPr>
        <p:spPr>
          <a:xfrm>
            <a:off x="7263828" y="951793"/>
            <a:ext cx="2718641" cy="1239478"/>
          </a:xfrm>
          <a:custGeom>
            <a:avLst/>
            <a:gdLst>
              <a:gd name="connsiteX0" fmla="*/ 8467 w 1778000"/>
              <a:gd name="connsiteY0" fmla="*/ 762000 h 762000"/>
              <a:gd name="connsiteX1" fmla="*/ 1032933 w 1778000"/>
              <a:gd name="connsiteY1" fmla="*/ 753533 h 762000"/>
              <a:gd name="connsiteX2" fmla="*/ 1778000 w 1778000"/>
              <a:gd name="connsiteY2" fmla="*/ 211667 h 762000"/>
              <a:gd name="connsiteX3" fmla="*/ 1634067 w 1778000"/>
              <a:gd name="connsiteY3" fmla="*/ 0 h 762000"/>
              <a:gd name="connsiteX4" fmla="*/ 973667 w 1778000"/>
              <a:gd name="connsiteY4" fmla="*/ 524933 h 762000"/>
              <a:gd name="connsiteX5" fmla="*/ 0 w 1778000"/>
              <a:gd name="connsiteY5" fmla="*/ 550333 h 762000"/>
              <a:gd name="connsiteX6" fmla="*/ 8467 w 1778000"/>
              <a:gd name="connsiteY6" fmla="*/ 762000 h 762000"/>
              <a:gd name="connsiteX0" fmla="*/ 29634 w 1799167"/>
              <a:gd name="connsiteY0" fmla="*/ 762000 h 762000"/>
              <a:gd name="connsiteX1" fmla="*/ 1054100 w 1799167"/>
              <a:gd name="connsiteY1" fmla="*/ 753533 h 762000"/>
              <a:gd name="connsiteX2" fmla="*/ 1799167 w 1799167"/>
              <a:gd name="connsiteY2" fmla="*/ 211667 h 762000"/>
              <a:gd name="connsiteX3" fmla="*/ 1655234 w 1799167"/>
              <a:gd name="connsiteY3" fmla="*/ 0 h 762000"/>
              <a:gd name="connsiteX4" fmla="*/ 994834 w 1799167"/>
              <a:gd name="connsiteY4" fmla="*/ 524933 h 762000"/>
              <a:gd name="connsiteX5" fmla="*/ 0 w 1799167"/>
              <a:gd name="connsiteY5" fmla="*/ 601133 h 762000"/>
              <a:gd name="connsiteX6" fmla="*/ 29634 w 1799167"/>
              <a:gd name="connsiteY6" fmla="*/ 762000 h 762000"/>
              <a:gd name="connsiteX0" fmla="*/ 4234 w 1773767"/>
              <a:gd name="connsiteY0" fmla="*/ 762000 h 762000"/>
              <a:gd name="connsiteX1" fmla="*/ 1028700 w 1773767"/>
              <a:gd name="connsiteY1" fmla="*/ 753533 h 762000"/>
              <a:gd name="connsiteX2" fmla="*/ 1773767 w 1773767"/>
              <a:gd name="connsiteY2" fmla="*/ 211667 h 762000"/>
              <a:gd name="connsiteX3" fmla="*/ 1629834 w 1773767"/>
              <a:gd name="connsiteY3" fmla="*/ 0 h 762000"/>
              <a:gd name="connsiteX4" fmla="*/ 969434 w 1773767"/>
              <a:gd name="connsiteY4" fmla="*/ 524933 h 762000"/>
              <a:gd name="connsiteX5" fmla="*/ 0 w 1773767"/>
              <a:gd name="connsiteY5" fmla="*/ 620183 h 762000"/>
              <a:gd name="connsiteX6" fmla="*/ 4234 w 1773767"/>
              <a:gd name="connsiteY6" fmla="*/ 762000 h 762000"/>
              <a:gd name="connsiteX0" fmla="*/ 4234 w 1773767"/>
              <a:gd name="connsiteY0" fmla="*/ 762000 h 764645"/>
              <a:gd name="connsiteX1" fmla="*/ 1098550 w 1773767"/>
              <a:gd name="connsiteY1" fmla="*/ 764645 h 764645"/>
              <a:gd name="connsiteX2" fmla="*/ 1773767 w 1773767"/>
              <a:gd name="connsiteY2" fmla="*/ 211667 h 764645"/>
              <a:gd name="connsiteX3" fmla="*/ 1629834 w 1773767"/>
              <a:gd name="connsiteY3" fmla="*/ 0 h 764645"/>
              <a:gd name="connsiteX4" fmla="*/ 969434 w 1773767"/>
              <a:gd name="connsiteY4" fmla="*/ 524933 h 764645"/>
              <a:gd name="connsiteX5" fmla="*/ 0 w 1773767"/>
              <a:gd name="connsiteY5" fmla="*/ 620183 h 764645"/>
              <a:gd name="connsiteX6" fmla="*/ 4234 w 1773767"/>
              <a:gd name="connsiteY6" fmla="*/ 762000 h 764645"/>
              <a:gd name="connsiteX0" fmla="*/ 4234 w 1773767"/>
              <a:gd name="connsiteY0" fmla="*/ 762000 h 764645"/>
              <a:gd name="connsiteX1" fmla="*/ 1098550 w 1773767"/>
              <a:gd name="connsiteY1" fmla="*/ 764645 h 764645"/>
              <a:gd name="connsiteX2" fmla="*/ 1773767 w 1773767"/>
              <a:gd name="connsiteY2" fmla="*/ 211667 h 764645"/>
              <a:gd name="connsiteX3" fmla="*/ 1629834 w 1773767"/>
              <a:gd name="connsiteY3" fmla="*/ 0 h 764645"/>
              <a:gd name="connsiteX4" fmla="*/ 1083734 w 1773767"/>
              <a:gd name="connsiteY4" fmla="*/ 609071 h 764645"/>
              <a:gd name="connsiteX5" fmla="*/ 0 w 1773767"/>
              <a:gd name="connsiteY5" fmla="*/ 620183 h 764645"/>
              <a:gd name="connsiteX6" fmla="*/ 4234 w 1773767"/>
              <a:gd name="connsiteY6" fmla="*/ 762000 h 764645"/>
              <a:gd name="connsiteX0" fmla="*/ 4234 w 1773767"/>
              <a:gd name="connsiteY0" fmla="*/ 782637 h 785282"/>
              <a:gd name="connsiteX1" fmla="*/ 1098550 w 1773767"/>
              <a:gd name="connsiteY1" fmla="*/ 785282 h 785282"/>
              <a:gd name="connsiteX2" fmla="*/ 1773767 w 1773767"/>
              <a:gd name="connsiteY2" fmla="*/ 232304 h 785282"/>
              <a:gd name="connsiteX3" fmla="*/ 1601259 w 1773767"/>
              <a:gd name="connsiteY3" fmla="*/ 0 h 785282"/>
              <a:gd name="connsiteX4" fmla="*/ 1083734 w 1773767"/>
              <a:gd name="connsiteY4" fmla="*/ 629708 h 785282"/>
              <a:gd name="connsiteX5" fmla="*/ 0 w 1773767"/>
              <a:gd name="connsiteY5" fmla="*/ 640820 h 785282"/>
              <a:gd name="connsiteX6" fmla="*/ 4234 w 1773767"/>
              <a:gd name="connsiteY6" fmla="*/ 782637 h 785282"/>
              <a:gd name="connsiteX0" fmla="*/ 4234 w 1716617"/>
              <a:gd name="connsiteY0" fmla="*/ 782637 h 785282"/>
              <a:gd name="connsiteX1" fmla="*/ 1098550 w 1716617"/>
              <a:gd name="connsiteY1" fmla="*/ 785282 h 785282"/>
              <a:gd name="connsiteX2" fmla="*/ 1716617 w 1716617"/>
              <a:gd name="connsiteY2" fmla="*/ 98954 h 785282"/>
              <a:gd name="connsiteX3" fmla="*/ 1601259 w 1716617"/>
              <a:gd name="connsiteY3" fmla="*/ 0 h 785282"/>
              <a:gd name="connsiteX4" fmla="*/ 1083734 w 1716617"/>
              <a:gd name="connsiteY4" fmla="*/ 629708 h 785282"/>
              <a:gd name="connsiteX5" fmla="*/ 0 w 1716617"/>
              <a:gd name="connsiteY5" fmla="*/ 640820 h 785282"/>
              <a:gd name="connsiteX6" fmla="*/ 4234 w 1716617"/>
              <a:gd name="connsiteY6" fmla="*/ 782637 h 785282"/>
              <a:gd name="connsiteX0" fmla="*/ 4234 w 1716617"/>
              <a:gd name="connsiteY0" fmla="*/ 782637 h 782637"/>
              <a:gd name="connsiteX1" fmla="*/ 1158875 w 1716617"/>
              <a:gd name="connsiteY1" fmla="*/ 782107 h 782637"/>
              <a:gd name="connsiteX2" fmla="*/ 1716617 w 1716617"/>
              <a:gd name="connsiteY2" fmla="*/ 98954 h 782637"/>
              <a:gd name="connsiteX3" fmla="*/ 1601259 w 1716617"/>
              <a:gd name="connsiteY3" fmla="*/ 0 h 782637"/>
              <a:gd name="connsiteX4" fmla="*/ 1083734 w 1716617"/>
              <a:gd name="connsiteY4" fmla="*/ 629708 h 782637"/>
              <a:gd name="connsiteX5" fmla="*/ 0 w 1716617"/>
              <a:gd name="connsiteY5" fmla="*/ 640820 h 782637"/>
              <a:gd name="connsiteX6" fmla="*/ 4234 w 1716617"/>
              <a:gd name="connsiteY6" fmla="*/ 782637 h 782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6617" h="782637">
                <a:moveTo>
                  <a:pt x="4234" y="782637"/>
                </a:moveTo>
                <a:lnTo>
                  <a:pt x="1158875" y="782107"/>
                </a:lnTo>
                <a:lnTo>
                  <a:pt x="1716617" y="98954"/>
                </a:lnTo>
                <a:lnTo>
                  <a:pt x="1601259" y="0"/>
                </a:lnTo>
                <a:lnTo>
                  <a:pt x="1083734" y="629708"/>
                </a:lnTo>
                <a:lnTo>
                  <a:pt x="0" y="640820"/>
                </a:lnTo>
                <a:lnTo>
                  <a:pt x="4234" y="78263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63E2AF-E59F-8015-8361-9C1DF68183C1}"/>
                  </a:ext>
                </a:extLst>
              </p:cNvPr>
              <p:cNvSpPr txBox="1"/>
              <p:nvPr/>
            </p:nvSpPr>
            <p:spPr>
              <a:xfrm>
                <a:off x="5601697" y="3795700"/>
                <a:ext cx="5139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63E2AF-E59F-8015-8361-9C1DF6818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697" y="3795700"/>
                <a:ext cx="513993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090E9C0-3DD5-7AF9-FC39-5F57AF8ACE5E}"/>
              </a:ext>
            </a:extLst>
          </p:cNvPr>
          <p:cNvCxnSpPr>
            <a:cxnSpLocks/>
          </p:cNvCxnSpPr>
          <p:nvPr/>
        </p:nvCxnSpPr>
        <p:spPr>
          <a:xfrm>
            <a:off x="5734297" y="4567042"/>
            <a:ext cx="0" cy="24553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FE9D5CF-1F47-B133-242B-CD3C8D4A0D20}"/>
              </a:ext>
            </a:extLst>
          </p:cNvPr>
          <p:cNvCxnSpPr>
            <a:cxnSpLocks/>
          </p:cNvCxnSpPr>
          <p:nvPr/>
        </p:nvCxnSpPr>
        <p:spPr>
          <a:xfrm flipV="1">
            <a:off x="5734297" y="4033509"/>
            <a:ext cx="0" cy="271021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C856CC4-EE96-981A-DC86-ADB14FD40E47}"/>
                  </a:ext>
                </a:extLst>
              </p:cNvPr>
              <p:cNvSpPr txBox="1"/>
              <p:nvPr/>
            </p:nvSpPr>
            <p:spPr>
              <a:xfrm>
                <a:off x="5967348" y="3977144"/>
                <a:ext cx="4903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C856CC4-EE96-981A-DC86-ADB14FD40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348" y="3977144"/>
                <a:ext cx="490356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AF04CB6-404E-53A1-B2F4-4C8838FCD51F}"/>
              </a:ext>
            </a:extLst>
          </p:cNvPr>
          <p:cNvCxnSpPr>
            <a:cxnSpLocks/>
          </p:cNvCxnSpPr>
          <p:nvPr/>
        </p:nvCxnSpPr>
        <p:spPr>
          <a:xfrm>
            <a:off x="2259211" y="2816931"/>
            <a:ext cx="0" cy="173566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DC89112-ABF7-A098-51E0-FE010872DEC1}"/>
                  </a:ext>
                </a:extLst>
              </p:cNvPr>
              <p:cNvSpPr txBox="1"/>
              <p:nvPr/>
            </p:nvSpPr>
            <p:spPr>
              <a:xfrm>
                <a:off x="1849949" y="3480476"/>
                <a:ext cx="5139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DC89112-ABF7-A098-51E0-FE010872D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949" y="3480476"/>
                <a:ext cx="513993" cy="400110"/>
              </a:xfrm>
              <a:prstGeom prst="rect">
                <a:avLst/>
              </a:prstGeom>
              <a:blipFill>
                <a:blip r:embed="rId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9913136-8891-D0B1-3852-5E02E0C67F30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2164051" y="2816931"/>
            <a:ext cx="174725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ED14BE4-A020-DC4C-CF2A-493A8FCBC1C1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2164051" y="4552598"/>
            <a:ext cx="174725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D8538A1-2454-DD03-B4C2-AC17351EB0D9}"/>
              </a:ext>
            </a:extLst>
          </p:cNvPr>
          <p:cNvGrpSpPr/>
          <p:nvPr/>
        </p:nvGrpSpPr>
        <p:grpSpPr>
          <a:xfrm>
            <a:off x="3744008" y="3079157"/>
            <a:ext cx="291387" cy="226751"/>
            <a:chOff x="743734" y="1292307"/>
            <a:chExt cx="2021739" cy="1081849"/>
          </a:xfrm>
        </p:grpSpPr>
        <p:sp>
          <p:nvSpPr>
            <p:cNvPr id="71" name="Isosceles Triangle 70">
              <a:extLst>
                <a:ext uri="{FF2B5EF4-FFF2-40B4-BE49-F238E27FC236}">
                  <a16:creationId xmlns:a16="http://schemas.microsoft.com/office/drawing/2014/main" id="{999FFBEF-4CAE-F8D7-FA70-BD35599F68BC}"/>
                </a:ext>
              </a:extLst>
            </p:cNvPr>
            <p:cNvSpPr/>
            <p:nvPr/>
          </p:nvSpPr>
          <p:spPr>
            <a:xfrm flipV="1">
              <a:off x="1073817" y="1292307"/>
              <a:ext cx="1361573" cy="630700"/>
            </a:xfrm>
            <a:prstGeom prst="triangl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438EE5D-26E8-239F-2AB1-52FAD50EE47E}"/>
                </a:ext>
              </a:extLst>
            </p:cNvPr>
            <p:cNvCxnSpPr>
              <a:cxnSpLocks/>
            </p:cNvCxnSpPr>
            <p:nvPr/>
          </p:nvCxnSpPr>
          <p:spPr>
            <a:xfrm>
              <a:off x="743734" y="2049341"/>
              <a:ext cx="202173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8223E3B-F574-3E08-B2AE-87A4D28B2652}"/>
                </a:ext>
              </a:extLst>
            </p:cNvPr>
            <p:cNvCxnSpPr>
              <a:cxnSpLocks/>
            </p:cNvCxnSpPr>
            <p:nvPr/>
          </p:nvCxnSpPr>
          <p:spPr>
            <a:xfrm>
              <a:off x="1005515" y="2374156"/>
              <a:ext cx="149817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8E23921-1F4C-F0B0-22C3-8FCED5870EA3}"/>
              </a:ext>
            </a:extLst>
          </p:cNvPr>
          <p:cNvCxnSpPr>
            <a:cxnSpLocks/>
          </p:cNvCxnSpPr>
          <p:nvPr/>
        </p:nvCxnSpPr>
        <p:spPr>
          <a:xfrm>
            <a:off x="3630811" y="3226470"/>
            <a:ext cx="0" cy="132612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956BDC2-9810-7BC1-D03C-08313F4B791D}"/>
                  </a:ext>
                </a:extLst>
              </p:cNvPr>
              <p:cNvSpPr txBox="1"/>
              <p:nvPr/>
            </p:nvSpPr>
            <p:spPr>
              <a:xfrm>
                <a:off x="3230942" y="3702769"/>
                <a:ext cx="5139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ℎ</m:t>
                      </m: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956BDC2-9810-7BC1-D03C-08313F4B7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942" y="3702769"/>
                <a:ext cx="513993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A4432167-244F-1086-8389-115ED7EC1C52}"/>
              </a:ext>
            </a:extLst>
          </p:cNvPr>
          <p:cNvGrpSpPr/>
          <p:nvPr/>
        </p:nvGrpSpPr>
        <p:grpSpPr>
          <a:xfrm rot="5400000">
            <a:off x="3784681" y="1981749"/>
            <a:ext cx="258761" cy="1411603"/>
            <a:chOff x="6544254" y="2747964"/>
            <a:chExt cx="1834355" cy="1735668"/>
          </a:xfrm>
        </p:grpSpPr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F349575C-9994-F73F-4BAB-DB53BB7B78B5}"/>
                </a:ext>
              </a:extLst>
            </p:cNvPr>
            <p:cNvCxnSpPr>
              <a:cxnSpLocks/>
            </p:cNvCxnSpPr>
            <p:nvPr/>
          </p:nvCxnSpPr>
          <p:spPr>
            <a:xfrm>
              <a:off x="6639415" y="2747964"/>
              <a:ext cx="0" cy="1735667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615E2E2F-2237-96F9-2AEB-4044B00E0D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4255" y="2747964"/>
              <a:ext cx="1747252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0179152B-FE1D-1DD1-324A-54C779F314A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7461432" y="3566454"/>
              <a:ext cx="0" cy="183435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1AF786FE-F985-FF67-94D5-F6B6D198EE6D}"/>
                  </a:ext>
                </a:extLst>
              </p:cNvPr>
              <p:cNvSpPr txBox="1"/>
              <p:nvPr/>
            </p:nvSpPr>
            <p:spPr>
              <a:xfrm>
                <a:off x="3657066" y="2202864"/>
                <a:ext cx="5139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1AF786FE-F985-FF67-94D5-F6B6D198E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066" y="2202864"/>
                <a:ext cx="513993" cy="400110"/>
              </a:xfrm>
              <a:prstGeom prst="rect">
                <a:avLst/>
              </a:prstGeom>
              <a:blipFill>
                <a:blip r:embed="rId9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75C15189-46E1-E606-36B2-0BCD8CD73ABC}"/>
              </a:ext>
            </a:extLst>
          </p:cNvPr>
          <p:cNvGrpSpPr/>
          <p:nvPr/>
        </p:nvGrpSpPr>
        <p:grpSpPr>
          <a:xfrm>
            <a:off x="7359297" y="3033925"/>
            <a:ext cx="2486036" cy="2486036"/>
            <a:chOff x="7614840" y="1717762"/>
            <a:chExt cx="2486036" cy="2486036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5FA25A67-025B-7795-860E-23C99FB62F27}"/>
                </a:ext>
              </a:extLst>
            </p:cNvPr>
            <p:cNvSpPr/>
            <p:nvPr/>
          </p:nvSpPr>
          <p:spPr>
            <a:xfrm>
              <a:off x="7892339" y="2059900"/>
              <a:ext cx="1417331" cy="1176745"/>
            </a:xfrm>
            <a:custGeom>
              <a:avLst/>
              <a:gdLst>
                <a:gd name="connsiteX0" fmla="*/ 8467 w 1778000"/>
                <a:gd name="connsiteY0" fmla="*/ 762000 h 762000"/>
                <a:gd name="connsiteX1" fmla="*/ 1032933 w 1778000"/>
                <a:gd name="connsiteY1" fmla="*/ 753533 h 762000"/>
                <a:gd name="connsiteX2" fmla="*/ 1778000 w 1778000"/>
                <a:gd name="connsiteY2" fmla="*/ 211667 h 762000"/>
                <a:gd name="connsiteX3" fmla="*/ 1634067 w 1778000"/>
                <a:gd name="connsiteY3" fmla="*/ 0 h 762000"/>
                <a:gd name="connsiteX4" fmla="*/ 973667 w 1778000"/>
                <a:gd name="connsiteY4" fmla="*/ 524933 h 762000"/>
                <a:gd name="connsiteX5" fmla="*/ 0 w 1778000"/>
                <a:gd name="connsiteY5" fmla="*/ 550333 h 762000"/>
                <a:gd name="connsiteX6" fmla="*/ 8467 w 1778000"/>
                <a:gd name="connsiteY6" fmla="*/ 762000 h 762000"/>
                <a:gd name="connsiteX0" fmla="*/ 29634 w 1799167"/>
                <a:gd name="connsiteY0" fmla="*/ 762000 h 762000"/>
                <a:gd name="connsiteX1" fmla="*/ 1054100 w 1799167"/>
                <a:gd name="connsiteY1" fmla="*/ 753533 h 762000"/>
                <a:gd name="connsiteX2" fmla="*/ 1799167 w 1799167"/>
                <a:gd name="connsiteY2" fmla="*/ 211667 h 762000"/>
                <a:gd name="connsiteX3" fmla="*/ 1655234 w 1799167"/>
                <a:gd name="connsiteY3" fmla="*/ 0 h 762000"/>
                <a:gd name="connsiteX4" fmla="*/ 994834 w 1799167"/>
                <a:gd name="connsiteY4" fmla="*/ 524933 h 762000"/>
                <a:gd name="connsiteX5" fmla="*/ 0 w 1799167"/>
                <a:gd name="connsiteY5" fmla="*/ 601133 h 762000"/>
                <a:gd name="connsiteX6" fmla="*/ 29634 w 1799167"/>
                <a:gd name="connsiteY6" fmla="*/ 762000 h 762000"/>
                <a:gd name="connsiteX0" fmla="*/ 4234 w 1773767"/>
                <a:gd name="connsiteY0" fmla="*/ 762000 h 762000"/>
                <a:gd name="connsiteX1" fmla="*/ 1028700 w 1773767"/>
                <a:gd name="connsiteY1" fmla="*/ 753533 h 762000"/>
                <a:gd name="connsiteX2" fmla="*/ 1773767 w 1773767"/>
                <a:gd name="connsiteY2" fmla="*/ 211667 h 762000"/>
                <a:gd name="connsiteX3" fmla="*/ 1629834 w 1773767"/>
                <a:gd name="connsiteY3" fmla="*/ 0 h 762000"/>
                <a:gd name="connsiteX4" fmla="*/ 969434 w 1773767"/>
                <a:gd name="connsiteY4" fmla="*/ 524933 h 762000"/>
                <a:gd name="connsiteX5" fmla="*/ 0 w 1773767"/>
                <a:gd name="connsiteY5" fmla="*/ 620183 h 762000"/>
                <a:gd name="connsiteX6" fmla="*/ 4234 w 1773767"/>
                <a:gd name="connsiteY6" fmla="*/ 762000 h 762000"/>
                <a:gd name="connsiteX0" fmla="*/ 4234 w 1773767"/>
                <a:gd name="connsiteY0" fmla="*/ 762000 h 764645"/>
                <a:gd name="connsiteX1" fmla="*/ 1098550 w 1773767"/>
                <a:gd name="connsiteY1" fmla="*/ 764645 h 764645"/>
                <a:gd name="connsiteX2" fmla="*/ 1773767 w 1773767"/>
                <a:gd name="connsiteY2" fmla="*/ 211667 h 764645"/>
                <a:gd name="connsiteX3" fmla="*/ 1629834 w 1773767"/>
                <a:gd name="connsiteY3" fmla="*/ 0 h 764645"/>
                <a:gd name="connsiteX4" fmla="*/ 969434 w 1773767"/>
                <a:gd name="connsiteY4" fmla="*/ 524933 h 764645"/>
                <a:gd name="connsiteX5" fmla="*/ 0 w 1773767"/>
                <a:gd name="connsiteY5" fmla="*/ 620183 h 764645"/>
                <a:gd name="connsiteX6" fmla="*/ 4234 w 1773767"/>
                <a:gd name="connsiteY6" fmla="*/ 762000 h 764645"/>
                <a:gd name="connsiteX0" fmla="*/ 4234 w 1773767"/>
                <a:gd name="connsiteY0" fmla="*/ 762000 h 764645"/>
                <a:gd name="connsiteX1" fmla="*/ 1098550 w 1773767"/>
                <a:gd name="connsiteY1" fmla="*/ 764645 h 764645"/>
                <a:gd name="connsiteX2" fmla="*/ 1773767 w 1773767"/>
                <a:gd name="connsiteY2" fmla="*/ 211667 h 764645"/>
                <a:gd name="connsiteX3" fmla="*/ 1629834 w 1773767"/>
                <a:gd name="connsiteY3" fmla="*/ 0 h 764645"/>
                <a:gd name="connsiteX4" fmla="*/ 1083734 w 1773767"/>
                <a:gd name="connsiteY4" fmla="*/ 609071 h 764645"/>
                <a:gd name="connsiteX5" fmla="*/ 0 w 1773767"/>
                <a:gd name="connsiteY5" fmla="*/ 620183 h 764645"/>
                <a:gd name="connsiteX6" fmla="*/ 4234 w 1773767"/>
                <a:gd name="connsiteY6" fmla="*/ 762000 h 764645"/>
                <a:gd name="connsiteX0" fmla="*/ 4234 w 1773767"/>
                <a:gd name="connsiteY0" fmla="*/ 782637 h 785282"/>
                <a:gd name="connsiteX1" fmla="*/ 1098550 w 1773767"/>
                <a:gd name="connsiteY1" fmla="*/ 785282 h 785282"/>
                <a:gd name="connsiteX2" fmla="*/ 1773767 w 1773767"/>
                <a:gd name="connsiteY2" fmla="*/ 232304 h 785282"/>
                <a:gd name="connsiteX3" fmla="*/ 1601259 w 1773767"/>
                <a:gd name="connsiteY3" fmla="*/ 0 h 785282"/>
                <a:gd name="connsiteX4" fmla="*/ 1083734 w 1773767"/>
                <a:gd name="connsiteY4" fmla="*/ 629708 h 785282"/>
                <a:gd name="connsiteX5" fmla="*/ 0 w 1773767"/>
                <a:gd name="connsiteY5" fmla="*/ 640820 h 785282"/>
                <a:gd name="connsiteX6" fmla="*/ 4234 w 1773767"/>
                <a:gd name="connsiteY6" fmla="*/ 782637 h 785282"/>
                <a:gd name="connsiteX0" fmla="*/ 4234 w 1716617"/>
                <a:gd name="connsiteY0" fmla="*/ 782637 h 785282"/>
                <a:gd name="connsiteX1" fmla="*/ 1098550 w 1716617"/>
                <a:gd name="connsiteY1" fmla="*/ 785282 h 785282"/>
                <a:gd name="connsiteX2" fmla="*/ 1716617 w 1716617"/>
                <a:gd name="connsiteY2" fmla="*/ 98954 h 785282"/>
                <a:gd name="connsiteX3" fmla="*/ 1601259 w 1716617"/>
                <a:gd name="connsiteY3" fmla="*/ 0 h 785282"/>
                <a:gd name="connsiteX4" fmla="*/ 1083734 w 1716617"/>
                <a:gd name="connsiteY4" fmla="*/ 629708 h 785282"/>
                <a:gd name="connsiteX5" fmla="*/ 0 w 1716617"/>
                <a:gd name="connsiteY5" fmla="*/ 640820 h 785282"/>
                <a:gd name="connsiteX6" fmla="*/ 4234 w 1716617"/>
                <a:gd name="connsiteY6" fmla="*/ 782637 h 785282"/>
                <a:gd name="connsiteX0" fmla="*/ 4234 w 1716617"/>
                <a:gd name="connsiteY0" fmla="*/ 782637 h 782637"/>
                <a:gd name="connsiteX1" fmla="*/ 1158875 w 1716617"/>
                <a:gd name="connsiteY1" fmla="*/ 782107 h 782637"/>
                <a:gd name="connsiteX2" fmla="*/ 1716617 w 1716617"/>
                <a:gd name="connsiteY2" fmla="*/ 98954 h 782637"/>
                <a:gd name="connsiteX3" fmla="*/ 1601259 w 1716617"/>
                <a:gd name="connsiteY3" fmla="*/ 0 h 782637"/>
                <a:gd name="connsiteX4" fmla="*/ 1083734 w 1716617"/>
                <a:gd name="connsiteY4" fmla="*/ 629708 h 782637"/>
                <a:gd name="connsiteX5" fmla="*/ 0 w 1716617"/>
                <a:gd name="connsiteY5" fmla="*/ 640820 h 782637"/>
                <a:gd name="connsiteX6" fmla="*/ 4234 w 1716617"/>
                <a:gd name="connsiteY6" fmla="*/ 782637 h 782637"/>
                <a:gd name="connsiteX0" fmla="*/ 4234 w 1716617"/>
                <a:gd name="connsiteY0" fmla="*/ 691754 h 691754"/>
                <a:gd name="connsiteX1" fmla="*/ 1158875 w 1716617"/>
                <a:gd name="connsiteY1" fmla="*/ 691224 h 691754"/>
                <a:gd name="connsiteX2" fmla="*/ 1716617 w 1716617"/>
                <a:gd name="connsiteY2" fmla="*/ 8071 h 691754"/>
                <a:gd name="connsiteX3" fmla="*/ 542739 w 1716617"/>
                <a:gd name="connsiteY3" fmla="*/ 0 h 691754"/>
                <a:gd name="connsiteX4" fmla="*/ 1083734 w 1716617"/>
                <a:gd name="connsiteY4" fmla="*/ 538825 h 691754"/>
                <a:gd name="connsiteX5" fmla="*/ 0 w 1716617"/>
                <a:gd name="connsiteY5" fmla="*/ 549937 h 691754"/>
                <a:gd name="connsiteX6" fmla="*/ 4234 w 1716617"/>
                <a:gd name="connsiteY6" fmla="*/ 691754 h 691754"/>
                <a:gd name="connsiteX0" fmla="*/ 4234 w 1158875"/>
                <a:gd name="connsiteY0" fmla="*/ 691754 h 691754"/>
                <a:gd name="connsiteX1" fmla="*/ 1158875 w 1158875"/>
                <a:gd name="connsiteY1" fmla="*/ 691224 h 691754"/>
                <a:gd name="connsiteX2" fmla="*/ 497715 w 1158875"/>
                <a:gd name="connsiteY2" fmla="*/ 50839 h 691754"/>
                <a:gd name="connsiteX3" fmla="*/ 542739 w 1158875"/>
                <a:gd name="connsiteY3" fmla="*/ 0 h 691754"/>
                <a:gd name="connsiteX4" fmla="*/ 1083734 w 1158875"/>
                <a:gd name="connsiteY4" fmla="*/ 538825 h 691754"/>
                <a:gd name="connsiteX5" fmla="*/ 0 w 1158875"/>
                <a:gd name="connsiteY5" fmla="*/ 549937 h 691754"/>
                <a:gd name="connsiteX6" fmla="*/ 4234 w 1158875"/>
                <a:gd name="connsiteY6" fmla="*/ 691754 h 691754"/>
                <a:gd name="connsiteX0" fmla="*/ 4234 w 1158875"/>
                <a:gd name="connsiteY0" fmla="*/ 691754 h 691754"/>
                <a:gd name="connsiteX1" fmla="*/ 1158875 w 1158875"/>
                <a:gd name="connsiteY1" fmla="*/ 691224 h 691754"/>
                <a:gd name="connsiteX2" fmla="*/ 497715 w 1158875"/>
                <a:gd name="connsiteY2" fmla="*/ 50839 h 691754"/>
                <a:gd name="connsiteX3" fmla="*/ 542739 w 1158875"/>
                <a:gd name="connsiteY3" fmla="*/ 0 h 691754"/>
                <a:gd name="connsiteX4" fmla="*/ 840488 w 1158875"/>
                <a:gd name="connsiteY4" fmla="*/ 541498 h 691754"/>
                <a:gd name="connsiteX5" fmla="*/ 0 w 1158875"/>
                <a:gd name="connsiteY5" fmla="*/ 549937 h 691754"/>
                <a:gd name="connsiteX6" fmla="*/ 4234 w 1158875"/>
                <a:gd name="connsiteY6" fmla="*/ 691754 h 691754"/>
                <a:gd name="connsiteX0" fmla="*/ 4234 w 1158875"/>
                <a:gd name="connsiteY0" fmla="*/ 640915 h 640915"/>
                <a:gd name="connsiteX1" fmla="*/ 1158875 w 1158875"/>
                <a:gd name="connsiteY1" fmla="*/ 640385 h 640915"/>
                <a:gd name="connsiteX2" fmla="*/ 497715 w 1158875"/>
                <a:gd name="connsiteY2" fmla="*/ 0 h 640915"/>
                <a:gd name="connsiteX3" fmla="*/ 430472 w 1158875"/>
                <a:gd name="connsiteY3" fmla="*/ 77466 h 640915"/>
                <a:gd name="connsiteX4" fmla="*/ 840488 w 1158875"/>
                <a:gd name="connsiteY4" fmla="*/ 490659 h 640915"/>
                <a:gd name="connsiteX5" fmla="*/ 0 w 1158875"/>
                <a:gd name="connsiteY5" fmla="*/ 499098 h 640915"/>
                <a:gd name="connsiteX6" fmla="*/ 4234 w 1158875"/>
                <a:gd name="connsiteY6" fmla="*/ 640915 h 640915"/>
                <a:gd name="connsiteX0" fmla="*/ 4234 w 1158875"/>
                <a:gd name="connsiteY0" fmla="*/ 640915 h 640915"/>
                <a:gd name="connsiteX1" fmla="*/ 1158875 w 1158875"/>
                <a:gd name="connsiteY1" fmla="*/ 640385 h 640915"/>
                <a:gd name="connsiteX2" fmla="*/ 497715 w 1158875"/>
                <a:gd name="connsiteY2" fmla="*/ 0 h 640915"/>
                <a:gd name="connsiteX3" fmla="*/ 430472 w 1158875"/>
                <a:gd name="connsiteY3" fmla="*/ 77466 h 640915"/>
                <a:gd name="connsiteX4" fmla="*/ 676097 w 1158875"/>
                <a:gd name="connsiteY4" fmla="*/ 494669 h 640915"/>
                <a:gd name="connsiteX5" fmla="*/ 0 w 1158875"/>
                <a:gd name="connsiteY5" fmla="*/ 499098 h 640915"/>
                <a:gd name="connsiteX6" fmla="*/ 4234 w 1158875"/>
                <a:gd name="connsiteY6" fmla="*/ 640915 h 640915"/>
                <a:gd name="connsiteX0" fmla="*/ 4234 w 1158875"/>
                <a:gd name="connsiteY0" fmla="*/ 640915 h 640915"/>
                <a:gd name="connsiteX1" fmla="*/ 1158875 w 1158875"/>
                <a:gd name="connsiteY1" fmla="*/ 640385 h 640915"/>
                <a:gd name="connsiteX2" fmla="*/ 497715 w 1158875"/>
                <a:gd name="connsiteY2" fmla="*/ 0 h 640915"/>
                <a:gd name="connsiteX3" fmla="*/ 386367 w 1158875"/>
                <a:gd name="connsiteY3" fmla="*/ 105533 h 640915"/>
                <a:gd name="connsiteX4" fmla="*/ 676097 w 1158875"/>
                <a:gd name="connsiteY4" fmla="*/ 494669 h 640915"/>
                <a:gd name="connsiteX5" fmla="*/ 0 w 1158875"/>
                <a:gd name="connsiteY5" fmla="*/ 499098 h 640915"/>
                <a:gd name="connsiteX6" fmla="*/ 4234 w 1158875"/>
                <a:gd name="connsiteY6" fmla="*/ 640915 h 640915"/>
                <a:gd name="connsiteX0" fmla="*/ 4234 w 1158875"/>
                <a:gd name="connsiteY0" fmla="*/ 640915 h 640915"/>
                <a:gd name="connsiteX1" fmla="*/ 1158875 w 1158875"/>
                <a:gd name="connsiteY1" fmla="*/ 640385 h 640915"/>
                <a:gd name="connsiteX2" fmla="*/ 497715 w 1158875"/>
                <a:gd name="connsiteY2" fmla="*/ 0 h 640915"/>
                <a:gd name="connsiteX3" fmla="*/ 408419 w 1158875"/>
                <a:gd name="connsiteY3" fmla="*/ 87490 h 640915"/>
                <a:gd name="connsiteX4" fmla="*/ 676097 w 1158875"/>
                <a:gd name="connsiteY4" fmla="*/ 494669 h 640915"/>
                <a:gd name="connsiteX5" fmla="*/ 0 w 1158875"/>
                <a:gd name="connsiteY5" fmla="*/ 499098 h 640915"/>
                <a:gd name="connsiteX6" fmla="*/ 4234 w 1158875"/>
                <a:gd name="connsiteY6" fmla="*/ 640915 h 640915"/>
                <a:gd name="connsiteX0" fmla="*/ 4234 w 1158875"/>
                <a:gd name="connsiteY0" fmla="*/ 640915 h 640915"/>
                <a:gd name="connsiteX1" fmla="*/ 1158875 w 1158875"/>
                <a:gd name="connsiteY1" fmla="*/ 640385 h 640915"/>
                <a:gd name="connsiteX2" fmla="*/ 497715 w 1158875"/>
                <a:gd name="connsiteY2" fmla="*/ 0 h 640915"/>
                <a:gd name="connsiteX3" fmla="*/ 408419 w 1158875"/>
                <a:gd name="connsiteY3" fmla="*/ 87490 h 640915"/>
                <a:gd name="connsiteX4" fmla="*/ 804403 w 1158875"/>
                <a:gd name="connsiteY4" fmla="*/ 500683 h 640915"/>
                <a:gd name="connsiteX5" fmla="*/ 0 w 1158875"/>
                <a:gd name="connsiteY5" fmla="*/ 499098 h 640915"/>
                <a:gd name="connsiteX6" fmla="*/ 4234 w 1158875"/>
                <a:gd name="connsiteY6" fmla="*/ 640915 h 640915"/>
                <a:gd name="connsiteX0" fmla="*/ 4234 w 1158875"/>
                <a:gd name="connsiteY0" fmla="*/ 640915 h 640915"/>
                <a:gd name="connsiteX1" fmla="*/ 1158875 w 1158875"/>
                <a:gd name="connsiteY1" fmla="*/ 640385 h 640915"/>
                <a:gd name="connsiteX2" fmla="*/ 497715 w 1158875"/>
                <a:gd name="connsiteY2" fmla="*/ 0 h 640915"/>
                <a:gd name="connsiteX3" fmla="*/ 408419 w 1158875"/>
                <a:gd name="connsiteY3" fmla="*/ 87490 h 640915"/>
                <a:gd name="connsiteX4" fmla="*/ 822446 w 1158875"/>
                <a:gd name="connsiteY4" fmla="*/ 502688 h 640915"/>
                <a:gd name="connsiteX5" fmla="*/ 0 w 1158875"/>
                <a:gd name="connsiteY5" fmla="*/ 499098 h 640915"/>
                <a:gd name="connsiteX6" fmla="*/ 4234 w 1158875"/>
                <a:gd name="connsiteY6" fmla="*/ 640915 h 640915"/>
                <a:gd name="connsiteX0" fmla="*/ 4234 w 1158875"/>
                <a:gd name="connsiteY0" fmla="*/ 640915 h 640915"/>
                <a:gd name="connsiteX1" fmla="*/ 1158875 w 1158875"/>
                <a:gd name="connsiteY1" fmla="*/ 640385 h 640915"/>
                <a:gd name="connsiteX2" fmla="*/ 497715 w 1158875"/>
                <a:gd name="connsiteY2" fmla="*/ 0 h 640915"/>
                <a:gd name="connsiteX3" fmla="*/ 392381 w 1158875"/>
                <a:gd name="connsiteY3" fmla="*/ 103528 h 640915"/>
                <a:gd name="connsiteX4" fmla="*/ 822446 w 1158875"/>
                <a:gd name="connsiteY4" fmla="*/ 502688 h 640915"/>
                <a:gd name="connsiteX5" fmla="*/ 0 w 1158875"/>
                <a:gd name="connsiteY5" fmla="*/ 499098 h 640915"/>
                <a:gd name="connsiteX6" fmla="*/ 4234 w 1158875"/>
                <a:gd name="connsiteY6" fmla="*/ 640915 h 640915"/>
                <a:gd name="connsiteX0" fmla="*/ 4234 w 1158875"/>
                <a:gd name="connsiteY0" fmla="*/ 640915 h 640915"/>
                <a:gd name="connsiteX1" fmla="*/ 1158875 w 1158875"/>
                <a:gd name="connsiteY1" fmla="*/ 640385 h 640915"/>
                <a:gd name="connsiteX2" fmla="*/ 497715 w 1158875"/>
                <a:gd name="connsiteY2" fmla="*/ 0 h 640915"/>
                <a:gd name="connsiteX3" fmla="*/ 392381 w 1158875"/>
                <a:gd name="connsiteY3" fmla="*/ 103528 h 640915"/>
                <a:gd name="connsiteX4" fmla="*/ 808413 w 1158875"/>
                <a:gd name="connsiteY4" fmla="*/ 504693 h 640915"/>
                <a:gd name="connsiteX5" fmla="*/ 0 w 1158875"/>
                <a:gd name="connsiteY5" fmla="*/ 499098 h 640915"/>
                <a:gd name="connsiteX6" fmla="*/ 4234 w 1158875"/>
                <a:gd name="connsiteY6" fmla="*/ 640915 h 640915"/>
                <a:gd name="connsiteX0" fmla="*/ 4234 w 1158875"/>
                <a:gd name="connsiteY0" fmla="*/ 640915 h 640915"/>
                <a:gd name="connsiteX1" fmla="*/ 1158875 w 1158875"/>
                <a:gd name="connsiteY1" fmla="*/ 640385 h 640915"/>
                <a:gd name="connsiteX2" fmla="*/ 497715 w 1158875"/>
                <a:gd name="connsiteY2" fmla="*/ 0 h 640915"/>
                <a:gd name="connsiteX3" fmla="*/ 392381 w 1158875"/>
                <a:gd name="connsiteY3" fmla="*/ 103528 h 640915"/>
                <a:gd name="connsiteX4" fmla="*/ 798389 w 1158875"/>
                <a:gd name="connsiteY4" fmla="*/ 500684 h 640915"/>
                <a:gd name="connsiteX5" fmla="*/ 0 w 1158875"/>
                <a:gd name="connsiteY5" fmla="*/ 499098 h 640915"/>
                <a:gd name="connsiteX6" fmla="*/ 4234 w 1158875"/>
                <a:gd name="connsiteY6" fmla="*/ 640915 h 640915"/>
                <a:gd name="connsiteX0" fmla="*/ 0 w 1154641"/>
                <a:gd name="connsiteY0" fmla="*/ 640915 h 640915"/>
                <a:gd name="connsiteX1" fmla="*/ 1154641 w 1154641"/>
                <a:gd name="connsiteY1" fmla="*/ 640385 h 640915"/>
                <a:gd name="connsiteX2" fmla="*/ 493481 w 1154641"/>
                <a:gd name="connsiteY2" fmla="*/ 0 h 640915"/>
                <a:gd name="connsiteX3" fmla="*/ 388147 w 1154641"/>
                <a:gd name="connsiteY3" fmla="*/ 103528 h 640915"/>
                <a:gd name="connsiteX4" fmla="*/ 794155 w 1154641"/>
                <a:gd name="connsiteY4" fmla="*/ 500684 h 640915"/>
                <a:gd name="connsiteX5" fmla="*/ 1780 w 1154641"/>
                <a:gd name="connsiteY5" fmla="*/ 497094 h 640915"/>
                <a:gd name="connsiteX6" fmla="*/ 0 w 1154641"/>
                <a:gd name="connsiteY6" fmla="*/ 640915 h 640915"/>
                <a:gd name="connsiteX0" fmla="*/ 489390 w 1152862"/>
                <a:gd name="connsiteY0" fmla="*/ 644925 h 644925"/>
                <a:gd name="connsiteX1" fmla="*/ 1152862 w 1152862"/>
                <a:gd name="connsiteY1" fmla="*/ 640385 h 644925"/>
                <a:gd name="connsiteX2" fmla="*/ 491702 w 1152862"/>
                <a:gd name="connsiteY2" fmla="*/ 0 h 644925"/>
                <a:gd name="connsiteX3" fmla="*/ 386368 w 1152862"/>
                <a:gd name="connsiteY3" fmla="*/ 103528 h 644925"/>
                <a:gd name="connsiteX4" fmla="*/ 792376 w 1152862"/>
                <a:gd name="connsiteY4" fmla="*/ 500684 h 644925"/>
                <a:gd name="connsiteX5" fmla="*/ 1 w 1152862"/>
                <a:gd name="connsiteY5" fmla="*/ 497094 h 644925"/>
                <a:gd name="connsiteX6" fmla="*/ 489390 w 1152862"/>
                <a:gd name="connsiteY6" fmla="*/ 644925 h 644925"/>
                <a:gd name="connsiteX0" fmla="*/ 103022 w 766494"/>
                <a:gd name="connsiteY0" fmla="*/ 644925 h 644925"/>
                <a:gd name="connsiteX1" fmla="*/ 766494 w 766494"/>
                <a:gd name="connsiteY1" fmla="*/ 640385 h 644925"/>
                <a:gd name="connsiteX2" fmla="*/ 105334 w 766494"/>
                <a:gd name="connsiteY2" fmla="*/ 0 h 644925"/>
                <a:gd name="connsiteX3" fmla="*/ 0 w 766494"/>
                <a:gd name="connsiteY3" fmla="*/ 103528 h 644925"/>
                <a:gd name="connsiteX4" fmla="*/ 406008 w 766494"/>
                <a:gd name="connsiteY4" fmla="*/ 500684 h 644925"/>
                <a:gd name="connsiteX5" fmla="*/ 102798 w 766494"/>
                <a:gd name="connsiteY5" fmla="*/ 503108 h 644925"/>
                <a:gd name="connsiteX6" fmla="*/ 103022 w 766494"/>
                <a:gd name="connsiteY6" fmla="*/ 644925 h 644925"/>
                <a:gd name="connsiteX0" fmla="*/ 103022 w 766494"/>
                <a:gd name="connsiteY0" fmla="*/ 644925 h 644925"/>
                <a:gd name="connsiteX1" fmla="*/ 766494 w 766494"/>
                <a:gd name="connsiteY1" fmla="*/ 640385 h 644925"/>
                <a:gd name="connsiteX2" fmla="*/ 105334 w 766494"/>
                <a:gd name="connsiteY2" fmla="*/ 0 h 644925"/>
                <a:gd name="connsiteX3" fmla="*/ 0 w 766494"/>
                <a:gd name="connsiteY3" fmla="*/ 103528 h 644925"/>
                <a:gd name="connsiteX4" fmla="*/ 406008 w 766494"/>
                <a:gd name="connsiteY4" fmla="*/ 500684 h 644925"/>
                <a:gd name="connsiteX5" fmla="*/ 108812 w 766494"/>
                <a:gd name="connsiteY5" fmla="*/ 497094 h 644925"/>
                <a:gd name="connsiteX6" fmla="*/ 103022 w 766494"/>
                <a:gd name="connsiteY6" fmla="*/ 644925 h 644925"/>
                <a:gd name="connsiteX0" fmla="*/ 103022 w 766494"/>
                <a:gd name="connsiteY0" fmla="*/ 644925 h 644925"/>
                <a:gd name="connsiteX1" fmla="*/ 766494 w 766494"/>
                <a:gd name="connsiteY1" fmla="*/ 640385 h 644925"/>
                <a:gd name="connsiteX2" fmla="*/ 105334 w 766494"/>
                <a:gd name="connsiteY2" fmla="*/ 0 h 644925"/>
                <a:gd name="connsiteX3" fmla="*/ 0 w 766494"/>
                <a:gd name="connsiteY3" fmla="*/ 103528 h 644925"/>
                <a:gd name="connsiteX4" fmla="*/ 406008 w 766494"/>
                <a:gd name="connsiteY4" fmla="*/ 500684 h 644925"/>
                <a:gd name="connsiteX5" fmla="*/ 102798 w 766494"/>
                <a:gd name="connsiteY5" fmla="*/ 501104 h 644925"/>
                <a:gd name="connsiteX6" fmla="*/ 103022 w 766494"/>
                <a:gd name="connsiteY6" fmla="*/ 644925 h 644925"/>
                <a:gd name="connsiteX0" fmla="*/ 231443 w 894915"/>
                <a:gd name="connsiteY0" fmla="*/ 644925 h 644925"/>
                <a:gd name="connsiteX1" fmla="*/ 894915 w 894915"/>
                <a:gd name="connsiteY1" fmla="*/ 640385 h 644925"/>
                <a:gd name="connsiteX2" fmla="*/ 233755 w 894915"/>
                <a:gd name="connsiteY2" fmla="*/ 0 h 644925"/>
                <a:gd name="connsiteX3" fmla="*/ 128421 w 894915"/>
                <a:gd name="connsiteY3" fmla="*/ 103528 h 644925"/>
                <a:gd name="connsiteX4" fmla="*/ 534429 w 894915"/>
                <a:gd name="connsiteY4" fmla="*/ 500684 h 644925"/>
                <a:gd name="connsiteX5" fmla="*/ 1 w 894915"/>
                <a:gd name="connsiteY5" fmla="*/ 501104 h 644925"/>
                <a:gd name="connsiteX6" fmla="*/ 231443 w 894915"/>
                <a:gd name="connsiteY6" fmla="*/ 644925 h 644925"/>
                <a:gd name="connsiteX0" fmla="*/ 9603 w 894937"/>
                <a:gd name="connsiteY0" fmla="*/ 643589 h 643589"/>
                <a:gd name="connsiteX1" fmla="*/ 894937 w 894937"/>
                <a:gd name="connsiteY1" fmla="*/ 640385 h 643589"/>
                <a:gd name="connsiteX2" fmla="*/ 233777 w 894937"/>
                <a:gd name="connsiteY2" fmla="*/ 0 h 643589"/>
                <a:gd name="connsiteX3" fmla="*/ 128443 w 894937"/>
                <a:gd name="connsiteY3" fmla="*/ 103528 h 643589"/>
                <a:gd name="connsiteX4" fmla="*/ 534451 w 894937"/>
                <a:gd name="connsiteY4" fmla="*/ 500684 h 643589"/>
                <a:gd name="connsiteX5" fmla="*/ 23 w 894937"/>
                <a:gd name="connsiteY5" fmla="*/ 501104 h 643589"/>
                <a:gd name="connsiteX6" fmla="*/ 9603 w 894937"/>
                <a:gd name="connsiteY6" fmla="*/ 643589 h 643589"/>
                <a:gd name="connsiteX0" fmla="*/ 9603 w 894937"/>
                <a:gd name="connsiteY0" fmla="*/ 743026 h 743026"/>
                <a:gd name="connsiteX1" fmla="*/ 894937 w 894937"/>
                <a:gd name="connsiteY1" fmla="*/ 739822 h 743026"/>
                <a:gd name="connsiteX2" fmla="*/ 461519 w 894937"/>
                <a:gd name="connsiteY2" fmla="*/ 0 h 743026"/>
                <a:gd name="connsiteX3" fmla="*/ 128443 w 894937"/>
                <a:gd name="connsiteY3" fmla="*/ 202965 h 743026"/>
                <a:gd name="connsiteX4" fmla="*/ 534451 w 894937"/>
                <a:gd name="connsiteY4" fmla="*/ 600121 h 743026"/>
                <a:gd name="connsiteX5" fmla="*/ 23 w 894937"/>
                <a:gd name="connsiteY5" fmla="*/ 600541 h 743026"/>
                <a:gd name="connsiteX6" fmla="*/ 9603 w 894937"/>
                <a:gd name="connsiteY6" fmla="*/ 743026 h 743026"/>
                <a:gd name="connsiteX0" fmla="*/ 9603 w 894937"/>
                <a:gd name="connsiteY0" fmla="*/ 743026 h 743026"/>
                <a:gd name="connsiteX1" fmla="*/ 894937 w 894937"/>
                <a:gd name="connsiteY1" fmla="*/ 739822 h 743026"/>
                <a:gd name="connsiteX2" fmla="*/ 461519 w 894937"/>
                <a:gd name="connsiteY2" fmla="*/ 0 h 743026"/>
                <a:gd name="connsiteX3" fmla="*/ 343355 w 894937"/>
                <a:gd name="connsiteY3" fmla="*/ 77867 h 743026"/>
                <a:gd name="connsiteX4" fmla="*/ 534451 w 894937"/>
                <a:gd name="connsiteY4" fmla="*/ 600121 h 743026"/>
                <a:gd name="connsiteX5" fmla="*/ 23 w 894937"/>
                <a:gd name="connsiteY5" fmla="*/ 600541 h 743026"/>
                <a:gd name="connsiteX6" fmla="*/ 9603 w 894937"/>
                <a:gd name="connsiteY6" fmla="*/ 743026 h 743026"/>
                <a:gd name="connsiteX0" fmla="*/ 9603 w 894937"/>
                <a:gd name="connsiteY0" fmla="*/ 743026 h 743026"/>
                <a:gd name="connsiteX1" fmla="*/ 894937 w 894937"/>
                <a:gd name="connsiteY1" fmla="*/ 739822 h 743026"/>
                <a:gd name="connsiteX2" fmla="*/ 461519 w 894937"/>
                <a:gd name="connsiteY2" fmla="*/ 0 h 743026"/>
                <a:gd name="connsiteX3" fmla="*/ 343355 w 894937"/>
                <a:gd name="connsiteY3" fmla="*/ 77867 h 743026"/>
                <a:gd name="connsiteX4" fmla="*/ 659549 w 894937"/>
                <a:gd name="connsiteY4" fmla="*/ 600121 h 743026"/>
                <a:gd name="connsiteX5" fmla="*/ 23 w 894937"/>
                <a:gd name="connsiteY5" fmla="*/ 600541 h 743026"/>
                <a:gd name="connsiteX6" fmla="*/ 9603 w 894937"/>
                <a:gd name="connsiteY6" fmla="*/ 743026 h 743026"/>
                <a:gd name="connsiteX0" fmla="*/ 9603 w 894937"/>
                <a:gd name="connsiteY0" fmla="*/ 743026 h 743026"/>
                <a:gd name="connsiteX1" fmla="*/ 894937 w 894937"/>
                <a:gd name="connsiteY1" fmla="*/ 739822 h 743026"/>
                <a:gd name="connsiteX2" fmla="*/ 461519 w 894937"/>
                <a:gd name="connsiteY2" fmla="*/ 0 h 743026"/>
                <a:gd name="connsiteX3" fmla="*/ 343355 w 894937"/>
                <a:gd name="connsiteY3" fmla="*/ 77867 h 743026"/>
                <a:gd name="connsiteX4" fmla="*/ 643511 w 894937"/>
                <a:gd name="connsiteY4" fmla="*/ 600121 h 743026"/>
                <a:gd name="connsiteX5" fmla="*/ 23 w 894937"/>
                <a:gd name="connsiteY5" fmla="*/ 600541 h 743026"/>
                <a:gd name="connsiteX6" fmla="*/ 9603 w 894937"/>
                <a:gd name="connsiteY6" fmla="*/ 743026 h 743026"/>
                <a:gd name="connsiteX0" fmla="*/ 9603 w 894937"/>
                <a:gd name="connsiteY0" fmla="*/ 743026 h 743026"/>
                <a:gd name="connsiteX1" fmla="*/ 894937 w 894937"/>
                <a:gd name="connsiteY1" fmla="*/ 739822 h 743026"/>
                <a:gd name="connsiteX2" fmla="*/ 461519 w 894937"/>
                <a:gd name="connsiteY2" fmla="*/ 0 h 743026"/>
                <a:gd name="connsiteX3" fmla="*/ 343355 w 894937"/>
                <a:gd name="connsiteY3" fmla="*/ 77867 h 743026"/>
                <a:gd name="connsiteX4" fmla="*/ 630680 w 894937"/>
                <a:gd name="connsiteY4" fmla="*/ 600121 h 743026"/>
                <a:gd name="connsiteX5" fmla="*/ 23 w 894937"/>
                <a:gd name="connsiteY5" fmla="*/ 600541 h 743026"/>
                <a:gd name="connsiteX6" fmla="*/ 9603 w 894937"/>
                <a:gd name="connsiteY6" fmla="*/ 743026 h 743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4937" h="743026">
                  <a:moveTo>
                    <a:pt x="9603" y="743026"/>
                  </a:moveTo>
                  <a:lnTo>
                    <a:pt x="894937" y="739822"/>
                  </a:lnTo>
                  <a:lnTo>
                    <a:pt x="461519" y="0"/>
                  </a:lnTo>
                  <a:lnTo>
                    <a:pt x="343355" y="77867"/>
                  </a:lnTo>
                  <a:lnTo>
                    <a:pt x="630680" y="600121"/>
                  </a:lnTo>
                  <a:lnTo>
                    <a:pt x="23" y="600541"/>
                  </a:lnTo>
                  <a:cubicBezTo>
                    <a:pt x="-570" y="648481"/>
                    <a:pt x="10196" y="695086"/>
                    <a:pt x="9603" y="74302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50C8C31A-D7E3-B928-421B-9F9785A6AC8C}"/>
                </a:ext>
              </a:extLst>
            </p:cNvPr>
            <p:cNvSpPr/>
            <p:nvPr/>
          </p:nvSpPr>
          <p:spPr>
            <a:xfrm>
              <a:off x="7867818" y="2778024"/>
              <a:ext cx="1639889" cy="609173"/>
            </a:xfrm>
            <a:custGeom>
              <a:avLst/>
              <a:gdLst>
                <a:gd name="connsiteX0" fmla="*/ 8467 w 1778000"/>
                <a:gd name="connsiteY0" fmla="*/ 762000 h 762000"/>
                <a:gd name="connsiteX1" fmla="*/ 1032933 w 1778000"/>
                <a:gd name="connsiteY1" fmla="*/ 753533 h 762000"/>
                <a:gd name="connsiteX2" fmla="*/ 1778000 w 1778000"/>
                <a:gd name="connsiteY2" fmla="*/ 211667 h 762000"/>
                <a:gd name="connsiteX3" fmla="*/ 1634067 w 1778000"/>
                <a:gd name="connsiteY3" fmla="*/ 0 h 762000"/>
                <a:gd name="connsiteX4" fmla="*/ 973667 w 1778000"/>
                <a:gd name="connsiteY4" fmla="*/ 524933 h 762000"/>
                <a:gd name="connsiteX5" fmla="*/ 0 w 1778000"/>
                <a:gd name="connsiteY5" fmla="*/ 550333 h 762000"/>
                <a:gd name="connsiteX6" fmla="*/ 8467 w 1778000"/>
                <a:gd name="connsiteY6" fmla="*/ 762000 h 762000"/>
                <a:gd name="connsiteX0" fmla="*/ 29634 w 1799167"/>
                <a:gd name="connsiteY0" fmla="*/ 762000 h 762000"/>
                <a:gd name="connsiteX1" fmla="*/ 1054100 w 1799167"/>
                <a:gd name="connsiteY1" fmla="*/ 753533 h 762000"/>
                <a:gd name="connsiteX2" fmla="*/ 1799167 w 1799167"/>
                <a:gd name="connsiteY2" fmla="*/ 211667 h 762000"/>
                <a:gd name="connsiteX3" fmla="*/ 1655234 w 1799167"/>
                <a:gd name="connsiteY3" fmla="*/ 0 h 762000"/>
                <a:gd name="connsiteX4" fmla="*/ 994834 w 1799167"/>
                <a:gd name="connsiteY4" fmla="*/ 524933 h 762000"/>
                <a:gd name="connsiteX5" fmla="*/ 0 w 1799167"/>
                <a:gd name="connsiteY5" fmla="*/ 601133 h 762000"/>
                <a:gd name="connsiteX6" fmla="*/ 29634 w 1799167"/>
                <a:gd name="connsiteY6" fmla="*/ 762000 h 762000"/>
                <a:gd name="connsiteX0" fmla="*/ 4234 w 1773767"/>
                <a:gd name="connsiteY0" fmla="*/ 762000 h 762000"/>
                <a:gd name="connsiteX1" fmla="*/ 1028700 w 1773767"/>
                <a:gd name="connsiteY1" fmla="*/ 753533 h 762000"/>
                <a:gd name="connsiteX2" fmla="*/ 1773767 w 1773767"/>
                <a:gd name="connsiteY2" fmla="*/ 211667 h 762000"/>
                <a:gd name="connsiteX3" fmla="*/ 1629834 w 1773767"/>
                <a:gd name="connsiteY3" fmla="*/ 0 h 762000"/>
                <a:gd name="connsiteX4" fmla="*/ 969434 w 1773767"/>
                <a:gd name="connsiteY4" fmla="*/ 524933 h 762000"/>
                <a:gd name="connsiteX5" fmla="*/ 0 w 1773767"/>
                <a:gd name="connsiteY5" fmla="*/ 620183 h 762000"/>
                <a:gd name="connsiteX6" fmla="*/ 4234 w 1773767"/>
                <a:gd name="connsiteY6" fmla="*/ 762000 h 762000"/>
                <a:gd name="connsiteX0" fmla="*/ 4234 w 1773767"/>
                <a:gd name="connsiteY0" fmla="*/ 762000 h 764645"/>
                <a:gd name="connsiteX1" fmla="*/ 1098550 w 1773767"/>
                <a:gd name="connsiteY1" fmla="*/ 764645 h 764645"/>
                <a:gd name="connsiteX2" fmla="*/ 1773767 w 1773767"/>
                <a:gd name="connsiteY2" fmla="*/ 211667 h 764645"/>
                <a:gd name="connsiteX3" fmla="*/ 1629834 w 1773767"/>
                <a:gd name="connsiteY3" fmla="*/ 0 h 764645"/>
                <a:gd name="connsiteX4" fmla="*/ 969434 w 1773767"/>
                <a:gd name="connsiteY4" fmla="*/ 524933 h 764645"/>
                <a:gd name="connsiteX5" fmla="*/ 0 w 1773767"/>
                <a:gd name="connsiteY5" fmla="*/ 620183 h 764645"/>
                <a:gd name="connsiteX6" fmla="*/ 4234 w 1773767"/>
                <a:gd name="connsiteY6" fmla="*/ 762000 h 764645"/>
                <a:gd name="connsiteX0" fmla="*/ 4234 w 1773767"/>
                <a:gd name="connsiteY0" fmla="*/ 762000 h 764645"/>
                <a:gd name="connsiteX1" fmla="*/ 1098550 w 1773767"/>
                <a:gd name="connsiteY1" fmla="*/ 764645 h 764645"/>
                <a:gd name="connsiteX2" fmla="*/ 1773767 w 1773767"/>
                <a:gd name="connsiteY2" fmla="*/ 211667 h 764645"/>
                <a:gd name="connsiteX3" fmla="*/ 1629834 w 1773767"/>
                <a:gd name="connsiteY3" fmla="*/ 0 h 764645"/>
                <a:gd name="connsiteX4" fmla="*/ 1083734 w 1773767"/>
                <a:gd name="connsiteY4" fmla="*/ 609071 h 764645"/>
                <a:gd name="connsiteX5" fmla="*/ 0 w 1773767"/>
                <a:gd name="connsiteY5" fmla="*/ 620183 h 764645"/>
                <a:gd name="connsiteX6" fmla="*/ 4234 w 1773767"/>
                <a:gd name="connsiteY6" fmla="*/ 762000 h 764645"/>
                <a:gd name="connsiteX0" fmla="*/ 4234 w 1773767"/>
                <a:gd name="connsiteY0" fmla="*/ 782637 h 785282"/>
                <a:gd name="connsiteX1" fmla="*/ 1098550 w 1773767"/>
                <a:gd name="connsiteY1" fmla="*/ 785282 h 785282"/>
                <a:gd name="connsiteX2" fmla="*/ 1773767 w 1773767"/>
                <a:gd name="connsiteY2" fmla="*/ 232304 h 785282"/>
                <a:gd name="connsiteX3" fmla="*/ 1601259 w 1773767"/>
                <a:gd name="connsiteY3" fmla="*/ 0 h 785282"/>
                <a:gd name="connsiteX4" fmla="*/ 1083734 w 1773767"/>
                <a:gd name="connsiteY4" fmla="*/ 629708 h 785282"/>
                <a:gd name="connsiteX5" fmla="*/ 0 w 1773767"/>
                <a:gd name="connsiteY5" fmla="*/ 640820 h 785282"/>
                <a:gd name="connsiteX6" fmla="*/ 4234 w 1773767"/>
                <a:gd name="connsiteY6" fmla="*/ 782637 h 785282"/>
                <a:gd name="connsiteX0" fmla="*/ 4234 w 1716617"/>
                <a:gd name="connsiteY0" fmla="*/ 782637 h 785282"/>
                <a:gd name="connsiteX1" fmla="*/ 1098550 w 1716617"/>
                <a:gd name="connsiteY1" fmla="*/ 785282 h 785282"/>
                <a:gd name="connsiteX2" fmla="*/ 1716617 w 1716617"/>
                <a:gd name="connsiteY2" fmla="*/ 98954 h 785282"/>
                <a:gd name="connsiteX3" fmla="*/ 1601259 w 1716617"/>
                <a:gd name="connsiteY3" fmla="*/ 0 h 785282"/>
                <a:gd name="connsiteX4" fmla="*/ 1083734 w 1716617"/>
                <a:gd name="connsiteY4" fmla="*/ 629708 h 785282"/>
                <a:gd name="connsiteX5" fmla="*/ 0 w 1716617"/>
                <a:gd name="connsiteY5" fmla="*/ 640820 h 785282"/>
                <a:gd name="connsiteX6" fmla="*/ 4234 w 1716617"/>
                <a:gd name="connsiteY6" fmla="*/ 782637 h 785282"/>
                <a:gd name="connsiteX0" fmla="*/ 4234 w 1716617"/>
                <a:gd name="connsiteY0" fmla="*/ 782637 h 782637"/>
                <a:gd name="connsiteX1" fmla="*/ 1158875 w 1716617"/>
                <a:gd name="connsiteY1" fmla="*/ 782107 h 782637"/>
                <a:gd name="connsiteX2" fmla="*/ 1716617 w 1716617"/>
                <a:gd name="connsiteY2" fmla="*/ 98954 h 782637"/>
                <a:gd name="connsiteX3" fmla="*/ 1601259 w 1716617"/>
                <a:gd name="connsiteY3" fmla="*/ 0 h 782637"/>
                <a:gd name="connsiteX4" fmla="*/ 1083734 w 1716617"/>
                <a:gd name="connsiteY4" fmla="*/ 629708 h 782637"/>
                <a:gd name="connsiteX5" fmla="*/ 0 w 1716617"/>
                <a:gd name="connsiteY5" fmla="*/ 640820 h 782637"/>
                <a:gd name="connsiteX6" fmla="*/ 4234 w 1716617"/>
                <a:gd name="connsiteY6" fmla="*/ 782637 h 782637"/>
                <a:gd name="connsiteX0" fmla="*/ 7409 w 1716617"/>
                <a:gd name="connsiteY0" fmla="*/ 731837 h 782107"/>
                <a:gd name="connsiteX1" fmla="*/ 1158875 w 1716617"/>
                <a:gd name="connsiteY1" fmla="*/ 782107 h 782107"/>
                <a:gd name="connsiteX2" fmla="*/ 1716617 w 1716617"/>
                <a:gd name="connsiteY2" fmla="*/ 98954 h 782107"/>
                <a:gd name="connsiteX3" fmla="*/ 1601259 w 1716617"/>
                <a:gd name="connsiteY3" fmla="*/ 0 h 782107"/>
                <a:gd name="connsiteX4" fmla="*/ 1083734 w 1716617"/>
                <a:gd name="connsiteY4" fmla="*/ 629708 h 782107"/>
                <a:gd name="connsiteX5" fmla="*/ 0 w 1716617"/>
                <a:gd name="connsiteY5" fmla="*/ 640820 h 782107"/>
                <a:gd name="connsiteX6" fmla="*/ 7409 w 1716617"/>
                <a:gd name="connsiteY6" fmla="*/ 731837 h 782107"/>
                <a:gd name="connsiteX0" fmla="*/ 7409 w 1716617"/>
                <a:gd name="connsiteY0" fmla="*/ 731837 h 731837"/>
                <a:gd name="connsiteX1" fmla="*/ 1158875 w 1716617"/>
                <a:gd name="connsiteY1" fmla="*/ 709082 h 731837"/>
                <a:gd name="connsiteX2" fmla="*/ 1716617 w 1716617"/>
                <a:gd name="connsiteY2" fmla="*/ 98954 h 731837"/>
                <a:gd name="connsiteX3" fmla="*/ 1601259 w 1716617"/>
                <a:gd name="connsiteY3" fmla="*/ 0 h 731837"/>
                <a:gd name="connsiteX4" fmla="*/ 1083734 w 1716617"/>
                <a:gd name="connsiteY4" fmla="*/ 629708 h 731837"/>
                <a:gd name="connsiteX5" fmla="*/ 0 w 1716617"/>
                <a:gd name="connsiteY5" fmla="*/ 640820 h 731837"/>
                <a:gd name="connsiteX6" fmla="*/ 7409 w 1716617"/>
                <a:gd name="connsiteY6" fmla="*/ 731837 h 731837"/>
                <a:gd name="connsiteX0" fmla="*/ 0 w 1721908"/>
                <a:gd name="connsiteY0" fmla="*/ 709612 h 709612"/>
                <a:gd name="connsiteX1" fmla="*/ 1164166 w 1721908"/>
                <a:gd name="connsiteY1" fmla="*/ 709082 h 709612"/>
                <a:gd name="connsiteX2" fmla="*/ 1721908 w 1721908"/>
                <a:gd name="connsiteY2" fmla="*/ 98954 h 709612"/>
                <a:gd name="connsiteX3" fmla="*/ 1606550 w 1721908"/>
                <a:gd name="connsiteY3" fmla="*/ 0 h 709612"/>
                <a:gd name="connsiteX4" fmla="*/ 1089025 w 1721908"/>
                <a:gd name="connsiteY4" fmla="*/ 629708 h 709612"/>
                <a:gd name="connsiteX5" fmla="*/ 5291 w 1721908"/>
                <a:gd name="connsiteY5" fmla="*/ 640820 h 709612"/>
                <a:gd name="connsiteX6" fmla="*/ 0 w 1721908"/>
                <a:gd name="connsiteY6" fmla="*/ 709612 h 709612"/>
                <a:gd name="connsiteX0" fmla="*/ 1059 w 1716617"/>
                <a:gd name="connsiteY0" fmla="*/ 706437 h 709082"/>
                <a:gd name="connsiteX1" fmla="*/ 1158875 w 1716617"/>
                <a:gd name="connsiteY1" fmla="*/ 709082 h 709082"/>
                <a:gd name="connsiteX2" fmla="*/ 1716617 w 1716617"/>
                <a:gd name="connsiteY2" fmla="*/ 98954 h 709082"/>
                <a:gd name="connsiteX3" fmla="*/ 1601259 w 1716617"/>
                <a:gd name="connsiteY3" fmla="*/ 0 h 709082"/>
                <a:gd name="connsiteX4" fmla="*/ 1083734 w 1716617"/>
                <a:gd name="connsiteY4" fmla="*/ 629708 h 709082"/>
                <a:gd name="connsiteX5" fmla="*/ 0 w 1716617"/>
                <a:gd name="connsiteY5" fmla="*/ 640820 h 709082"/>
                <a:gd name="connsiteX6" fmla="*/ 1059 w 1716617"/>
                <a:gd name="connsiteY6" fmla="*/ 706437 h 709082"/>
                <a:gd name="connsiteX0" fmla="*/ 1059 w 1716617"/>
                <a:gd name="connsiteY0" fmla="*/ 706437 h 706437"/>
                <a:gd name="connsiteX1" fmla="*/ 1141412 w 1716617"/>
                <a:gd name="connsiteY1" fmla="*/ 691619 h 706437"/>
                <a:gd name="connsiteX2" fmla="*/ 1716617 w 1716617"/>
                <a:gd name="connsiteY2" fmla="*/ 98954 h 706437"/>
                <a:gd name="connsiteX3" fmla="*/ 1601259 w 1716617"/>
                <a:gd name="connsiteY3" fmla="*/ 0 h 706437"/>
                <a:gd name="connsiteX4" fmla="*/ 1083734 w 1716617"/>
                <a:gd name="connsiteY4" fmla="*/ 629708 h 706437"/>
                <a:gd name="connsiteX5" fmla="*/ 0 w 1716617"/>
                <a:gd name="connsiteY5" fmla="*/ 640820 h 706437"/>
                <a:gd name="connsiteX6" fmla="*/ 1059 w 1716617"/>
                <a:gd name="connsiteY6" fmla="*/ 706437 h 706437"/>
                <a:gd name="connsiteX0" fmla="*/ 1059 w 1654704"/>
                <a:gd name="connsiteY0" fmla="*/ 706437 h 706437"/>
                <a:gd name="connsiteX1" fmla="*/ 1141412 w 1654704"/>
                <a:gd name="connsiteY1" fmla="*/ 691619 h 706437"/>
                <a:gd name="connsiteX2" fmla="*/ 1654704 w 1654704"/>
                <a:gd name="connsiteY2" fmla="*/ 46566 h 706437"/>
                <a:gd name="connsiteX3" fmla="*/ 1601259 w 1654704"/>
                <a:gd name="connsiteY3" fmla="*/ 0 h 706437"/>
                <a:gd name="connsiteX4" fmla="*/ 1083734 w 1654704"/>
                <a:gd name="connsiteY4" fmla="*/ 629708 h 706437"/>
                <a:gd name="connsiteX5" fmla="*/ 0 w 1654704"/>
                <a:gd name="connsiteY5" fmla="*/ 640820 h 706437"/>
                <a:gd name="connsiteX6" fmla="*/ 1059 w 1654704"/>
                <a:gd name="connsiteY6" fmla="*/ 706437 h 706437"/>
                <a:gd name="connsiteX0" fmla="*/ 1059 w 1642004"/>
                <a:gd name="connsiteY0" fmla="*/ 706437 h 706437"/>
                <a:gd name="connsiteX1" fmla="*/ 1141412 w 1642004"/>
                <a:gd name="connsiteY1" fmla="*/ 691619 h 706437"/>
                <a:gd name="connsiteX2" fmla="*/ 1642004 w 1642004"/>
                <a:gd name="connsiteY2" fmla="*/ 38629 h 706437"/>
                <a:gd name="connsiteX3" fmla="*/ 1601259 w 1642004"/>
                <a:gd name="connsiteY3" fmla="*/ 0 h 706437"/>
                <a:gd name="connsiteX4" fmla="*/ 1083734 w 1642004"/>
                <a:gd name="connsiteY4" fmla="*/ 629708 h 706437"/>
                <a:gd name="connsiteX5" fmla="*/ 0 w 1642004"/>
                <a:gd name="connsiteY5" fmla="*/ 640820 h 706437"/>
                <a:gd name="connsiteX6" fmla="*/ 1059 w 1642004"/>
                <a:gd name="connsiteY6" fmla="*/ 706437 h 706437"/>
                <a:gd name="connsiteX0" fmla="*/ 1059 w 1642004"/>
                <a:gd name="connsiteY0" fmla="*/ 706437 h 706437"/>
                <a:gd name="connsiteX1" fmla="*/ 1122362 w 1642004"/>
                <a:gd name="connsiteY1" fmla="*/ 685269 h 706437"/>
                <a:gd name="connsiteX2" fmla="*/ 1642004 w 1642004"/>
                <a:gd name="connsiteY2" fmla="*/ 38629 h 706437"/>
                <a:gd name="connsiteX3" fmla="*/ 1601259 w 1642004"/>
                <a:gd name="connsiteY3" fmla="*/ 0 h 706437"/>
                <a:gd name="connsiteX4" fmla="*/ 1083734 w 1642004"/>
                <a:gd name="connsiteY4" fmla="*/ 629708 h 706437"/>
                <a:gd name="connsiteX5" fmla="*/ 0 w 1642004"/>
                <a:gd name="connsiteY5" fmla="*/ 640820 h 706437"/>
                <a:gd name="connsiteX6" fmla="*/ 1059 w 1642004"/>
                <a:gd name="connsiteY6" fmla="*/ 706437 h 706437"/>
                <a:gd name="connsiteX0" fmla="*/ 1059 w 1642004"/>
                <a:gd name="connsiteY0" fmla="*/ 706437 h 706437"/>
                <a:gd name="connsiteX1" fmla="*/ 1112837 w 1642004"/>
                <a:gd name="connsiteY1" fmla="*/ 691619 h 706437"/>
                <a:gd name="connsiteX2" fmla="*/ 1642004 w 1642004"/>
                <a:gd name="connsiteY2" fmla="*/ 38629 h 706437"/>
                <a:gd name="connsiteX3" fmla="*/ 1601259 w 1642004"/>
                <a:gd name="connsiteY3" fmla="*/ 0 h 706437"/>
                <a:gd name="connsiteX4" fmla="*/ 1083734 w 1642004"/>
                <a:gd name="connsiteY4" fmla="*/ 629708 h 706437"/>
                <a:gd name="connsiteX5" fmla="*/ 0 w 1642004"/>
                <a:gd name="connsiteY5" fmla="*/ 640820 h 706437"/>
                <a:gd name="connsiteX6" fmla="*/ 1059 w 1642004"/>
                <a:gd name="connsiteY6" fmla="*/ 706437 h 706437"/>
                <a:gd name="connsiteX0" fmla="*/ 1059 w 1642004"/>
                <a:gd name="connsiteY0" fmla="*/ 706437 h 706437"/>
                <a:gd name="connsiteX1" fmla="*/ 1112837 w 1642004"/>
                <a:gd name="connsiteY1" fmla="*/ 691619 h 706437"/>
                <a:gd name="connsiteX2" fmla="*/ 1642004 w 1642004"/>
                <a:gd name="connsiteY2" fmla="*/ 38629 h 706437"/>
                <a:gd name="connsiteX3" fmla="*/ 1601259 w 1642004"/>
                <a:gd name="connsiteY3" fmla="*/ 0 h 706437"/>
                <a:gd name="connsiteX4" fmla="*/ 1083734 w 1642004"/>
                <a:gd name="connsiteY4" fmla="*/ 629708 h 706437"/>
                <a:gd name="connsiteX5" fmla="*/ 0 w 1642004"/>
                <a:gd name="connsiteY5" fmla="*/ 640820 h 706437"/>
                <a:gd name="connsiteX6" fmla="*/ 1059 w 1642004"/>
                <a:gd name="connsiteY6" fmla="*/ 706437 h 706437"/>
                <a:gd name="connsiteX0" fmla="*/ 1059 w 1642004"/>
                <a:gd name="connsiteY0" fmla="*/ 706437 h 706437"/>
                <a:gd name="connsiteX1" fmla="*/ 1111250 w 1642004"/>
                <a:gd name="connsiteY1" fmla="*/ 693206 h 706437"/>
                <a:gd name="connsiteX2" fmla="*/ 1642004 w 1642004"/>
                <a:gd name="connsiteY2" fmla="*/ 38629 h 706437"/>
                <a:gd name="connsiteX3" fmla="*/ 1601259 w 1642004"/>
                <a:gd name="connsiteY3" fmla="*/ 0 h 706437"/>
                <a:gd name="connsiteX4" fmla="*/ 1083734 w 1642004"/>
                <a:gd name="connsiteY4" fmla="*/ 629708 h 706437"/>
                <a:gd name="connsiteX5" fmla="*/ 0 w 1642004"/>
                <a:gd name="connsiteY5" fmla="*/ 640820 h 706437"/>
                <a:gd name="connsiteX6" fmla="*/ 1059 w 1642004"/>
                <a:gd name="connsiteY6" fmla="*/ 706437 h 706437"/>
                <a:gd name="connsiteX0" fmla="*/ 1059 w 1642004"/>
                <a:gd name="connsiteY0" fmla="*/ 706437 h 706437"/>
                <a:gd name="connsiteX1" fmla="*/ 1090613 w 1642004"/>
                <a:gd name="connsiteY1" fmla="*/ 701144 h 706437"/>
                <a:gd name="connsiteX2" fmla="*/ 1642004 w 1642004"/>
                <a:gd name="connsiteY2" fmla="*/ 38629 h 706437"/>
                <a:gd name="connsiteX3" fmla="*/ 1601259 w 1642004"/>
                <a:gd name="connsiteY3" fmla="*/ 0 h 706437"/>
                <a:gd name="connsiteX4" fmla="*/ 1083734 w 1642004"/>
                <a:gd name="connsiteY4" fmla="*/ 629708 h 706437"/>
                <a:gd name="connsiteX5" fmla="*/ 0 w 1642004"/>
                <a:gd name="connsiteY5" fmla="*/ 640820 h 706437"/>
                <a:gd name="connsiteX6" fmla="*/ 1059 w 1642004"/>
                <a:gd name="connsiteY6" fmla="*/ 706437 h 706437"/>
                <a:gd name="connsiteX0" fmla="*/ 1059 w 1642004"/>
                <a:gd name="connsiteY0" fmla="*/ 706437 h 706437"/>
                <a:gd name="connsiteX1" fmla="*/ 1084263 w 1642004"/>
                <a:gd name="connsiteY1" fmla="*/ 704319 h 706437"/>
                <a:gd name="connsiteX2" fmla="*/ 1642004 w 1642004"/>
                <a:gd name="connsiteY2" fmla="*/ 38629 h 706437"/>
                <a:gd name="connsiteX3" fmla="*/ 1601259 w 1642004"/>
                <a:gd name="connsiteY3" fmla="*/ 0 h 706437"/>
                <a:gd name="connsiteX4" fmla="*/ 1083734 w 1642004"/>
                <a:gd name="connsiteY4" fmla="*/ 629708 h 706437"/>
                <a:gd name="connsiteX5" fmla="*/ 0 w 1642004"/>
                <a:gd name="connsiteY5" fmla="*/ 640820 h 706437"/>
                <a:gd name="connsiteX6" fmla="*/ 1059 w 1642004"/>
                <a:gd name="connsiteY6" fmla="*/ 706437 h 706437"/>
                <a:gd name="connsiteX0" fmla="*/ 1059 w 1642004"/>
                <a:gd name="connsiteY0" fmla="*/ 706437 h 706437"/>
                <a:gd name="connsiteX1" fmla="*/ 1084263 w 1642004"/>
                <a:gd name="connsiteY1" fmla="*/ 704319 h 706437"/>
                <a:gd name="connsiteX2" fmla="*/ 1642004 w 1642004"/>
                <a:gd name="connsiteY2" fmla="*/ 38629 h 706437"/>
                <a:gd name="connsiteX3" fmla="*/ 1601259 w 1642004"/>
                <a:gd name="connsiteY3" fmla="*/ 0 h 706437"/>
                <a:gd name="connsiteX4" fmla="*/ 1053572 w 1642004"/>
                <a:gd name="connsiteY4" fmla="*/ 640820 h 706437"/>
                <a:gd name="connsiteX5" fmla="*/ 0 w 1642004"/>
                <a:gd name="connsiteY5" fmla="*/ 640820 h 706437"/>
                <a:gd name="connsiteX6" fmla="*/ 1059 w 1642004"/>
                <a:gd name="connsiteY6" fmla="*/ 706437 h 706437"/>
                <a:gd name="connsiteX0" fmla="*/ 1059 w 1642004"/>
                <a:gd name="connsiteY0" fmla="*/ 706437 h 706437"/>
                <a:gd name="connsiteX1" fmla="*/ 1096963 w 1642004"/>
                <a:gd name="connsiteY1" fmla="*/ 701144 h 706437"/>
                <a:gd name="connsiteX2" fmla="*/ 1642004 w 1642004"/>
                <a:gd name="connsiteY2" fmla="*/ 38629 h 706437"/>
                <a:gd name="connsiteX3" fmla="*/ 1601259 w 1642004"/>
                <a:gd name="connsiteY3" fmla="*/ 0 h 706437"/>
                <a:gd name="connsiteX4" fmla="*/ 1053572 w 1642004"/>
                <a:gd name="connsiteY4" fmla="*/ 640820 h 706437"/>
                <a:gd name="connsiteX5" fmla="*/ 0 w 1642004"/>
                <a:gd name="connsiteY5" fmla="*/ 640820 h 706437"/>
                <a:gd name="connsiteX6" fmla="*/ 1059 w 1642004"/>
                <a:gd name="connsiteY6" fmla="*/ 706437 h 706437"/>
                <a:gd name="connsiteX0" fmla="*/ 1059 w 1645179"/>
                <a:gd name="connsiteY0" fmla="*/ 706437 h 706437"/>
                <a:gd name="connsiteX1" fmla="*/ 1096963 w 1645179"/>
                <a:gd name="connsiteY1" fmla="*/ 701144 h 706437"/>
                <a:gd name="connsiteX2" fmla="*/ 1645179 w 1645179"/>
                <a:gd name="connsiteY2" fmla="*/ 52916 h 706437"/>
                <a:gd name="connsiteX3" fmla="*/ 1601259 w 1645179"/>
                <a:gd name="connsiteY3" fmla="*/ 0 h 706437"/>
                <a:gd name="connsiteX4" fmla="*/ 1053572 w 1645179"/>
                <a:gd name="connsiteY4" fmla="*/ 640820 h 706437"/>
                <a:gd name="connsiteX5" fmla="*/ 0 w 1645179"/>
                <a:gd name="connsiteY5" fmla="*/ 640820 h 706437"/>
                <a:gd name="connsiteX6" fmla="*/ 1059 w 1645179"/>
                <a:gd name="connsiteY6" fmla="*/ 706437 h 706437"/>
                <a:gd name="connsiteX0" fmla="*/ 1059 w 1645179"/>
                <a:gd name="connsiteY0" fmla="*/ 717550 h 717550"/>
                <a:gd name="connsiteX1" fmla="*/ 1096963 w 1645179"/>
                <a:gd name="connsiteY1" fmla="*/ 712257 h 717550"/>
                <a:gd name="connsiteX2" fmla="*/ 1645179 w 1645179"/>
                <a:gd name="connsiteY2" fmla="*/ 64029 h 717550"/>
                <a:gd name="connsiteX3" fmla="*/ 1575859 w 1645179"/>
                <a:gd name="connsiteY3" fmla="*/ 0 h 717550"/>
                <a:gd name="connsiteX4" fmla="*/ 1053572 w 1645179"/>
                <a:gd name="connsiteY4" fmla="*/ 651933 h 717550"/>
                <a:gd name="connsiteX5" fmla="*/ 0 w 1645179"/>
                <a:gd name="connsiteY5" fmla="*/ 651933 h 717550"/>
                <a:gd name="connsiteX6" fmla="*/ 1059 w 1645179"/>
                <a:gd name="connsiteY6" fmla="*/ 717550 h 717550"/>
                <a:gd name="connsiteX0" fmla="*/ 1059 w 1624541"/>
                <a:gd name="connsiteY0" fmla="*/ 717550 h 717550"/>
                <a:gd name="connsiteX1" fmla="*/ 1096963 w 1624541"/>
                <a:gd name="connsiteY1" fmla="*/ 712257 h 717550"/>
                <a:gd name="connsiteX2" fmla="*/ 1624541 w 1624541"/>
                <a:gd name="connsiteY2" fmla="*/ 49742 h 717550"/>
                <a:gd name="connsiteX3" fmla="*/ 1575859 w 1624541"/>
                <a:gd name="connsiteY3" fmla="*/ 0 h 717550"/>
                <a:gd name="connsiteX4" fmla="*/ 1053572 w 1624541"/>
                <a:gd name="connsiteY4" fmla="*/ 651933 h 717550"/>
                <a:gd name="connsiteX5" fmla="*/ 0 w 1624541"/>
                <a:gd name="connsiteY5" fmla="*/ 651933 h 717550"/>
                <a:gd name="connsiteX6" fmla="*/ 1059 w 1624541"/>
                <a:gd name="connsiteY6" fmla="*/ 717550 h 717550"/>
                <a:gd name="connsiteX0" fmla="*/ 1059 w 1624541"/>
                <a:gd name="connsiteY0" fmla="*/ 717550 h 717550"/>
                <a:gd name="connsiteX1" fmla="*/ 1096963 w 1624541"/>
                <a:gd name="connsiteY1" fmla="*/ 712257 h 717550"/>
                <a:gd name="connsiteX2" fmla="*/ 1624541 w 1624541"/>
                <a:gd name="connsiteY2" fmla="*/ 46567 h 717550"/>
                <a:gd name="connsiteX3" fmla="*/ 1575859 w 1624541"/>
                <a:gd name="connsiteY3" fmla="*/ 0 h 717550"/>
                <a:gd name="connsiteX4" fmla="*/ 1053572 w 1624541"/>
                <a:gd name="connsiteY4" fmla="*/ 651933 h 717550"/>
                <a:gd name="connsiteX5" fmla="*/ 0 w 1624541"/>
                <a:gd name="connsiteY5" fmla="*/ 651933 h 717550"/>
                <a:gd name="connsiteX6" fmla="*/ 1059 w 1624541"/>
                <a:gd name="connsiteY6" fmla="*/ 717550 h 717550"/>
                <a:gd name="connsiteX0" fmla="*/ 1059 w 1624541"/>
                <a:gd name="connsiteY0" fmla="*/ 802217 h 802217"/>
                <a:gd name="connsiteX1" fmla="*/ 1096963 w 1624541"/>
                <a:gd name="connsiteY1" fmla="*/ 712257 h 802217"/>
                <a:gd name="connsiteX2" fmla="*/ 1624541 w 1624541"/>
                <a:gd name="connsiteY2" fmla="*/ 46567 h 802217"/>
                <a:gd name="connsiteX3" fmla="*/ 1575859 w 1624541"/>
                <a:gd name="connsiteY3" fmla="*/ 0 h 802217"/>
                <a:gd name="connsiteX4" fmla="*/ 1053572 w 1624541"/>
                <a:gd name="connsiteY4" fmla="*/ 651933 h 802217"/>
                <a:gd name="connsiteX5" fmla="*/ 0 w 1624541"/>
                <a:gd name="connsiteY5" fmla="*/ 651933 h 802217"/>
                <a:gd name="connsiteX6" fmla="*/ 1059 w 1624541"/>
                <a:gd name="connsiteY6" fmla="*/ 802217 h 802217"/>
                <a:gd name="connsiteX0" fmla="*/ 1059 w 1624541"/>
                <a:gd name="connsiteY0" fmla="*/ 802217 h 807507"/>
                <a:gd name="connsiteX1" fmla="*/ 997480 w 1624541"/>
                <a:gd name="connsiteY1" fmla="*/ 807507 h 807507"/>
                <a:gd name="connsiteX2" fmla="*/ 1624541 w 1624541"/>
                <a:gd name="connsiteY2" fmla="*/ 46567 h 807507"/>
                <a:gd name="connsiteX3" fmla="*/ 1575859 w 1624541"/>
                <a:gd name="connsiteY3" fmla="*/ 0 h 807507"/>
                <a:gd name="connsiteX4" fmla="*/ 1053572 w 1624541"/>
                <a:gd name="connsiteY4" fmla="*/ 651933 h 807507"/>
                <a:gd name="connsiteX5" fmla="*/ 0 w 1624541"/>
                <a:gd name="connsiteY5" fmla="*/ 651933 h 807507"/>
                <a:gd name="connsiteX6" fmla="*/ 1059 w 1624541"/>
                <a:gd name="connsiteY6" fmla="*/ 802217 h 807507"/>
                <a:gd name="connsiteX0" fmla="*/ 1059 w 1624541"/>
                <a:gd name="connsiteY0" fmla="*/ 802217 h 803273"/>
                <a:gd name="connsiteX1" fmla="*/ 997480 w 1624541"/>
                <a:gd name="connsiteY1" fmla="*/ 803273 h 803273"/>
                <a:gd name="connsiteX2" fmla="*/ 1624541 w 1624541"/>
                <a:gd name="connsiteY2" fmla="*/ 46567 h 803273"/>
                <a:gd name="connsiteX3" fmla="*/ 1575859 w 1624541"/>
                <a:gd name="connsiteY3" fmla="*/ 0 h 803273"/>
                <a:gd name="connsiteX4" fmla="*/ 1053572 w 1624541"/>
                <a:gd name="connsiteY4" fmla="*/ 651933 h 803273"/>
                <a:gd name="connsiteX5" fmla="*/ 0 w 1624541"/>
                <a:gd name="connsiteY5" fmla="*/ 651933 h 803273"/>
                <a:gd name="connsiteX6" fmla="*/ 1059 w 1624541"/>
                <a:gd name="connsiteY6" fmla="*/ 802217 h 803273"/>
                <a:gd name="connsiteX0" fmla="*/ 1059 w 1624541"/>
                <a:gd name="connsiteY0" fmla="*/ 802217 h 802217"/>
                <a:gd name="connsiteX1" fmla="*/ 1008064 w 1624541"/>
                <a:gd name="connsiteY1" fmla="*/ 799040 h 802217"/>
                <a:gd name="connsiteX2" fmla="*/ 1624541 w 1624541"/>
                <a:gd name="connsiteY2" fmla="*/ 46567 h 802217"/>
                <a:gd name="connsiteX3" fmla="*/ 1575859 w 1624541"/>
                <a:gd name="connsiteY3" fmla="*/ 0 h 802217"/>
                <a:gd name="connsiteX4" fmla="*/ 1053572 w 1624541"/>
                <a:gd name="connsiteY4" fmla="*/ 651933 h 802217"/>
                <a:gd name="connsiteX5" fmla="*/ 0 w 1624541"/>
                <a:gd name="connsiteY5" fmla="*/ 651933 h 802217"/>
                <a:gd name="connsiteX6" fmla="*/ 1059 w 1624541"/>
                <a:gd name="connsiteY6" fmla="*/ 802217 h 802217"/>
                <a:gd name="connsiteX0" fmla="*/ 1059 w 1624541"/>
                <a:gd name="connsiteY0" fmla="*/ 802217 h 802217"/>
                <a:gd name="connsiteX1" fmla="*/ 1022881 w 1624541"/>
                <a:gd name="connsiteY1" fmla="*/ 799040 h 802217"/>
                <a:gd name="connsiteX2" fmla="*/ 1624541 w 1624541"/>
                <a:gd name="connsiteY2" fmla="*/ 46567 h 802217"/>
                <a:gd name="connsiteX3" fmla="*/ 1575859 w 1624541"/>
                <a:gd name="connsiteY3" fmla="*/ 0 h 802217"/>
                <a:gd name="connsiteX4" fmla="*/ 1053572 w 1624541"/>
                <a:gd name="connsiteY4" fmla="*/ 651933 h 802217"/>
                <a:gd name="connsiteX5" fmla="*/ 0 w 1624541"/>
                <a:gd name="connsiteY5" fmla="*/ 651933 h 802217"/>
                <a:gd name="connsiteX6" fmla="*/ 1059 w 1624541"/>
                <a:gd name="connsiteY6" fmla="*/ 802217 h 802217"/>
                <a:gd name="connsiteX0" fmla="*/ 1059 w 1624541"/>
                <a:gd name="connsiteY0" fmla="*/ 795867 h 799040"/>
                <a:gd name="connsiteX1" fmla="*/ 1022881 w 1624541"/>
                <a:gd name="connsiteY1" fmla="*/ 799040 h 799040"/>
                <a:gd name="connsiteX2" fmla="*/ 1624541 w 1624541"/>
                <a:gd name="connsiteY2" fmla="*/ 46567 h 799040"/>
                <a:gd name="connsiteX3" fmla="*/ 1575859 w 1624541"/>
                <a:gd name="connsiteY3" fmla="*/ 0 h 799040"/>
                <a:gd name="connsiteX4" fmla="*/ 1053572 w 1624541"/>
                <a:gd name="connsiteY4" fmla="*/ 651933 h 799040"/>
                <a:gd name="connsiteX5" fmla="*/ 0 w 1624541"/>
                <a:gd name="connsiteY5" fmla="*/ 651933 h 799040"/>
                <a:gd name="connsiteX6" fmla="*/ 1059 w 1624541"/>
                <a:gd name="connsiteY6" fmla="*/ 795867 h 799040"/>
                <a:gd name="connsiteX0" fmla="*/ 1059 w 1624541"/>
                <a:gd name="connsiteY0" fmla="*/ 795867 h 799040"/>
                <a:gd name="connsiteX1" fmla="*/ 1022881 w 1624541"/>
                <a:gd name="connsiteY1" fmla="*/ 799040 h 799040"/>
                <a:gd name="connsiteX2" fmla="*/ 1624541 w 1624541"/>
                <a:gd name="connsiteY2" fmla="*/ 46567 h 799040"/>
                <a:gd name="connsiteX3" fmla="*/ 1575859 w 1624541"/>
                <a:gd name="connsiteY3" fmla="*/ 0 h 799040"/>
                <a:gd name="connsiteX4" fmla="*/ 1053572 w 1624541"/>
                <a:gd name="connsiteY4" fmla="*/ 651933 h 799040"/>
                <a:gd name="connsiteX5" fmla="*/ 0 w 1624541"/>
                <a:gd name="connsiteY5" fmla="*/ 651933 h 799040"/>
                <a:gd name="connsiteX6" fmla="*/ 1059 w 1624541"/>
                <a:gd name="connsiteY6" fmla="*/ 795867 h 799040"/>
                <a:gd name="connsiteX0" fmla="*/ 1059 w 1624541"/>
                <a:gd name="connsiteY0" fmla="*/ 795867 h 799040"/>
                <a:gd name="connsiteX1" fmla="*/ 1035581 w 1624541"/>
                <a:gd name="connsiteY1" fmla="*/ 799040 h 799040"/>
                <a:gd name="connsiteX2" fmla="*/ 1624541 w 1624541"/>
                <a:gd name="connsiteY2" fmla="*/ 46567 h 799040"/>
                <a:gd name="connsiteX3" fmla="*/ 1575859 w 1624541"/>
                <a:gd name="connsiteY3" fmla="*/ 0 h 799040"/>
                <a:gd name="connsiteX4" fmla="*/ 1053572 w 1624541"/>
                <a:gd name="connsiteY4" fmla="*/ 651933 h 799040"/>
                <a:gd name="connsiteX5" fmla="*/ 0 w 1624541"/>
                <a:gd name="connsiteY5" fmla="*/ 651933 h 799040"/>
                <a:gd name="connsiteX6" fmla="*/ 1059 w 1624541"/>
                <a:gd name="connsiteY6" fmla="*/ 795867 h 799040"/>
                <a:gd name="connsiteX0" fmla="*/ 1059 w 1624541"/>
                <a:gd name="connsiteY0" fmla="*/ 783167 h 786340"/>
                <a:gd name="connsiteX1" fmla="*/ 1035581 w 1624541"/>
                <a:gd name="connsiteY1" fmla="*/ 786340 h 786340"/>
                <a:gd name="connsiteX2" fmla="*/ 1624541 w 1624541"/>
                <a:gd name="connsiteY2" fmla="*/ 33867 h 786340"/>
                <a:gd name="connsiteX3" fmla="*/ 391584 w 1624541"/>
                <a:gd name="connsiteY3" fmla="*/ 0 h 786340"/>
                <a:gd name="connsiteX4" fmla="*/ 1053572 w 1624541"/>
                <a:gd name="connsiteY4" fmla="*/ 639233 h 786340"/>
                <a:gd name="connsiteX5" fmla="*/ 0 w 1624541"/>
                <a:gd name="connsiteY5" fmla="*/ 639233 h 786340"/>
                <a:gd name="connsiteX6" fmla="*/ 1059 w 1624541"/>
                <a:gd name="connsiteY6" fmla="*/ 783167 h 786340"/>
                <a:gd name="connsiteX0" fmla="*/ 1059 w 1624541"/>
                <a:gd name="connsiteY0" fmla="*/ 783167 h 786340"/>
                <a:gd name="connsiteX1" fmla="*/ 1035581 w 1624541"/>
                <a:gd name="connsiteY1" fmla="*/ 786340 h 786340"/>
                <a:gd name="connsiteX2" fmla="*/ 1624541 w 1624541"/>
                <a:gd name="connsiteY2" fmla="*/ 33867 h 786340"/>
                <a:gd name="connsiteX3" fmla="*/ 391584 w 1624541"/>
                <a:gd name="connsiteY3" fmla="*/ 0 h 786340"/>
                <a:gd name="connsiteX4" fmla="*/ 1053572 w 1624541"/>
                <a:gd name="connsiteY4" fmla="*/ 639233 h 786340"/>
                <a:gd name="connsiteX5" fmla="*/ 0 w 1624541"/>
                <a:gd name="connsiteY5" fmla="*/ 639233 h 786340"/>
                <a:gd name="connsiteX6" fmla="*/ 1059 w 1624541"/>
                <a:gd name="connsiteY6" fmla="*/ 783167 h 786340"/>
                <a:gd name="connsiteX0" fmla="*/ 1059 w 1624541"/>
                <a:gd name="connsiteY0" fmla="*/ 783167 h 783167"/>
                <a:gd name="connsiteX1" fmla="*/ 1245131 w 1624541"/>
                <a:gd name="connsiteY1" fmla="*/ 783165 h 783167"/>
                <a:gd name="connsiteX2" fmla="*/ 1624541 w 1624541"/>
                <a:gd name="connsiteY2" fmla="*/ 33867 h 783167"/>
                <a:gd name="connsiteX3" fmla="*/ 391584 w 1624541"/>
                <a:gd name="connsiteY3" fmla="*/ 0 h 783167"/>
                <a:gd name="connsiteX4" fmla="*/ 1053572 w 1624541"/>
                <a:gd name="connsiteY4" fmla="*/ 639233 h 783167"/>
                <a:gd name="connsiteX5" fmla="*/ 0 w 1624541"/>
                <a:gd name="connsiteY5" fmla="*/ 639233 h 783167"/>
                <a:gd name="connsiteX6" fmla="*/ 1059 w 1624541"/>
                <a:gd name="connsiteY6" fmla="*/ 783167 h 783167"/>
                <a:gd name="connsiteX0" fmla="*/ 1059 w 1245131"/>
                <a:gd name="connsiteY0" fmla="*/ 783167 h 783167"/>
                <a:gd name="connsiteX1" fmla="*/ 1245131 w 1245131"/>
                <a:gd name="connsiteY1" fmla="*/ 783165 h 783167"/>
                <a:gd name="connsiteX2" fmla="*/ 478366 w 1245131"/>
                <a:gd name="connsiteY2" fmla="*/ 14817 h 783167"/>
                <a:gd name="connsiteX3" fmla="*/ 391584 w 1245131"/>
                <a:gd name="connsiteY3" fmla="*/ 0 h 783167"/>
                <a:gd name="connsiteX4" fmla="*/ 1053572 w 1245131"/>
                <a:gd name="connsiteY4" fmla="*/ 639233 h 783167"/>
                <a:gd name="connsiteX5" fmla="*/ 0 w 1245131"/>
                <a:gd name="connsiteY5" fmla="*/ 639233 h 783167"/>
                <a:gd name="connsiteX6" fmla="*/ 1059 w 1245131"/>
                <a:gd name="connsiteY6" fmla="*/ 783167 h 783167"/>
                <a:gd name="connsiteX0" fmla="*/ 1059 w 1413406"/>
                <a:gd name="connsiteY0" fmla="*/ 783167 h 792690"/>
                <a:gd name="connsiteX1" fmla="*/ 1413406 w 1413406"/>
                <a:gd name="connsiteY1" fmla="*/ 792690 h 792690"/>
                <a:gd name="connsiteX2" fmla="*/ 478366 w 1413406"/>
                <a:gd name="connsiteY2" fmla="*/ 14817 h 792690"/>
                <a:gd name="connsiteX3" fmla="*/ 391584 w 1413406"/>
                <a:gd name="connsiteY3" fmla="*/ 0 h 792690"/>
                <a:gd name="connsiteX4" fmla="*/ 1053572 w 1413406"/>
                <a:gd name="connsiteY4" fmla="*/ 639233 h 792690"/>
                <a:gd name="connsiteX5" fmla="*/ 0 w 1413406"/>
                <a:gd name="connsiteY5" fmla="*/ 639233 h 792690"/>
                <a:gd name="connsiteX6" fmla="*/ 1059 w 1413406"/>
                <a:gd name="connsiteY6" fmla="*/ 783167 h 792690"/>
                <a:gd name="connsiteX0" fmla="*/ 1059 w 1413406"/>
                <a:gd name="connsiteY0" fmla="*/ 783167 h 792690"/>
                <a:gd name="connsiteX1" fmla="*/ 1413406 w 1413406"/>
                <a:gd name="connsiteY1" fmla="*/ 792690 h 792690"/>
                <a:gd name="connsiteX2" fmla="*/ 570441 w 1413406"/>
                <a:gd name="connsiteY2" fmla="*/ 2117 h 792690"/>
                <a:gd name="connsiteX3" fmla="*/ 391584 w 1413406"/>
                <a:gd name="connsiteY3" fmla="*/ 0 h 792690"/>
                <a:gd name="connsiteX4" fmla="*/ 1053572 w 1413406"/>
                <a:gd name="connsiteY4" fmla="*/ 639233 h 792690"/>
                <a:gd name="connsiteX5" fmla="*/ 0 w 1413406"/>
                <a:gd name="connsiteY5" fmla="*/ 639233 h 792690"/>
                <a:gd name="connsiteX6" fmla="*/ 1059 w 1413406"/>
                <a:gd name="connsiteY6" fmla="*/ 783167 h 792690"/>
                <a:gd name="connsiteX0" fmla="*/ 1059 w 1413406"/>
                <a:gd name="connsiteY0" fmla="*/ 783167 h 792690"/>
                <a:gd name="connsiteX1" fmla="*/ 1413406 w 1413406"/>
                <a:gd name="connsiteY1" fmla="*/ 792690 h 792690"/>
                <a:gd name="connsiteX2" fmla="*/ 576791 w 1413406"/>
                <a:gd name="connsiteY2" fmla="*/ 17992 h 792690"/>
                <a:gd name="connsiteX3" fmla="*/ 391584 w 1413406"/>
                <a:gd name="connsiteY3" fmla="*/ 0 h 792690"/>
                <a:gd name="connsiteX4" fmla="*/ 1053572 w 1413406"/>
                <a:gd name="connsiteY4" fmla="*/ 639233 h 792690"/>
                <a:gd name="connsiteX5" fmla="*/ 0 w 1413406"/>
                <a:gd name="connsiteY5" fmla="*/ 639233 h 792690"/>
                <a:gd name="connsiteX6" fmla="*/ 1059 w 1413406"/>
                <a:gd name="connsiteY6" fmla="*/ 783167 h 792690"/>
                <a:gd name="connsiteX0" fmla="*/ 1059 w 1413406"/>
                <a:gd name="connsiteY0" fmla="*/ 783167 h 792690"/>
                <a:gd name="connsiteX1" fmla="*/ 1413406 w 1413406"/>
                <a:gd name="connsiteY1" fmla="*/ 792690 h 792690"/>
                <a:gd name="connsiteX2" fmla="*/ 494241 w 1413406"/>
                <a:gd name="connsiteY2" fmla="*/ 20109 h 792690"/>
                <a:gd name="connsiteX3" fmla="*/ 391584 w 1413406"/>
                <a:gd name="connsiteY3" fmla="*/ 0 h 792690"/>
                <a:gd name="connsiteX4" fmla="*/ 1053572 w 1413406"/>
                <a:gd name="connsiteY4" fmla="*/ 639233 h 792690"/>
                <a:gd name="connsiteX5" fmla="*/ 0 w 1413406"/>
                <a:gd name="connsiteY5" fmla="*/ 639233 h 792690"/>
                <a:gd name="connsiteX6" fmla="*/ 1059 w 1413406"/>
                <a:gd name="connsiteY6" fmla="*/ 783167 h 792690"/>
                <a:gd name="connsiteX0" fmla="*/ 1059 w 1277939"/>
                <a:gd name="connsiteY0" fmla="*/ 783167 h 783167"/>
                <a:gd name="connsiteX1" fmla="*/ 1277939 w 1277939"/>
                <a:gd name="connsiteY1" fmla="*/ 782107 h 783167"/>
                <a:gd name="connsiteX2" fmla="*/ 494241 w 1277939"/>
                <a:gd name="connsiteY2" fmla="*/ 20109 h 783167"/>
                <a:gd name="connsiteX3" fmla="*/ 391584 w 1277939"/>
                <a:gd name="connsiteY3" fmla="*/ 0 h 783167"/>
                <a:gd name="connsiteX4" fmla="*/ 1053572 w 1277939"/>
                <a:gd name="connsiteY4" fmla="*/ 639233 h 783167"/>
                <a:gd name="connsiteX5" fmla="*/ 0 w 1277939"/>
                <a:gd name="connsiteY5" fmla="*/ 639233 h 783167"/>
                <a:gd name="connsiteX6" fmla="*/ 1059 w 1277939"/>
                <a:gd name="connsiteY6" fmla="*/ 783167 h 783167"/>
                <a:gd name="connsiteX0" fmla="*/ 396876 w 1673756"/>
                <a:gd name="connsiteY0" fmla="*/ 783167 h 783167"/>
                <a:gd name="connsiteX1" fmla="*/ 1673756 w 1673756"/>
                <a:gd name="connsiteY1" fmla="*/ 782107 h 783167"/>
                <a:gd name="connsiteX2" fmla="*/ 890058 w 1673756"/>
                <a:gd name="connsiteY2" fmla="*/ 20109 h 783167"/>
                <a:gd name="connsiteX3" fmla="*/ 787401 w 1673756"/>
                <a:gd name="connsiteY3" fmla="*/ 0 h 783167"/>
                <a:gd name="connsiteX4" fmla="*/ 1449389 w 1673756"/>
                <a:gd name="connsiteY4" fmla="*/ 639233 h 783167"/>
                <a:gd name="connsiteX5" fmla="*/ 0 w 1673756"/>
                <a:gd name="connsiteY5" fmla="*/ 637117 h 783167"/>
                <a:gd name="connsiteX6" fmla="*/ 396876 w 1673756"/>
                <a:gd name="connsiteY6" fmla="*/ 783167 h 783167"/>
                <a:gd name="connsiteX0" fmla="*/ 7409 w 1673756"/>
                <a:gd name="connsiteY0" fmla="*/ 781050 h 782107"/>
                <a:gd name="connsiteX1" fmla="*/ 1673756 w 1673756"/>
                <a:gd name="connsiteY1" fmla="*/ 782107 h 782107"/>
                <a:gd name="connsiteX2" fmla="*/ 890058 w 1673756"/>
                <a:gd name="connsiteY2" fmla="*/ 20109 h 782107"/>
                <a:gd name="connsiteX3" fmla="*/ 787401 w 1673756"/>
                <a:gd name="connsiteY3" fmla="*/ 0 h 782107"/>
                <a:gd name="connsiteX4" fmla="*/ 1449389 w 1673756"/>
                <a:gd name="connsiteY4" fmla="*/ 639233 h 782107"/>
                <a:gd name="connsiteX5" fmla="*/ 0 w 1673756"/>
                <a:gd name="connsiteY5" fmla="*/ 637117 h 782107"/>
                <a:gd name="connsiteX6" fmla="*/ 7409 w 1673756"/>
                <a:gd name="connsiteY6" fmla="*/ 781050 h 782107"/>
                <a:gd name="connsiteX0" fmla="*/ 7409 w 1673756"/>
                <a:gd name="connsiteY0" fmla="*/ 837141 h 838198"/>
                <a:gd name="connsiteX1" fmla="*/ 1673756 w 1673756"/>
                <a:gd name="connsiteY1" fmla="*/ 838198 h 838198"/>
                <a:gd name="connsiteX2" fmla="*/ 1184698 w 1673756"/>
                <a:gd name="connsiteY2" fmla="*/ 0 h 838198"/>
                <a:gd name="connsiteX3" fmla="*/ 787401 w 1673756"/>
                <a:gd name="connsiteY3" fmla="*/ 56091 h 838198"/>
                <a:gd name="connsiteX4" fmla="*/ 1449389 w 1673756"/>
                <a:gd name="connsiteY4" fmla="*/ 695324 h 838198"/>
                <a:gd name="connsiteX5" fmla="*/ 0 w 1673756"/>
                <a:gd name="connsiteY5" fmla="*/ 693208 h 838198"/>
                <a:gd name="connsiteX6" fmla="*/ 7409 w 1673756"/>
                <a:gd name="connsiteY6" fmla="*/ 837141 h 838198"/>
                <a:gd name="connsiteX0" fmla="*/ 7409 w 1673756"/>
                <a:gd name="connsiteY0" fmla="*/ 837141 h 838198"/>
                <a:gd name="connsiteX1" fmla="*/ 1673756 w 1673756"/>
                <a:gd name="connsiteY1" fmla="*/ 838198 h 838198"/>
                <a:gd name="connsiteX2" fmla="*/ 1184698 w 1673756"/>
                <a:gd name="connsiteY2" fmla="*/ 0 h 838198"/>
                <a:gd name="connsiteX3" fmla="*/ 1076961 w 1673756"/>
                <a:gd name="connsiteY3" fmla="*/ 51011 h 838198"/>
                <a:gd name="connsiteX4" fmla="*/ 1449389 w 1673756"/>
                <a:gd name="connsiteY4" fmla="*/ 695324 h 838198"/>
                <a:gd name="connsiteX5" fmla="*/ 0 w 1673756"/>
                <a:gd name="connsiteY5" fmla="*/ 693208 h 838198"/>
                <a:gd name="connsiteX6" fmla="*/ 7409 w 1673756"/>
                <a:gd name="connsiteY6" fmla="*/ 837141 h 838198"/>
                <a:gd name="connsiteX0" fmla="*/ 7409 w 1673756"/>
                <a:gd name="connsiteY0" fmla="*/ 822324 h 823381"/>
                <a:gd name="connsiteX1" fmla="*/ 1673756 w 1673756"/>
                <a:gd name="connsiteY1" fmla="*/ 823381 h 823381"/>
                <a:gd name="connsiteX2" fmla="*/ 1152948 w 1673756"/>
                <a:gd name="connsiteY2" fmla="*/ 0 h 823381"/>
                <a:gd name="connsiteX3" fmla="*/ 1076961 w 1673756"/>
                <a:gd name="connsiteY3" fmla="*/ 36194 h 823381"/>
                <a:gd name="connsiteX4" fmla="*/ 1449389 w 1673756"/>
                <a:gd name="connsiteY4" fmla="*/ 680507 h 823381"/>
                <a:gd name="connsiteX5" fmla="*/ 0 w 1673756"/>
                <a:gd name="connsiteY5" fmla="*/ 678391 h 823381"/>
                <a:gd name="connsiteX6" fmla="*/ 7409 w 1673756"/>
                <a:gd name="connsiteY6" fmla="*/ 822324 h 823381"/>
                <a:gd name="connsiteX0" fmla="*/ 7409 w 1639889"/>
                <a:gd name="connsiteY0" fmla="*/ 822324 h 825497"/>
                <a:gd name="connsiteX1" fmla="*/ 1639889 w 1639889"/>
                <a:gd name="connsiteY1" fmla="*/ 825497 h 825497"/>
                <a:gd name="connsiteX2" fmla="*/ 1152948 w 1639889"/>
                <a:gd name="connsiteY2" fmla="*/ 0 h 825497"/>
                <a:gd name="connsiteX3" fmla="*/ 1076961 w 1639889"/>
                <a:gd name="connsiteY3" fmla="*/ 36194 h 825497"/>
                <a:gd name="connsiteX4" fmla="*/ 1449389 w 1639889"/>
                <a:gd name="connsiteY4" fmla="*/ 680507 h 825497"/>
                <a:gd name="connsiteX5" fmla="*/ 0 w 1639889"/>
                <a:gd name="connsiteY5" fmla="*/ 678391 h 825497"/>
                <a:gd name="connsiteX6" fmla="*/ 7409 w 1639889"/>
                <a:gd name="connsiteY6" fmla="*/ 822324 h 825497"/>
                <a:gd name="connsiteX0" fmla="*/ 7409 w 1639889"/>
                <a:gd name="connsiteY0" fmla="*/ 822324 h 825497"/>
                <a:gd name="connsiteX1" fmla="*/ 1639889 w 1639889"/>
                <a:gd name="connsiteY1" fmla="*/ 825497 h 825497"/>
                <a:gd name="connsiteX2" fmla="*/ 1152948 w 1639889"/>
                <a:gd name="connsiteY2" fmla="*/ 0 h 825497"/>
                <a:gd name="connsiteX3" fmla="*/ 1066377 w 1639889"/>
                <a:gd name="connsiteY3" fmla="*/ 36194 h 825497"/>
                <a:gd name="connsiteX4" fmla="*/ 1449389 w 1639889"/>
                <a:gd name="connsiteY4" fmla="*/ 680507 h 825497"/>
                <a:gd name="connsiteX5" fmla="*/ 0 w 1639889"/>
                <a:gd name="connsiteY5" fmla="*/ 678391 h 825497"/>
                <a:gd name="connsiteX6" fmla="*/ 7409 w 1639889"/>
                <a:gd name="connsiteY6" fmla="*/ 822324 h 825497"/>
                <a:gd name="connsiteX0" fmla="*/ 7409 w 1639889"/>
                <a:gd name="connsiteY0" fmla="*/ 818090 h 821263"/>
                <a:gd name="connsiteX1" fmla="*/ 1639889 w 1639889"/>
                <a:gd name="connsiteY1" fmla="*/ 821263 h 821263"/>
                <a:gd name="connsiteX2" fmla="*/ 1144481 w 1639889"/>
                <a:gd name="connsiteY2" fmla="*/ 0 h 821263"/>
                <a:gd name="connsiteX3" fmla="*/ 1066377 w 1639889"/>
                <a:gd name="connsiteY3" fmla="*/ 31960 h 821263"/>
                <a:gd name="connsiteX4" fmla="*/ 1449389 w 1639889"/>
                <a:gd name="connsiteY4" fmla="*/ 676273 h 821263"/>
                <a:gd name="connsiteX5" fmla="*/ 0 w 1639889"/>
                <a:gd name="connsiteY5" fmla="*/ 674157 h 821263"/>
                <a:gd name="connsiteX6" fmla="*/ 7409 w 1639889"/>
                <a:gd name="connsiteY6" fmla="*/ 818090 h 821263"/>
                <a:gd name="connsiteX0" fmla="*/ 7409 w 1639889"/>
                <a:gd name="connsiteY0" fmla="*/ 818090 h 821263"/>
                <a:gd name="connsiteX1" fmla="*/ 1639889 w 1639889"/>
                <a:gd name="connsiteY1" fmla="*/ 821263 h 821263"/>
                <a:gd name="connsiteX2" fmla="*/ 1144481 w 1639889"/>
                <a:gd name="connsiteY2" fmla="*/ 0 h 821263"/>
                <a:gd name="connsiteX3" fmla="*/ 1213697 w 1639889"/>
                <a:gd name="connsiteY3" fmla="*/ 250400 h 821263"/>
                <a:gd name="connsiteX4" fmla="*/ 1449389 w 1639889"/>
                <a:gd name="connsiteY4" fmla="*/ 676273 h 821263"/>
                <a:gd name="connsiteX5" fmla="*/ 0 w 1639889"/>
                <a:gd name="connsiteY5" fmla="*/ 674157 h 821263"/>
                <a:gd name="connsiteX6" fmla="*/ 7409 w 1639889"/>
                <a:gd name="connsiteY6" fmla="*/ 818090 h 821263"/>
                <a:gd name="connsiteX0" fmla="*/ 7409 w 1639889"/>
                <a:gd name="connsiteY0" fmla="*/ 614890 h 618063"/>
                <a:gd name="connsiteX1" fmla="*/ 1639889 w 1639889"/>
                <a:gd name="connsiteY1" fmla="*/ 618063 h 618063"/>
                <a:gd name="connsiteX2" fmla="*/ 1266401 w 1639889"/>
                <a:gd name="connsiteY2" fmla="*/ 0 h 618063"/>
                <a:gd name="connsiteX3" fmla="*/ 1213697 w 1639889"/>
                <a:gd name="connsiteY3" fmla="*/ 47200 h 618063"/>
                <a:gd name="connsiteX4" fmla="*/ 1449389 w 1639889"/>
                <a:gd name="connsiteY4" fmla="*/ 473073 h 618063"/>
                <a:gd name="connsiteX5" fmla="*/ 0 w 1639889"/>
                <a:gd name="connsiteY5" fmla="*/ 470957 h 618063"/>
                <a:gd name="connsiteX6" fmla="*/ 7409 w 1639889"/>
                <a:gd name="connsiteY6" fmla="*/ 614890 h 618063"/>
                <a:gd name="connsiteX0" fmla="*/ 7409 w 1639889"/>
                <a:gd name="connsiteY0" fmla="*/ 599650 h 602823"/>
                <a:gd name="connsiteX1" fmla="*/ 1639889 w 1639889"/>
                <a:gd name="connsiteY1" fmla="*/ 602823 h 602823"/>
                <a:gd name="connsiteX2" fmla="*/ 1271481 w 1639889"/>
                <a:gd name="connsiteY2" fmla="*/ 0 h 602823"/>
                <a:gd name="connsiteX3" fmla="*/ 1213697 w 1639889"/>
                <a:gd name="connsiteY3" fmla="*/ 31960 h 602823"/>
                <a:gd name="connsiteX4" fmla="*/ 1449389 w 1639889"/>
                <a:gd name="connsiteY4" fmla="*/ 457833 h 602823"/>
                <a:gd name="connsiteX5" fmla="*/ 0 w 1639889"/>
                <a:gd name="connsiteY5" fmla="*/ 455717 h 602823"/>
                <a:gd name="connsiteX6" fmla="*/ 7409 w 1639889"/>
                <a:gd name="connsiteY6" fmla="*/ 599650 h 602823"/>
                <a:gd name="connsiteX0" fmla="*/ 7409 w 1639889"/>
                <a:gd name="connsiteY0" fmla="*/ 599650 h 602823"/>
                <a:gd name="connsiteX1" fmla="*/ 1639889 w 1639889"/>
                <a:gd name="connsiteY1" fmla="*/ 602823 h 602823"/>
                <a:gd name="connsiteX2" fmla="*/ 1271481 w 1639889"/>
                <a:gd name="connsiteY2" fmla="*/ 0 h 602823"/>
                <a:gd name="connsiteX3" fmla="*/ 1213697 w 1639889"/>
                <a:gd name="connsiteY3" fmla="*/ 31960 h 602823"/>
                <a:gd name="connsiteX4" fmla="*/ 1449389 w 1639889"/>
                <a:gd name="connsiteY4" fmla="*/ 457833 h 602823"/>
                <a:gd name="connsiteX5" fmla="*/ 0 w 1639889"/>
                <a:gd name="connsiteY5" fmla="*/ 455717 h 602823"/>
                <a:gd name="connsiteX6" fmla="*/ 7409 w 1639889"/>
                <a:gd name="connsiteY6" fmla="*/ 599650 h 602823"/>
                <a:gd name="connsiteX0" fmla="*/ 7409 w 1639889"/>
                <a:gd name="connsiteY0" fmla="*/ 606000 h 609173"/>
                <a:gd name="connsiteX1" fmla="*/ 1639889 w 1639889"/>
                <a:gd name="connsiteY1" fmla="*/ 609173 h 609173"/>
                <a:gd name="connsiteX2" fmla="*/ 1287356 w 1639889"/>
                <a:gd name="connsiteY2" fmla="*/ 0 h 609173"/>
                <a:gd name="connsiteX3" fmla="*/ 1213697 w 1639889"/>
                <a:gd name="connsiteY3" fmla="*/ 38310 h 609173"/>
                <a:gd name="connsiteX4" fmla="*/ 1449389 w 1639889"/>
                <a:gd name="connsiteY4" fmla="*/ 464183 h 609173"/>
                <a:gd name="connsiteX5" fmla="*/ 0 w 1639889"/>
                <a:gd name="connsiteY5" fmla="*/ 462067 h 609173"/>
                <a:gd name="connsiteX6" fmla="*/ 7409 w 1639889"/>
                <a:gd name="connsiteY6" fmla="*/ 606000 h 609173"/>
                <a:gd name="connsiteX0" fmla="*/ 7409 w 1639889"/>
                <a:gd name="connsiteY0" fmla="*/ 606000 h 609173"/>
                <a:gd name="connsiteX1" fmla="*/ 1639889 w 1639889"/>
                <a:gd name="connsiteY1" fmla="*/ 609173 h 609173"/>
                <a:gd name="connsiteX2" fmla="*/ 1287356 w 1639889"/>
                <a:gd name="connsiteY2" fmla="*/ 0 h 609173"/>
                <a:gd name="connsiteX3" fmla="*/ 1204172 w 1639889"/>
                <a:gd name="connsiteY3" fmla="*/ 43072 h 609173"/>
                <a:gd name="connsiteX4" fmla="*/ 1449389 w 1639889"/>
                <a:gd name="connsiteY4" fmla="*/ 464183 h 609173"/>
                <a:gd name="connsiteX5" fmla="*/ 0 w 1639889"/>
                <a:gd name="connsiteY5" fmla="*/ 462067 h 609173"/>
                <a:gd name="connsiteX6" fmla="*/ 7409 w 1639889"/>
                <a:gd name="connsiteY6" fmla="*/ 606000 h 60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9889" h="609173">
                  <a:moveTo>
                    <a:pt x="7409" y="606000"/>
                  </a:moveTo>
                  <a:lnTo>
                    <a:pt x="1639889" y="609173"/>
                  </a:lnTo>
                  <a:lnTo>
                    <a:pt x="1287356" y="0"/>
                  </a:lnTo>
                  <a:lnTo>
                    <a:pt x="1204172" y="43072"/>
                  </a:lnTo>
                  <a:lnTo>
                    <a:pt x="1449389" y="464183"/>
                  </a:lnTo>
                  <a:lnTo>
                    <a:pt x="0" y="462067"/>
                  </a:lnTo>
                  <a:lnTo>
                    <a:pt x="7409" y="606000"/>
                  </a:lnTo>
                  <a:close/>
                </a:path>
              </a:pathLst>
            </a:custGeom>
            <a:solidFill>
              <a:srgbClr val="B0B0B0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A7A4A09-2745-BD33-29E8-185A188BE840}"/>
                </a:ext>
              </a:extLst>
            </p:cNvPr>
            <p:cNvCxnSpPr>
              <a:cxnSpLocks/>
            </p:cNvCxnSpPr>
            <p:nvPr/>
          </p:nvCxnSpPr>
          <p:spPr>
            <a:xfrm>
              <a:off x="8511379" y="2087033"/>
              <a:ext cx="597286" cy="105822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EFB6F20-DBA5-6997-2448-CEBE25AD4B3B}"/>
                </a:ext>
              </a:extLst>
            </p:cNvPr>
            <p:cNvCxnSpPr>
              <a:cxnSpLocks/>
            </p:cNvCxnSpPr>
            <p:nvPr/>
          </p:nvCxnSpPr>
          <p:spPr>
            <a:xfrm>
              <a:off x="8157825" y="3137886"/>
              <a:ext cx="950840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58BACB4-2770-93DB-9C09-ACD20CF75191}"/>
                </a:ext>
              </a:extLst>
            </p:cNvPr>
            <p:cNvCxnSpPr>
              <a:cxnSpLocks/>
            </p:cNvCxnSpPr>
            <p:nvPr/>
          </p:nvCxnSpPr>
          <p:spPr>
            <a:xfrm>
              <a:off x="7786918" y="3137757"/>
              <a:ext cx="567138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4A83FE9-2365-E49D-A78D-D3CFB9DBDF91}"/>
                    </a:ext>
                  </a:extLst>
                </p:cNvPr>
                <p:cNvSpPr txBox="1"/>
                <p:nvPr/>
              </p:nvSpPr>
              <p:spPr>
                <a:xfrm>
                  <a:off x="7968747" y="2636544"/>
                  <a:ext cx="49035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s-CL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CL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s-CL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4A83FE9-2365-E49D-A78D-D3CFB9DBDF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8747" y="2636544"/>
                  <a:ext cx="490356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EDFD3CDE-C943-FEDD-EF62-DD319044B766}"/>
                </a:ext>
              </a:extLst>
            </p:cNvPr>
            <p:cNvSpPr/>
            <p:nvPr/>
          </p:nvSpPr>
          <p:spPr>
            <a:xfrm>
              <a:off x="8529038" y="2552952"/>
              <a:ext cx="1147604" cy="1147604"/>
            </a:xfrm>
            <a:prstGeom prst="arc">
              <a:avLst>
                <a:gd name="adj1" fmla="val 10798601"/>
                <a:gd name="adj2" fmla="val 14361918"/>
              </a:avLst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98A4DAE-76F1-A93E-FC5D-3889F497D7D2}"/>
                    </a:ext>
                  </a:extLst>
                </p:cNvPr>
                <p:cNvSpPr txBox="1"/>
                <p:nvPr/>
              </p:nvSpPr>
              <p:spPr>
                <a:xfrm>
                  <a:off x="8501283" y="2759761"/>
                  <a:ext cx="51399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CL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98A4DAE-76F1-A93E-FC5D-3889F497D7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1283" y="2759761"/>
                  <a:ext cx="513993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2D9127B-973A-7238-C618-5E12F500D0F5}"/>
                </a:ext>
              </a:extLst>
            </p:cNvPr>
            <p:cNvGrpSpPr/>
            <p:nvPr/>
          </p:nvGrpSpPr>
          <p:grpSpPr>
            <a:xfrm>
              <a:off x="7614840" y="1717762"/>
              <a:ext cx="2486036" cy="2486036"/>
              <a:chOff x="7597906" y="1709295"/>
              <a:chExt cx="2486036" cy="2486036"/>
            </a:xfrm>
          </p:grpSpPr>
          <p:sp>
            <p:nvSpPr>
              <p:cNvPr id="37" name="Circle: Hollow 36">
                <a:extLst>
                  <a:ext uri="{FF2B5EF4-FFF2-40B4-BE49-F238E27FC236}">
                    <a16:creationId xmlns:a16="http://schemas.microsoft.com/office/drawing/2014/main" id="{845869FC-C828-4634-3271-448E80D467BE}"/>
                  </a:ext>
                </a:extLst>
              </p:cNvPr>
              <p:cNvSpPr/>
              <p:nvPr/>
            </p:nvSpPr>
            <p:spPr>
              <a:xfrm>
                <a:off x="7597906" y="1709295"/>
                <a:ext cx="2486036" cy="2486036"/>
              </a:xfrm>
              <a:prstGeom prst="donut">
                <a:avLst>
                  <a:gd name="adj" fmla="val 15483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22DB3D8B-CCE6-E71F-8664-3222F6447B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92389" y="2103778"/>
                <a:ext cx="1697070" cy="169707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EC94B6E6-AD83-6CDC-FA74-A46994DE497D}"/>
              </a:ext>
            </a:extLst>
          </p:cNvPr>
          <p:cNvSpPr txBox="1"/>
          <p:nvPr/>
        </p:nvSpPr>
        <p:spPr>
          <a:xfrm>
            <a:off x="8124731" y="5039552"/>
            <a:ext cx="996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800760-BA18-46EF-4CC7-42CF59CA2EA5}"/>
              </a:ext>
            </a:extLst>
          </p:cNvPr>
          <p:cNvSpPr/>
          <p:nvPr/>
        </p:nvSpPr>
        <p:spPr>
          <a:xfrm>
            <a:off x="4567691" y="4312825"/>
            <a:ext cx="1420006" cy="22925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371E80B-BE6A-E0AA-3334-63DAAA2858CB}"/>
              </a:ext>
            </a:extLst>
          </p:cNvPr>
          <p:cNvCxnSpPr>
            <a:cxnSpLocks/>
          </p:cNvCxnSpPr>
          <p:nvPr/>
        </p:nvCxnSpPr>
        <p:spPr>
          <a:xfrm>
            <a:off x="5704128" y="4435761"/>
            <a:ext cx="567138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42041372-8B78-AC01-80F5-967AF8F7EBF9}"/>
              </a:ext>
            </a:extLst>
          </p:cNvPr>
          <p:cNvGrpSpPr/>
          <p:nvPr/>
        </p:nvGrpSpPr>
        <p:grpSpPr>
          <a:xfrm rot="5400000" flipH="1">
            <a:off x="3793464" y="3264600"/>
            <a:ext cx="245533" cy="2827549"/>
            <a:chOff x="6544254" y="2747964"/>
            <a:chExt cx="1834355" cy="1735668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7B34614-91E1-90BB-EF65-C5EE215B691F}"/>
                </a:ext>
              </a:extLst>
            </p:cNvPr>
            <p:cNvCxnSpPr>
              <a:cxnSpLocks/>
            </p:cNvCxnSpPr>
            <p:nvPr/>
          </p:nvCxnSpPr>
          <p:spPr>
            <a:xfrm>
              <a:off x="6639415" y="2747964"/>
              <a:ext cx="0" cy="1735667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AE7D9C2-28B3-8B6F-7798-40C63E2B02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4255" y="2747964"/>
              <a:ext cx="1747252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F450DEB-4F8E-96F2-F4DE-E4DD9D0B31E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7461432" y="3566454"/>
              <a:ext cx="0" cy="183435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BDD907-AA20-557D-4DFF-9C5C733C73E4}"/>
                  </a:ext>
                </a:extLst>
              </p:cNvPr>
              <p:cNvSpPr txBox="1"/>
              <p:nvPr/>
            </p:nvSpPr>
            <p:spPr>
              <a:xfrm>
                <a:off x="3613058" y="4725368"/>
                <a:ext cx="5139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BDD907-AA20-557D-4DFF-9C5C733C7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058" y="4725368"/>
                <a:ext cx="513993" cy="400110"/>
              </a:xfrm>
              <a:prstGeom prst="rect">
                <a:avLst/>
              </a:prstGeom>
              <a:blipFill>
                <a:blip r:embed="rId14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891165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B90B75B-F528-73F5-32C5-6F5DCC51B1A7}"/>
              </a:ext>
            </a:extLst>
          </p:cNvPr>
          <p:cNvSpPr/>
          <p:nvPr/>
        </p:nvSpPr>
        <p:spPr>
          <a:xfrm>
            <a:off x="2789767" y="4061460"/>
            <a:ext cx="211666" cy="16340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41A41CDC-5413-F5B0-7956-14EB74AC535A}"/>
              </a:ext>
            </a:extLst>
          </p:cNvPr>
          <p:cNvSpPr/>
          <p:nvPr/>
        </p:nvSpPr>
        <p:spPr>
          <a:xfrm>
            <a:off x="8255362" y="3866303"/>
            <a:ext cx="464459" cy="358564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A28CD01-1FF6-FF12-2C9A-E8F8E82DA1AE}"/>
              </a:ext>
            </a:extLst>
          </p:cNvPr>
          <p:cNvGrpSpPr/>
          <p:nvPr/>
        </p:nvGrpSpPr>
        <p:grpSpPr>
          <a:xfrm>
            <a:off x="5576692" y="2595033"/>
            <a:ext cx="2927229" cy="1062310"/>
            <a:chOff x="6545049" y="915749"/>
            <a:chExt cx="1958870" cy="2741594"/>
          </a:xfrm>
        </p:grpSpPr>
        <p:sp>
          <p:nvSpPr>
            <p:cNvPr id="18" name="Flowchart: Manual Input 2">
              <a:extLst>
                <a:ext uri="{FF2B5EF4-FFF2-40B4-BE49-F238E27FC236}">
                  <a16:creationId xmlns:a16="http://schemas.microsoft.com/office/drawing/2014/main" id="{491DF845-C03B-48E7-9D2C-E13EEDD04FDE}"/>
                </a:ext>
              </a:extLst>
            </p:cNvPr>
            <p:cNvSpPr/>
            <p:nvPr/>
          </p:nvSpPr>
          <p:spPr>
            <a:xfrm>
              <a:off x="6545049" y="915749"/>
              <a:ext cx="1956134" cy="2741594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7479 h 15479"/>
                <a:gd name="connsiteX1" fmla="*/ 9695 w 10000"/>
                <a:gd name="connsiteY1" fmla="*/ 0 h 15479"/>
                <a:gd name="connsiteX2" fmla="*/ 10000 w 10000"/>
                <a:gd name="connsiteY2" fmla="*/ 15479 h 15479"/>
                <a:gd name="connsiteX3" fmla="*/ 0 w 10000"/>
                <a:gd name="connsiteY3" fmla="*/ 15479 h 15479"/>
                <a:gd name="connsiteX4" fmla="*/ 0 w 10000"/>
                <a:gd name="connsiteY4" fmla="*/ 7479 h 15479"/>
                <a:gd name="connsiteX0" fmla="*/ 51 w 10000"/>
                <a:gd name="connsiteY0" fmla="*/ 7137 h 15479"/>
                <a:gd name="connsiteX1" fmla="*/ 9695 w 10000"/>
                <a:gd name="connsiteY1" fmla="*/ 0 h 15479"/>
                <a:gd name="connsiteX2" fmla="*/ 10000 w 10000"/>
                <a:gd name="connsiteY2" fmla="*/ 15479 h 15479"/>
                <a:gd name="connsiteX3" fmla="*/ 0 w 10000"/>
                <a:gd name="connsiteY3" fmla="*/ 15479 h 15479"/>
                <a:gd name="connsiteX4" fmla="*/ 51 w 10000"/>
                <a:gd name="connsiteY4" fmla="*/ 7137 h 15479"/>
                <a:gd name="connsiteX0" fmla="*/ 51 w 10000"/>
                <a:gd name="connsiteY0" fmla="*/ 6937 h 15279"/>
                <a:gd name="connsiteX1" fmla="*/ 9695 w 10000"/>
                <a:gd name="connsiteY1" fmla="*/ 0 h 15279"/>
                <a:gd name="connsiteX2" fmla="*/ 10000 w 10000"/>
                <a:gd name="connsiteY2" fmla="*/ 15279 h 15279"/>
                <a:gd name="connsiteX3" fmla="*/ 0 w 10000"/>
                <a:gd name="connsiteY3" fmla="*/ 15279 h 15279"/>
                <a:gd name="connsiteX4" fmla="*/ 51 w 10000"/>
                <a:gd name="connsiteY4" fmla="*/ 6937 h 15279"/>
                <a:gd name="connsiteX0" fmla="*/ 51 w 10000"/>
                <a:gd name="connsiteY0" fmla="*/ 6966 h 15308"/>
                <a:gd name="connsiteX1" fmla="*/ 9798 w 10000"/>
                <a:gd name="connsiteY1" fmla="*/ 0 h 15308"/>
                <a:gd name="connsiteX2" fmla="*/ 10000 w 10000"/>
                <a:gd name="connsiteY2" fmla="*/ 15308 h 15308"/>
                <a:gd name="connsiteX3" fmla="*/ 0 w 10000"/>
                <a:gd name="connsiteY3" fmla="*/ 15308 h 15308"/>
                <a:gd name="connsiteX4" fmla="*/ 51 w 10000"/>
                <a:gd name="connsiteY4" fmla="*/ 6966 h 15308"/>
                <a:gd name="connsiteX0" fmla="*/ 51 w 10000"/>
                <a:gd name="connsiteY0" fmla="*/ 6966 h 15308"/>
                <a:gd name="connsiteX1" fmla="*/ 9901 w 10000"/>
                <a:gd name="connsiteY1" fmla="*/ 0 h 15308"/>
                <a:gd name="connsiteX2" fmla="*/ 10000 w 10000"/>
                <a:gd name="connsiteY2" fmla="*/ 15308 h 15308"/>
                <a:gd name="connsiteX3" fmla="*/ 0 w 10000"/>
                <a:gd name="connsiteY3" fmla="*/ 15308 h 15308"/>
                <a:gd name="connsiteX4" fmla="*/ 51 w 10000"/>
                <a:gd name="connsiteY4" fmla="*/ 6966 h 15308"/>
                <a:gd name="connsiteX0" fmla="*/ 51 w 10020"/>
                <a:gd name="connsiteY0" fmla="*/ 2214 h 10556"/>
                <a:gd name="connsiteX1" fmla="*/ 9990 w 10020"/>
                <a:gd name="connsiteY1" fmla="*/ 0 h 10556"/>
                <a:gd name="connsiteX2" fmla="*/ 10000 w 10020"/>
                <a:gd name="connsiteY2" fmla="*/ 10556 h 10556"/>
                <a:gd name="connsiteX3" fmla="*/ 0 w 10020"/>
                <a:gd name="connsiteY3" fmla="*/ 10556 h 10556"/>
                <a:gd name="connsiteX4" fmla="*/ 51 w 10020"/>
                <a:gd name="connsiteY4" fmla="*/ 2214 h 10556"/>
                <a:gd name="connsiteX0" fmla="*/ 51 w 10001"/>
                <a:gd name="connsiteY0" fmla="*/ 2214 h 10556"/>
                <a:gd name="connsiteX1" fmla="*/ 9990 w 10001"/>
                <a:gd name="connsiteY1" fmla="*/ 0 h 10556"/>
                <a:gd name="connsiteX2" fmla="*/ 10000 w 10001"/>
                <a:gd name="connsiteY2" fmla="*/ 10556 h 10556"/>
                <a:gd name="connsiteX3" fmla="*/ 0 w 10001"/>
                <a:gd name="connsiteY3" fmla="*/ 10556 h 10556"/>
                <a:gd name="connsiteX4" fmla="*/ 51 w 10001"/>
                <a:gd name="connsiteY4" fmla="*/ 2214 h 10556"/>
                <a:gd name="connsiteX0" fmla="*/ 51 w 10023"/>
                <a:gd name="connsiteY0" fmla="*/ 2214 h 10556"/>
                <a:gd name="connsiteX1" fmla="*/ 9990 w 10023"/>
                <a:gd name="connsiteY1" fmla="*/ 0 h 10556"/>
                <a:gd name="connsiteX2" fmla="*/ 10000 w 10023"/>
                <a:gd name="connsiteY2" fmla="*/ 10556 h 10556"/>
                <a:gd name="connsiteX3" fmla="*/ 0 w 10023"/>
                <a:gd name="connsiteY3" fmla="*/ 10556 h 10556"/>
                <a:gd name="connsiteX4" fmla="*/ 51 w 10023"/>
                <a:gd name="connsiteY4" fmla="*/ 2214 h 10556"/>
                <a:gd name="connsiteX0" fmla="*/ 51 w 10023"/>
                <a:gd name="connsiteY0" fmla="*/ 2214 h 10556"/>
                <a:gd name="connsiteX1" fmla="*/ 7396 w 10023"/>
                <a:gd name="connsiteY1" fmla="*/ 562 h 10556"/>
                <a:gd name="connsiteX2" fmla="*/ 9990 w 10023"/>
                <a:gd name="connsiteY2" fmla="*/ 0 h 10556"/>
                <a:gd name="connsiteX3" fmla="*/ 10000 w 10023"/>
                <a:gd name="connsiteY3" fmla="*/ 10556 h 10556"/>
                <a:gd name="connsiteX4" fmla="*/ 0 w 10023"/>
                <a:gd name="connsiteY4" fmla="*/ 10556 h 10556"/>
                <a:gd name="connsiteX5" fmla="*/ 51 w 10023"/>
                <a:gd name="connsiteY5" fmla="*/ 2214 h 10556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23"/>
                <a:gd name="connsiteY0" fmla="*/ 7063 h 15405"/>
                <a:gd name="connsiteX1" fmla="*/ 5021 w 10023"/>
                <a:gd name="connsiteY1" fmla="*/ 3 h 15405"/>
                <a:gd name="connsiteX2" fmla="*/ 9990 w 10023"/>
                <a:gd name="connsiteY2" fmla="*/ 4849 h 15405"/>
                <a:gd name="connsiteX3" fmla="*/ 10000 w 10023"/>
                <a:gd name="connsiteY3" fmla="*/ 15405 h 15405"/>
                <a:gd name="connsiteX4" fmla="*/ 0 w 10023"/>
                <a:gd name="connsiteY4" fmla="*/ 15405 h 15405"/>
                <a:gd name="connsiteX5" fmla="*/ 51 w 10023"/>
                <a:gd name="connsiteY5" fmla="*/ 7063 h 15405"/>
                <a:gd name="connsiteX0" fmla="*/ 51 w 10023"/>
                <a:gd name="connsiteY0" fmla="*/ 7062 h 15404"/>
                <a:gd name="connsiteX1" fmla="*/ 5021 w 10023"/>
                <a:gd name="connsiteY1" fmla="*/ 2 h 15404"/>
                <a:gd name="connsiteX2" fmla="*/ 9990 w 10023"/>
                <a:gd name="connsiteY2" fmla="*/ 4848 h 15404"/>
                <a:gd name="connsiteX3" fmla="*/ 10000 w 10023"/>
                <a:gd name="connsiteY3" fmla="*/ 15404 h 15404"/>
                <a:gd name="connsiteX4" fmla="*/ 0 w 10023"/>
                <a:gd name="connsiteY4" fmla="*/ 15404 h 15404"/>
                <a:gd name="connsiteX5" fmla="*/ 51 w 10023"/>
                <a:gd name="connsiteY5" fmla="*/ 7062 h 15404"/>
                <a:gd name="connsiteX0" fmla="*/ 51 w 10023"/>
                <a:gd name="connsiteY0" fmla="*/ 7070 h 15412"/>
                <a:gd name="connsiteX1" fmla="*/ 5021 w 10023"/>
                <a:gd name="connsiteY1" fmla="*/ 10 h 15412"/>
                <a:gd name="connsiteX2" fmla="*/ 9990 w 10023"/>
                <a:gd name="connsiteY2" fmla="*/ 4856 h 15412"/>
                <a:gd name="connsiteX3" fmla="*/ 10000 w 10023"/>
                <a:gd name="connsiteY3" fmla="*/ 15412 h 15412"/>
                <a:gd name="connsiteX4" fmla="*/ 0 w 10023"/>
                <a:gd name="connsiteY4" fmla="*/ 15412 h 15412"/>
                <a:gd name="connsiteX5" fmla="*/ 51 w 10023"/>
                <a:gd name="connsiteY5" fmla="*/ 7070 h 15412"/>
                <a:gd name="connsiteX0" fmla="*/ 51 w 10023"/>
                <a:gd name="connsiteY0" fmla="*/ 7064 h 15406"/>
                <a:gd name="connsiteX1" fmla="*/ 5021 w 10023"/>
                <a:gd name="connsiteY1" fmla="*/ 4 h 15406"/>
                <a:gd name="connsiteX2" fmla="*/ 9990 w 10023"/>
                <a:gd name="connsiteY2" fmla="*/ 4850 h 15406"/>
                <a:gd name="connsiteX3" fmla="*/ 10000 w 10023"/>
                <a:gd name="connsiteY3" fmla="*/ 15406 h 15406"/>
                <a:gd name="connsiteX4" fmla="*/ 0 w 10023"/>
                <a:gd name="connsiteY4" fmla="*/ 15406 h 15406"/>
                <a:gd name="connsiteX5" fmla="*/ 51 w 10023"/>
                <a:gd name="connsiteY5" fmla="*/ 7064 h 15406"/>
                <a:gd name="connsiteX0" fmla="*/ 51 w 10023"/>
                <a:gd name="connsiteY0" fmla="*/ 7061 h 15403"/>
                <a:gd name="connsiteX1" fmla="*/ 5021 w 10023"/>
                <a:gd name="connsiteY1" fmla="*/ 1 h 15403"/>
                <a:gd name="connsiteX2" fmla="*/ 9990 w 10023"/>
                <a:gd name="connsiteY2" fmla="*/ 4847 h 15403"/>
                <a:gd name="connsiteX3" fmla="*/ 10000 w 10023"/>
                <a:gd name="connsiteY3" fmla="*/ 15403 h 15403"/>
                <a:gd name="connsiteX4" fmla="*/ 0 w 10023"/>
                <a:gd name="connsiteY4" fmla="*/ 15403 h 15403"/>
                <a:gd name="connsiteX5" fmla="*/ 51 w 10023"/>
                <a:gd name="connsiteY5" fmla="*/ 7061 h 15403"/>
                <a:gd name="connsiteX0" fmla="*/ 51 w 10023"/>
                <a:gd name="connsiteY0" fmla="*/ 7060 h 15402"/>
                <a:gd name="connsiteX1" fmla="*/ 5021 w 10023"/>
                <a:gd name="connsiteY1" fmla="*/ 0 h 15402"/>
                <a:gd name="connsiteX2" fmla="*/ 9990 w 10023"/>
                <a:gd name="connsiteY2" fmla="*/ 4846 h 15402"/>
                <a:gd name="connsiteX3" fmla="*/ 10000 w 10023"/>
                <a:gd name="connsiteY3" fmla="*/ 15402 h 15402"/>
                <a:gd name="connsiteX4" fmla="*/ 0 w 10023"/>
                <a:gd name="connsiteY4" fmla="*/ 15402 h 15402"/>
                <a:gd name="connsiteX5" fmla="*/ 51 w 10023"/>
                <a:gd name="connsiteY5" fmla="*/ 7060 h 15402"/>
                <a:gd name="connsiteX0" fmla="*/ 51 w 10013"/>
                <a:gd name="connsiteY0" fmla="*/ 7060 h 15402"/>
                <a:gd name="connsiteX1" fmla="*/ 5021 w 10013"/>
                <a:gd name="connsiteY1" fmla="*/ 0 h 15402"/>
                <a:gd name="connsiteX2" fmla="*/ 9990 w 10013"/>
                <a:gd name="connsiteY2" fmla="*/ 4846 h 15402"/>
                <a:gd name="connsiteX3" fmla="*/ 10000 w 10013"/>
                <a:gd name="connsiteY3" fmla="*/ 15402 h 15402"/>
                <a:gd name="connsiteX4" fmla="*/ 0 w 10013"/>
                <a:gd name="connsiteY4" fmla="*/ 15402 h 15402"/>
                <a:gd name="connsiteX5" fmla="*/ 51 w 10013"/>
                <a:gd name="connsiteY5" fmla="*/ 7060 h 15402"/>
                <a:gd name="connsiteX0" fmla="*/ 51 w 10009"/>
                <a:gd name="connsiteY0" fmla="*/ 7060 h 15402"/>
                <a:gd name="connsiteX1" fmla="*/ 5021 w 10009"/>
                <a:gd name="connsiteY1" fmla="*/ 0 h 15402"/>
                <a:gd name="connsiteX2" fmla="*/ 9990 w 10009"/>
                <a:gd name="connsiteY2" fmla="*/ 4846 h 15402"/>
                <a:gd name="connsiteX3" fmla="*/ 10000 w 10009"/>
                <a:gd name="connsiteY3" fmla="*/ 15402 h 15402"/>
                <a:gd name="connsiteX4" fmla="*/ 0 w 10009"/>
                <a:gd name="connsiteY4" fmla="*/ 15402 h 15402"/>
                <a:gd name="connsiteX5" fmla="*/ 51 w 10009"/>
                <a:gd name="connsiteY5" fmla="*/ 7060 h 15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9" h="15402">
                  <a:moveTo>
                    <a:pt x="51" y="7060"/>
                  </a:moveTo>
                  <a:cubicBezTo>
                    <a:pt x="1350" y="4379"/>
                    <a:pt x="3034" y="467"/>
                    <a:pt x="5021" y="0"/>
                  </a:cubicBezTo>
                  <a:cubicBezTo>
                    <a:pt x="6858" y="122"/>
                    <a:pt x="8385" y="2960"/>
                    <a:pt x="9990" y="4846"/>
                  </a:cubicBezTo>
                  <a:cubicBezTo>
                    <a:pt x="9992" y="16030"/>
                    <a:pt x="10026" y="10242"/>
                    <a:pt x="10000" y="15402"/>
                  </a:cubicBezTo>
                  <a:lnTo>
                    <a:pt x="0" y="15402"/>
                  </a:lnTo>
                  <a:cubicBezTo>
                    <a:pt x="17" y="12621"/>
                    <a:pt x="34" y="9841"/>
                    <a:pt x="51" y="7060"/>
                  </a:cubicBezTo>
                  <a:close/>
                </a:path>
              </a:pathLst>
            </a:custGeom>
            <a:pattFill prst="ltVert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5B6FDEA-3A1B-AD06-F06E-1811EB8DC1B6}"/>
                </a:ext>
              </a:extLst>
            </p:cNvPr>
            <p:cNvSpPr/>
            <p:nvPr/>
          </p:nvSpPr>
          <p:spPr>
            <a:xfrm>
              <a:off x="6545049" y="920455"/>
              <a:ext cx="1958870" cy="1245912"/>
            </a:xfrm>
            <a:custGeom>
              <a:avLst/>
              <a:gdLst>
                <a:gd name="connsiteX0" fmla="*/ 0 w 2511552"/>
                <a:gd name="connsiteY0" fmla="*/ 1222985 h 1576553"/>
                <a:gd name="connsiteX1" fmla="*/ 950976 w 2511552"/>
                <a:gd name="connsiteY1" fmla="*/ 3785 h 1576553"/>
                <a:gd name="connsiteX2" fmla="*/ 2511552 w 2511552"/>
                <a:gd name="connsiteY2" fmla="*/ 1576553 h 1576553"/>
                <a:gd name="connsiteX3" fmla="*/ 2511552 w 2511552"/>
                <a:gd name="connsiteY3" fmla="*/ 1576553 h 1576553"/>
                <a:gd name="connsiteX0" fmla="*/ 0 w 2828544"/>
                <a:gd name="connsiteY0" fmla="*/ 1940193 h 1940193"/>
                <a:gd name="connsiteX1" fmla="*/ 1267968 w 2828544"/>
                <a:gd name="connsiteY1" fmla="*/ 1665 h 1940193"/>
                <a:gd name="connsiteX2" fmla="*/ 2828544 w 2828544"/>
                <a:gd name="connsiteY2" fmla="*/ 1574433 h 1940193"/>
                <a:gd name="connsiteX3" fmla="*/ 2828544 w 2828544"/>
                <a:gd name="connsiteY3" fmla="*/ 1574433 h 1940193"/>
                <a:gd name="connsiteX0" fmla="*/ 0 w 2828544"/>
                <a:gd name="connsiteY0" fmla="*/ 1940193 h 1940193"/>
                <a:gd name="connsiteX1" fmla="*/ 1267968 w 2828544"/>
                <a:gd name="connsiteY1" fmla="*/ 1665 h 1940193"/>
                <a:gd name="connsiteX2" fmla="*/ 2828544 w 2828544"/>
                <a:gd name="connsiteY2" fmla="*/ 1574433 h 1940193"/>
                <a:gd name="connsiteX3" fmla="*/ 2828544 w 2828544"/>
                <a:gd name="connsiteY3" fmla="*/ 1574433 h 1940193"/>
                <a:gd name="connsiteX0" fmla="*/ 0 w 2828544"/>
                <a:gd name="connsiteY0" fmla="*/ 1940193 h 1940193"/>
                <a:gd name="connsiteX1" fmla="*/ 1267968 w 2828544"/>
                <a:gd name="connsiteY1" fmla="*/ 1665 h 1940193"/>
                <a:gd name="connsiteX2" fmla="*/ 2828544 w 2828544"/>
                <a:gd name="connsiteY2" fmla="*/ 1574433 h 1940193"/>
                <a:gd name="connsiteX3" fmla="*/ 2745215 w 2828544"/>
                <a:gd name="connsiteY3" fmla="*/ 1686435 h 1940193"/>
                <a:gd name="connsiteX0" fmla="*/ 0 w 2812778"/>
                <a:gd name="connsiteY0" fmla="*/ 1943696 h 1943696"/>
                <a:gd name="connsiteX1" fmla="*/ 1267968 w 2812778"/>
                <a:gd name="connsiteY1" fmla="*/ 5168 h 1943696"/>
                <a:gd name="connsiteX2" fmla="*/ 2812778 w 2812778"/>
                <a:gd name="connsiteY2" fmla="*/ 1334020 h 1943696"/>
                <a:gd name="connsiteX3" fmla="*/ 2745215 w 2812778"/>
                <a:gd name="connsiteY3" fmla="*/ 1689938 h 1943696"/>
                <a:gd name="connsiteX0" fmla="*/ 0 w 2812778"/>
                <a:gd name="connsiteY0" fmla="*/ 1943696 h 1943696"/>
                <a:gd name="connsiteX1" fmla="*/ 1267968 w 2812778"/>
                <a:gd name="connsiteY1" fmla="*/ 5168 h 1943696"/>
                <a:gd name="connsiteX2" fmla="*/ 2812778 w 2812778"/>
                <a:gd name="connsiteY2" fmla="*/ 1334020 h 1943696"/>
                <a:gd name="connsiteX0" fmla="*/ 0 w 2781248"/>
                <a:gd name="connsiteY0" fmla="*/ 1928525 h 1928526"/>
                <a:gd name="connsiteX1" fmla="*/ 1236438 w 2781248"/>
                <a:gd name="connsiteY1" fmla="*/ 4931 h 1928526"/>
                <a:gd name="connsiteX2" fmla="*/ 2781248 w 2781248"/>
                <a:gd name="connsiteY2" fmla="*/ 1333783 h 1928526"/>
                <a:gd name="connsiteX0" fmla="*/ 0 w 2799265"/>
                <a:gd name="connsiteY0" fmla="*/ 1946222 h 1946222"/>
                <a:gd name="connsiteX1" fmla="*/ 1254455 w 2799265"/>
                <a:gd name="connsiteY1" fmla="*/ 5207 h 1946222"/>
                <a:gd name="connsiteX2" fmla="*/ 2799265 w 2799265"/>
                <a:gd name="connsiteY2" fmla="*/ 1334059 h 1946222"/>
                <a:gd name="connsiteX0" fmla="*/ 0 w 2799265"/>
                <a:gd name="connsiteY0" fmla="*/ 1953663 h 1953663"/>
                <a:gd name="connsiteX1" fmla="*/ 1328777 w 2799265"/>
                <a:gd name="connsiteY1" fmla="*/ 5182 h 1953663"/>
                <a:gd name="connsiteX2" fmla="*/ 2799265 w 2799265"/>
                <a:gd name="connsiteY2" fmla="*/ 1341500 h 1953663"/>
                <a:gd name="connsiteX0" fmla="*/ 0 w 2778995"/>
                <a:gd name="connsiteY0" fmla="*/ 1953379 h 1953379"/>
                <a:gd name="connsiteX1" fmla="*/ 1328777 w 2778995"/>
                <a:gd name="connsiteY1" fmla="*/ 4898 h 1953379"/>
                <a:gd name="connsiteX2" fmla="*/ 2778995 w 2778995"/>
                <a:gd name="connsiteY2" fmla="*/ 1356150 h 1953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78995" h="1953379">
                  <a:moveTo>
                    <a:pt x="0" y="1953379"/>
                  </a:moveTo>
                  <a:cubicBezTo>
                    <a:pt x="302768" y="1289931"/>
                    <a:pt x="865611" y="104436"/>
                    <a:pt x="1328777" y="4898"/>
                  </a:cubicBezTo>
                  <a:cubicBezTo>
                    <a:pt x="1791943" y="-94640"/>
                    <a:pt x="2778995" y="1356150"/>
                    <a:pt x="2778995" y="135615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rapezoid 3">
            <a:extLst>
              <a:ext uri="{FF2B5EF4-FFF2-40B4-BE49-F238E27FC236}">
                <a16:creationId xmlns:a16="http://schemas.microsoft.com/office/drawing/2014/main" id="{4688A557-D270-B6BF-9F24-80CD42F91315}"/>
              </a:ext>
            </a:extLst>
          </p:cNvPr>
          <p:cNvSpPr/>
          <p:nvPr/>
        </p:nvSpPr>
        <p:spPr>
          <a:xfrm rot="5400000">
            <a:off x="5314950" y="872490"/>
            <a:ext cx="769620" cy="5608320"/>
          </a:xfrm>
          <a:prstGeom prst="trapezoid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1F8586C-6747-4895-D662-A2F68940C18F}"/>
                  </a:ext>
                </a:extLst>
              </p:cNvPr>
              <p:cNvSpPr txBox="1"/>
              <p:nvPr/>
            </p:nvSpPr>
            <p:spPr>
              <a:xfrm>
                <a:off x="8255362" y="2518391"/>
                <a:ext cx="693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L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1F8586C-6747-4895-D662-A2F68940C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362" y="2518391"/>
                <a:ext cx="693716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8C017B01-4CEC-A857-F34F-D1D44A9CE92C}"/>
              </a:ext>
            </a:extLst>
          </p:cNvPr>
          <p:cNvSpPr/>
          <p:nvPr/>
        </p:nvSpPr>
        <p:spPr>
          <a:xfrm>
            <a:off x="3211465" y="1553574"/>
            <a:ext cx="965200" cy="769620"/>
          </a:xfrm>
          <a:prstGeom prst="rect">
            <a:avLst/>
          </a:prstGeom>
          <a:pattFill prst="lt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A82EBB4-D817-567C-A492-420FFC633903}"/>
              </a:ext>
            </a:extLst>
          </p:cNvPr>
          <p:cNvCxnSpPr>
            <a:cxnSpLocks/>
          </p:cNvCxnSpPr>
          <p:nvPr/>
        </p:nvCxnSpPr>
        <p:spPr>
          <a:xfrm>
            <a:off x="4580467" y="2980267"/>
            <a:ext cx="0" cy="137160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626AA9D-F1BF-EB72-C5CE-9DE3E1B59BEA}"/>
                  </a:ext>
                </a:extLst>
              </p:cNvPr>
              <p:cNvSpPr txBox="1"/>
              <p:nvPr/>
            </p:nvSpPr>
            <p:spPr>
              <a:xfrm>
                <a:off x="4549140" y="2710289"/>
                <a:ext cx="3856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626AA9D-F1BF-EB72-C5CE-9DE3E1B59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140" y="2710289"/>
                <a:ext cx="38568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623688-AFF8-B0B9-69BE-647316127934}"/>
                  </a:ext>
                </a:extLst>
              </p:cNvPr>
              <p:cNvSpPr txBox="1"/>
              <p:nvPr/>
            </p:nvSpPr>
            <p:spPr>
              <a:xfrm>
                <a:off x="4549140" y="4165599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L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623688-AFF8-B0B9-69BE-647316127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140" y="4165599"/>
                <a:ext cx="44275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528BEF7A-7B0B-CB78-67B4-6ED7DC0183C4}"/>
              </a:ext>
            </a:extLst>
          </p:cNvPr>
          <p:cNvSpPr txBox="1"/>
          <p:nvPr/>
        </p:nvSpPr>
        <p:spPr>
          <a:xfrm>
            <a:off x="3149113" y="1080103"/>
            <a:ext cx="1127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Corte A-A’</a:t>
            </a:r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8D74F4E-4CDB-B16D-683E-79D4FA1C0B3B}"/>
              </a:ext>
            </a:extLst>
          </p:cNvPr>
          <p:cNvGrpSpPr/>
          <p:nvPr/>
        </p:nvGrpSpPr>
        <p:grpSpPr>
          <a:xfrm rot="10800000">
            <a:off x="4176664" y="1566653"/>
            <a:ext cx="258761" cy="769619"/>
            <a:chOff x="6544254" y="2747964"/>
            <a:chExt cx="1834355" cy="1735668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5E913CA2-8920-5126-2090-DCA89480147D}"/>
                </a:ext>
              </a:extLst>
            </p:cNvPr>
            <p:cNvCxnSpPr>
              <a:cxnSpLocks/>
            </p:cNvCxnSpPr>
            <p:nvPr/>
          </p:nvCxnSpPr>
          <p:spPr>
            <a:xfrm>
              <a:off x="6639415" y="2747964"/>
              <a:ext cx="0" cy="1735667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B47F47A-6BC1-8595-5E21-37745741FA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4255" y="2747964"/>
              <a:ext cx="1747252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39EF19C-F674-FFF4-9B97-124E5CA6CBCD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7461432" y="3566454"/>
              <a:ext cx="0" cy="183435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ED991F7-FCE9-90A2-1761-14D58BA7501D}"/>
              </a:ext>
            </a:extLst>
          </p:cNvPr>
          <p:cNvGrpSpPr/>
          <p:nvPr/>
        </p:nvGrpSpPr>
        <p:grpSpPr>
          <a:xfrm rot="16200000">
            <a:off x="3564681" y="1983055"/>
            <a:ext cx="258761" cy="965194"/>
            <a:chOff x="6544254" y="2747964"/>
            <a:chExt cx="1834355" cy="1735668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F1DCE61-6D06-F6DE-895A-86E792A75B61}"/>
                </a:ext>
              </a:extLst>
            </p:cNvPr>
            <p:cNvCxnSpPr>
              <a:cxnSpLocks/>
            </p:cNvCxnSpPr>
            <p:nvPr/>
          </p:nvCxnSpPr>
          <p:spPr>
            <a:xfrm>
              <a:off x="6639415" y="2747964"/>
              <a:ext cx="0" cy="1735667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B920DDDC-B2B5-8501-F16F-8AD59837A8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4255" y="2747964"/>
              <a:ext cx="1747252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C67F2AB3-0679-7215-C1B5-CC0D240D6C76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7461432" y="3566454"/>
              <a:ext cx="0" cy="183435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0E54766-32C9-900B-A9B2-604F39F2DC6A}"/>
                  </a:ext>
                </a:extLst>
              </p:cNvPr>
              <p:cNvSpPr txBox="1"/>
              <p:nvPr/>
            </p:nvSpPr>
            <p:spPr>
              <a:xfrm>
                <a:off x="4356771" y="1801176"/>
                <a:ext cx="691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s-CL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0E54766-32C9-900B-A9B2-604F39F2D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771" y="1801176"/>
                <a:ext cx="69179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BCCE540-E776-A15E-A7AD-F598ED15D890}"/>
                  </a:ext>
                </a:extLst>
              </p:cNvPr>
              <p:cNvSpPr txBox="1"/>
              <p:nvPr/>
            </p:nvSpPr>
            <p:spPr>
              <a:xfrm>
                <a:off x="3496357" y="2585742"/>
                <a:ext cx="3697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BCCE540-E776-A15E-A7AD-F598ED15D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357" y="2585742"/>
                <a:ext cx="36978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2F1829A6-82AD-E21E-79E8-30F636B69D2E}"/>
              </a:ext>
            </a:extLst>
          </p:cNvPr>
          <p:cNvGrpSpPr/>
          <p:nvPr/>
        </p:nvGrpSpPr>
        <p:grpSpPr>
          <a:xfrm rot="16200000">
            <a:off x="5166562" y="1465959"/>
            <a:ext cx="1062310" cy="5604234"/>
            <a:chOff x="6544254" y="2747964"/>
            <a:chExt cx="1834355" cy="1735668"/>
          </a:xfrm>
        </p:grpSpPr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54D0E12A-F45B-2E6F-03DF-FBC7CC9D8FC7}"/>
                </a:ext>
              </a:extLst>
            </p:cNvPr>
            <p:cNvCxnSpPr>
              <a:cxnSpLocks/>
            </p:cNvCxnSpPr>
            <p:nvPr/>
          </p:nvCxnSpPr>
          <p:spPr>
            <a:xfrm>
              <a:off x="6639415" y="2747964"/>
              <a:ext cx="0" cy="1735667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19D06B4A-8CB3-8FF7-3710-542267470B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4255" y="2747964"/>
              <a:ext cx="1747252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3DE0EBF8-8B75-622D-5379-C909804F488A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7461432" y="3566454"/>
              <a:ext cx="0" cy="183435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06ABCB2-237E-244F-4006-AD171E5B4C74}"/>
                  </a:ext>
                </a:extLst>
              </p:cNvPr>
              <p:cNvSpPr txBox="1"/>
              <p:nvPr/>
            </p:nvSpPr>
            <p:spPr>
              <a:xfrm>
                <a:off x="5391801" y="4409343"/>
                <a:ext cx="3697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06ABCB2-237E-244F-4006-AD171E5B4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801" y="4409343"/>
                <a:ext cx="36978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912650A-18DE-F179-CA51-019D7A460743}"/>
              </a:ext>
            </a:extLst>
          </p:cNvPr>
          <p:cNvCxnSpPr>
            <a:cxnSpLocks/>
            <a:endCxn id="4" idx="2"/>
          </p:cNvCxnSpPr>
          <p:nvPr/>
        </p:nvCxnSpPr>
        <p:spPr>
          <a:xfrm flipH="1">
            <a:off x="2895600" y="3676650"/>
            <a:ext cx="6459538" cy="0"/>
          </a:xfrm>
          <a:prstGeom prst="line">
            <a:avLst/>
          </a:prstGeom>
          <a:ln>
            <a:solidFill>
              <a:schemeClr val="tx1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2E2AA47-A3A6-360A-319D-F34CD98BB24D}"/>
                  </a:ext>
                </a:extLst>
              </p:cNvPr>
              <p:cNvSpPr txBox="1"/>
              <p:nvPr/>
            </p:nvSpPr>
            <p:spPr>
              <a:xfrm>
                <a:off x="9202472" y="3346792"/>
                <a:ext cx="367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2E2AA47-A3A6-360A-319D-F34CD98BB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2472" y="3346792"/>
                <a:ext cx="36798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139785E7-2B2B-5E96-62E3-E8C0631E19D1}"/>
              </a:ext>
            </a:extLst>
          </p:cNvPr>
          <p:cNvGrpSpPr/>
          <p:nvPr/>
        </p:nvGrpSpPr>
        <p:grpSpPr>
          <a:xfrm rot="10800000" flipH="1">
            <a:off x="2644999" y="3291839"/>
            <a:ext cx="211667" cy="769619"/>
            <a:chOff x="6544254" y="2747964"/>
            <a:chExt cx="1834355" cy="1735668"/>
          </a:xfrm>
        </p:grpSpPr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9B96049C-BB9E-EAD2-EAAE-04F7C4CF5BC6}"/>
                </a:ext>
              </a:extLst>
            </p:cNvPr>
            <p:cNvCxnSpPr>
              <a:cxnSpLocks/>
            </p:cNvCxnSpPr>
            <p:nvPr/>
          </p:nvCxnSpPr>
          <p:spPr>
            <a:xfrm>
              <a:off x="6639415" y="2747964"/>
              <a:ext cx="0" cy="1735667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19C8BEBD-E75B-0325-0406-8A63688022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4255" y="2747964"/>
              <a:ext cx="1747252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B1FC6332-5D4D-8304-C0DD-38FFA241425A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7461432" y="3566454"/>
              <a:ext cx="0" cy="183435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AB66608-EFAB-681B-5886-D54F3F457A09}"/>
                  </a:ext>
                </a:extLst>
              </p:cNvPr>
              <p:cNvSpPr txBox="1"/>
              <p:nvPr/>
            </p:nvSpPr>
            <p:spPr>
              <a:xfrm>
                <a:off x="2242930" y="3429000"/>
                <a:ext cx="473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s-CL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AB66608-EFAB-681B-5886-D54F3F457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930" y="3429000"/>
                <a:ext cx="47314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A9DBD4B5-000A-8A14-B7BF-D28C78D4B5D2}"/>
              </a:ext>
            </a:extLst>
          </p:cNvPr>
          <p:cNvGrpSpPr/>
          <p:nvPr/>
        </p:nvGrpSpPr>
        <p:grpSpPr>
          <a:xfrm rot="10800000">
            <a:off x="8482501" y="3498457"/>
            <a:ext cx="214791" cy="367846"/>
            <a:chOff x="6544254" y="2747964"/>
            <a:chExt cx="1834355" cy="1735668"/>
          </a:xfrm>
        </p:grpSpPr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DB169041-BF4B-CEDF-F560-A9228107ED0F}"/>
                </a:ext>
              </a:extLst>
            </p:cNvPr>
            <p:cNvCxnSpPr>
              <a:cxnSpLocks/>
            </p:cNvCxnSpPr>
            <p:nvPr/>
          </p:nvCxnSpPr>
          <p:spPr>
            <a:xfrm>
              <a:off x="6639415" y="2747964"/>
              <a:ext cx="0" cy="1735667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14DE396C-4859-3FB0-E06B-76C2134DA1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4255" y="2747964"/>
              <a:ext cx="1747252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D7DF141E-A996-0E49-B0F4-30F157E8BEC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7461432" y="3566454"/>
              <a:ext cx="0" cy="183435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E39780B6-1663-13AC-D85C-0C64CBC6DC4C}"/>
                  </a:ext>
                </a:extLst>
              </p:cNvPr>
              <p:cNvSpPr txBox="1"/>
              <p:nvPr/>
            </p:nvSpPr>
            <p:spPr>
              <a:xfrm>
                <a:off x="8617739" y="3249100"/>
                <a:ext cx="473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s-CL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E39780B6-1663-13AC-D85C-0C64CBC6D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7739" y="3249100"/>
                <a:ext cx="47314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857750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D4AA499-54A5-1848-10D5-2B7ABC3CAB95}"/>
              </a:ext>
            </a:extLst>
          </p:cNvPr>
          <p:cNvSpPr/>
          <p:nvPr/>
        </p:nvSpPr>
        <p:spPr>
          <a:xfrm>
            <a:off x="4913955" y="4159999"/>
            <a:ext cx="1431395" cy="546098"/>
          </a:xfrm>
          <a:custGeom>
            <a:avLst/>
            <a:gdLst>
              <a:gd name="connsiteX0" fmla="*/ 8467 w 1778000"/>
              <a:gd name="connsiteY0" fmla="*/ 762000 h 762000"/>
              <a:gd name="connsiteX1" fmla="*/ 1032933 w 1778000"/>
              <a:gd name="connsiteY1" fmla="*/ 753533 h 762000"/>
              <a:gd name="connsiteX2" fmla="*/ 1778000 w 1778000"/>
              <a:gd name="connsiteY2" fmla="*/ 211667 h 762000"/>
              <a:gd name="connsiteX3" fmla="*/ 1634067 w 1778000"/>
              <a:gd name="connsiteY3" fmla="*/ 0 h 762000"/>
              <a:gd name="connsiteX4" fmla="*/ 973667 w 1778000"/>
              <a:gd name="connsiteY4" fmla="*/ 524933 h 762000"/>
              <a:gd name="connsiteX5" fmla="*/ 0 w 1778000"/>
              <a:gd name="connsiteY5" fmla="*/ 550333 h 762000"/>
              <a:gd name="connsiteX6" fmla="*/ 8467 w 1778000"/>
              <a:gd name="connsiteY6" fmla="*/ 762000 h 762000"/>
              <a:gd name="connsiteX0" fmla="*/ 29634 w 1799167"/>
              <a:gd name="connsiteY0" fmla="*/ 762000 h 762000"/>
              <a:gd name="connsiteX1" fmla="*/ 1054100 w 1799167"/>
              <a:gd name="connsiteY1" fmla="*/ 753533 h 762000"/>
              <a:gd name="connsiteX2" fmla="*/ 1799167 w 1799167"/>
              <a:gd name="connsiteY2" fmla="*/ 211667 h 762000"/>
              <a:gd name="connsiteX3" fmla="*/ 1655234 w 1799167"/>
              <a:gd name="connsiteY3" fmla="*/ 0 h 762000"/>
              <a:gd name="connsiteX4" fmla="*/ 994834 w 1799167"/>
              <a:gd name="connsiteY4" fmla="*/ 524933 h 762000"/>
              <a:gd name="connsiteX5" fmla="*/ 0 w 1799167"/>
              <a:gd name="connsiteY5" fmla="*/ 601133 h 762000"/>
              <a:gd name="connsiteX6" fmla="*/ 29634 w 1799167"/>
              <a:gd name="connsiteY6" fmla="*/ 762000 h 762000"/>
              <a:gd name="connsiteX0" fmla="*/ 4234 w 1773767"/>
              <a:gd name="connsiteY0" fmla="*/ 762000 h 762000"/>
              <a:gd name="connsiteX1" fmla="*/ 1028700 w 1773767"/>
              <a:gd name="connsiteY1" fmla="*/ 753533 h 762000"/>
              <a:gd name="connsiteX2" fmla="*/ 1773767 w 1773767"/>
              <a:gd name="connsiteY2" fmla="*/ 211667 h 762000"/>
              <a:gd name="connsiteX3" fmla="*/ 1629834 w 1773767"/>
              <a:gd name="connsiteY3" fmla="*/ 0 h 762000"/>
              <a:gd name="connsiteX4" fmla="*/ 969434 w 1773767"/>
              <a:gd name="connsiteY4" fmla="*/ 524933 h 762000"/>
              <a:gd name="connsiteX5" fmla="*/ 0 w 1773767"/>
              <a:gd name="connsiteY5" fmla="*/ 620183 h 762000"/>
              <a:gd name="connsiteX6" fmla="*/ 4234 w 1773767"/>
              <a:gd name="connsiteY6" fmla="*/ 762000 h 762000"/>
              <a:gd name="connsiteX0" fmla="*/ 4234 w 1773767"/>
              <a:gd name="connsiteY0" fmla="*/ 762000 h 764645"/>
              <a:gd name="connsiteX1" fmla="*/ 1098550 w 1773767"/>
              <a:gd name="connsiteY1" fmla="*/ 764645 h 764645"/>
              <a:gd name="connsiteX2" fmla="*/ 1773767 w 1773767"/>
              <a:gd name="connsiteY2" fmla="*/ 211667 h 764645"/>
              <a:gd name="connsiteX3" fmla="*/ 1629834 w 1773767"/>
              <a:gd name="connsiteY3" fmla="*/ 0 h 764645"/>
              <a:gd name="connsiteX4" fmla="*/ 969434 w 1773767"/>
              <a:gd name="connsiteY4" fmla="*/ 524933 h 764645"/>
              <a:gd name="connsiteX5" fmla="*/ 0 w 1773767"/>
              <a:gd name="connsiteY5" fmla="*/ 620183 h 764645"/>
              <a:gd name="connsiteX6" fmla="*/ 4234 w 1773767"/>
              <a:gd name="connsiteY6" fmla="*/ 762000 h 764645"/>
              <a:gd name="connsiteX0" fmla="*/ 4234 w 1773767"/>
              <a:gd name="connsiteY0" fmla="*/ 762000 h 764645"/>
              <a:gd name="connsiteX1" fmla="*/ 1098550 w 1773767"/>
              <a:gd name="connsiteY1" fmla="*/ 764645 h 764645"/>
              <a:gd name="connsiteX2" fmla="*/ 1773767 w 1773767"/>
              <a:gd name="connsiteY2" fmla="*/ 211667 h 764645"/>
              <a:gd name="connsiteX3" fmla="*/ 1629834 w 1773767"/>
              <a:gd name="connsiteY3" fmla="*/ 0 h 764645"/>
              <a:gd name="connsiteX4" fmla="*/ 1083734 w 1773767"/>
              <a:gd name="connsiteY4" fmla="*/ 609071 h 764645"/>
              <a:gd name="connsiteX5" fmla="*/ 0 w 1773767"/>
              <a:gd name="connsiteY5" fmla="*/ 620183 h 764645"/>
              <a:gd name="connsiteX6" fmla="*/ 4234 w 1773767"/>
              <a:gd name="connsiteY6" fmla="*/ 762000 h 764645"/>
              <a:gd name="connsiteX0" fmla="*/ 4234 w 1773767"/>
              <a:gd name="connsiteY0" fmla="*/ 782637 h 785282"/>
              <a:gd name="connsiteX1" fmla="*/ 1098550 w 1773767"/>
              <a:gd name="connsiteY1" fmla="*/ 785282 h 785282"/>
              <a:gd name="connsiteX2" fmla="*/ 1773767 w 1773767"/>
              <a:gd name="connsiteY2" fmla="*/ 232304 h 785282"/>
              <a:gd name="connsiteX3" fmla="*/ 1601259 w 1773767"/>
              <a:gd name="connsiteY3" fmla="*/ 0 h 785282"/>
              <a:gd name="connsiteX4" fmla="*/ 1083734 w 1773767"/>
              <a:gd name="connsiteY4" fmla="*/ 629708 h 785282"/>
              <a:gd name="connsiteX5" fmla="*/ 0 w 1773767"/>
              <a:gd name="connsiteY5" fmla="*/ 640820 h 785282"/>
              <a:gd name="connsiteX6" fmla="*/ 4234 w 1773767"/>
              <a:gd name="connsiteY6" fmla="*/ 782637 h 785282"/>
              <a:gd name="connsiteX0" fmla="*/ 4234 w 1716617"/>
              <a:gd name="connsiteY0" fmla="*/ 782637 h 785282"/>
              <a:gd name="connsiteX1" fmla="*/ 1098550 w 1716617"/>
              <a:gd name="connsiteY1" fmla="*/ 785282 h 785282"/>
              <a:gd name="connsiteX2" fmla="*/ 1716617 w 1716617"/>
              <a:gd name="connsiteY2" fmla="*/ 98954 h 785282"/>
              <a:gd name="connsiteX3" fmla="*/ 1601259 w 1716617"/>
              <a:gd name="connsiteY3" fmla="*/ 0 h 785282"/>
              <a:gd name="connsiteX4" fmla="*/ 1083734 w 1716617"/>
              <a:gd name="connsiteY4" fmla="*/ 629708 h 785282"/>
              <a:gd name="connsiteX5" fmla="*/ 0 w 1716617"/>
              <a:gd name="connsiteY5" fmla="*/ 640820 h 785282"/>
              <a:gd name="connsiteX6" fmla="*/ 4234 w 1716617"/>
              <a:gd name="connsiteY6" fmla="*/ 782637 h 785282"/>
              <a:gd name="connsiteX0" fmla="*/ 4234 w 1716617"/>
              <a:gd name="connsiteY0" fmla="*/ 782637 h 782637"/>
              <a:gd name="connsiteX1" fmla="*/ 1158875 w 1716617"/>
              <a:gd name="connsiteY1" fmla="*/ 782107 h 782637"/>
              <a:gd name="connsiteX2" fmla="*/ 1716617 w 1716617"/>
              <a:gd name="connsiteY2" fmla="*/ 98954 h 782637"/>
              <a:gd name="connsiteX3" fmla="*/ 1601259 w 1716617"/>
              <a:gd name="connsiteY3" fmla="*/ 0 h 782637"/>
              <a:gd name="connsiteX4" fmla="*/ 1083734 w 1716617"/>
              <a:gd name="connsiteY4" fmla="*/ 629708 h 782637"/>
              <a:gd name="connsiteX5" fmla="*/ 0 w 1716617"/>
              <a:gd name="connsiteY5" fmla="*/ 640820 h 782637"/>
              <a:gd name="connsiteX6" fmla="*/ 4234 w 1716617"/>
              <a:gd name="connsiteY6" fmla="*/ 782637 h 782637"/>
              <a:gd name="connsiteX0" fmla="*/ 7409 w 1716617"/>
              <a:gd name="connsiteY0" fmla="*/ 731837 h 782107"/>
              <a:gd name="connsiteX1" fmla="*/ 1158875 w 1716617"/>
              <a:gd name="connsiteY1" fmla="*/ 782107 h 782107"/>
              <a:gd name="connsiteX2" fmla="*/ 1716617 w 1716617"/>
              <a:gd name="connsiteY2" fmla="*/ 98954 h 782107"/>
              <a:gd name="connsiteX3" fmla="*/ 1601259 w 1716617"/>
              <a:gd name="connsiteY3" fmla="*/ 0 h 782107"/>
              <a:gd name="connsiteX4" fmla="*/ 1083734 w 1716617"/>
              <a:gd name="connsiteY4" fmla="*/ 629708 h 782107"/>
              <a:gd name="connsiteX5" fmla="*/ 0 w 1716617"/>
              <a:gd name="connsiteY5" fmla="*/ 640820 h 782107"/>
              <a:gd name="connsiteX6" fmla="*/ 7409 w 1716617"/>
              <a:gd name="connsiteY6" fmla="*/ 731837 h 782107"/>
              <a:gd name="connsiteX0" fmla="*/ 7409 w 1716617"/>
              <a:gd name="connsiteY0" fmla="*/ 731837 h 731837"/>
              <a:gd name="connsiteX1" fmla="*/ 1158875 w 1716617"/>
              <a:gd name="connsiteY1" fmla="*/ 709082 h 731837"/>
              <a:gd name="connsiteX2" fmla="*/ 1716617 w 1716617"/>
              <a:gd name="connsiteY2" fmla="*/ 98954 h 731837"/>
              <a:gd name="connsiteX3" fmla="*/ 1601259 w 1716617"/>
              <a:gd name="connsiteY3" fmla="*/ 0 h 731837"/>
              <a:gd name="connsiteX4" fmla="*/ 1083734 w 1716617"/>
              <a:gd name="connsiteY4" fmla="*/ 629708 h 731837"/>
              <a:gd name="connsiteX5" fmla="*/ 0 w 1716617"/>
              <a:gd name="connsiteY5" fmla="*/ 640820 h 731837"/>
              <a:gd name="connsiteX6" fmla="*/ 7409 w 1716617"/>
              <a:gd name="connsiteY6" fmla="*/ 731837 h 731837"/>
              <a:gd name="connsiteX0" fmla="*/ 0 w 1721908"/>
              <a:gd name="connsiteY0" fmla="*/ 709612 h 709612"/>
              <a:gd name="connsiteX1" fmla="*/ 1164166 w 1721908"/>
              <a:gd name="connsiteY1" fmla="*/ 709082 h 709612"/>
              <a:gd name="connsiteX2" fmla="*/ 1721908 w 1721908"/>
              <a:gd name="connsiteY2" fmla="*/ 98954 h 709612"/>
              <a:gd name="connsiteX3" fmla="*/ 1606550 w 1721908"/>
              <a:gd name="connsiteY3" fmla="*/ 0 h 709612"/>
              <a:gd name="connsiteX4" fmla="*/ 1089025 w 1721908"/>
              <a:gd name="connsiteY4" fmla="*/ 629708 h 709612"/>
              <a:gd name="connsiteX5" fmla="*/ 5291 w 1721908"/>
              <a:gd name="connsiteY5" fmla="*/ 640820 h 709612"/>
              <a:gd name="connsiteX6" fmla="*/ 0 w 1721908"/>
              <a:gd name="connsiteY6" fmla="*/ 709612 h 709612"/>
              <a:gd name="connsiteX0" fmla="*/ 1059 w 1716617"/>
              <a:gd name="connsiteY0" fmla="*/ 706437 h 709082"/>
              <a:gd name="connsiteX1" fmla="*/ 1158875 w 1716617"/>
              <a:gd name="connsiteY1" fmla="*/ 709082 h 709082"/>
              <a:gd name="connsiteX2" fmla="*/ 1716617 w 1716617"/>
              <a:gd name="connsiteY2" fmla="*/ 98954 h 709082"/>
              <a:gd name="connsiteX3" fmla="*/ 1601259 w 1716617"/>
              <a:gd name="connsiteY3" fmla="*/ 0 h 709082"/>
              <a:gd name="connsiteX4" fmla="*/ 1083734 w 1716617"/>
              <a:gd name="connsiteY4" fmla="*/ 629708 h 709082"/>
              <a:gd name="connsiteX5" fmla="*/ 0 w 1716617"/>
              <a:gd name="connsiteY5" fmla="*/ 640820 h 709082"/>
              <a:gd name="connsiteX6" fmla="*/ 1059 w 1716617"/>
              <a:gd name="connsiteY6" fmla="*/ 706437 h 709082"/>
              <a:gd name="connsiteX0" fmla="*/ 1059 w 1716617"/>
              <a:gd name="connsiteY0" fmla="*/ 706437 h 706437"/>
              <a:gd name="connsiteX1" fmla="*/ 1141412 w 1716617"/>
              <a:gd name="connsiteY1" fmla="*/ 691619 h 706437"/>
              <a:gd name="connsiteX2" fmla="*/ 1716617 w 1716617"/>
              <a:gd name="connsiteY2" fmla="*/ 98954 h 706437"/>
              <a:gd name="connsiteX3" fmla="*/ 1601259 w 1716617"/>
              <a:gd name="connsiteY3" fmla="*/ 0 h 706437"/>
              <a:gd name="connsiteX4" fmla="*/ 1083734 w 1716617"/>
              <a:gd name="connsiteY4" fmla="*/ 629708 h 706437"/>
              <a:gd name="connsiteX5" fmla="*/ 0 w 1716617"/>
              <a:gd name="connsiteY5" fmla="*/ 640820 h 706437"/>
              <a:gd name="connsiteX6" fmla="*/ 1059 w 1716617"/>
              <a:gd name="connsiteY6" fmla="*/ 706437 h 706437"/>
              <a:gd name="connsiteX0" fmla="*/ 1059 w 1654704"/>
              <a:gd name="connsiteY0" fmla="*/ 706437 h 706437"/>
              <a:gd name="connsiteX1" fmla="*/ 1141412 w 1654704"/>
              <a:gd name="connsiteY1" fmla="*/ 691619 h 706437"/>
              <a:gd name="connsiteX2" fmla="*/ 1654704 w 1654704"/>
              <a:gd name="connsiteY2" fmla="*/ 46566 h 706437"/>
              <a:gd name="connsiteX3" fmla="*/ 1601259 w 1654704"/>
              <a:gd name="connsiteY3" fmla="*/ 0 h 706437"/>
              <a:gd name="connsiteX4" fmla="*/ 1083734 w 1654704"/>
              <a:gd name="connsiteY4" fmla="*/ 629708 h 706437"/>
              <a:gd name="connsiteX5" fmla="*/ 0 w 1654704"/>
              <a:gd name="connsiteY5" fmla="*/ 640820 h 706437"/>
              <a:gd name="connsiteX6" fmla="*/ 1059 w 1654704"/>
              <a:gd name="connsiteY6" fmla="*/ 706437 h 706437"/>
              <a:gd name="connsiteX0" fmla="*/ 1059 w 1642004"/>
              <a:gd name="connsiteY0" fmla="*/ 706437 h 706437"/>
              <a:gd name="connsiteX1" fmla="*/ 1141412 w 1642004"/>
              <a:gd name="connsiteY1" fmla="*/ 691619 h 706437"/>
              <a:gd name="connsiteX2" fmla="*/ 1642004 w 1642004"/>
              <a:gd name="connsiteY2" fmla="*/ 38629 h 706437"/>
              <a:gd name="connsiteX3" fmla="*/ 1601259 w 1642004"/>
              <a:gd name="connsiteY3" fmla="*/ 0 h 706437"/>
              <a:gd name="connsiteX4" fmla="*/ 1083734 w 1642004"/>
              <a:gd name="connsiteY4" fmla="*/ 629708 h 706437"/>
              <a:gd name="connsiteX5" fmla="*/ 0 w 1642004"/>
              <a:gd name="connsiteY5" fmla="*/ 640820 h 706437"/>
              <a:gd name="connsiteX6" fmla="*/ 1059 w 1642004"/>
              <a:gd name="connsiteY6" fmla="*/ 706437 h 706437"/>
              <a:gd name="connsiteX0" fmla="*/ 1059 w 1642004"/>
              <a:gd name="connsiteY0" fmla="*/ 706437 h 706437"/>
              <a:gd name="connsiteX1" fmla="*/ 1122362 w 1642004"/>
              <a:gd name="connsiteY1" fmla="*/ 685269 h 706437"/>
              <a:gd name="connsiteX2" fmla="*/ 1642004 w 1642004"/>
              <a:gd name="connsiteY2" fmla="*/ 38629 h 706437"/>
              <a:gd name="connsiteX3" fmla="*/ 1601259 w 1642004"/>
              <a:gd name="connsiteY3" fmla="*/ 0 h 706437"/>
              <a:gd name="connsiteX4" fmla="*/ 1083734 w 1642004"/>
              <a:gd name="connsiteY4" fmla="*/ 629708 h 706437"/>
              <a:gd name="connsiteX5" fmla="*/ 0 w 1642004"/>
              <a:gd name="connsiteY5" fmla="*/ 640820 h 706437"/>
              <a:gd name="connsiteX6" fmla="*/ 1059 w 1642004"/>
              <a:gd name="connsiteY6" fmla="*/ 706437 h 706437"/>
              <a:gd name="connsiteX0" fmla="*/ 1059 w 1642004"/>
              <a:gd name="connsiteY0" fmla="*/ 706437 h 706437"/>
              <a:gd name="connsiteX1" fmla="*/ 1112837 w 1642004"/>
              <a:gd name="connsiteY1" fmla="*/ 691619 h 706437"/>
              <a:gd name="connsiteX2" fmla="*/ 1642004 w 1642004"/>
              <a:gd name="connsiteY2" fmla="*/ 38629 h 706437"/>
              <a:gd name="connsiteX3" fmla="*/ 1601259 w 1642004"/>
              <a:gd name="connsiteY3" fmla="*/ 0 h 706437"/>
              <a:gd name="connsiteX4" fmla="*/ 1083734 w 1642004"/>
              <a:gd name="connsiteY4" fmla="*/ 629708 h 706437"/>
              <a:gd name="connsiteX5" fmla="*/ 0 w 1642004"/>
              <a:gd name="connsiteY5" fmla="*/ 640820 h 706437"/>
              <a:gd name="connsiteX6" fmla="*/ 1059 w 1642004"/>
              <a:gd name="connsiteY6" fmla="*/ 706437 h 706437"/>
              <a:gd name="connsiteX0" fmla="*/ 1059 w 1642004"/>
              <a:gd name="connsiteY0" fmla="*/ 706437 h 706437"/>
              <a:gd name="connsiteX1" fmla="*/ 1112837 w 1642004"/>
              <a:gd name="connsiteY1" fmla="*/ 691619 h 706437"/>
              <a:gd name="connsiteX2" fmla="*/ 1642004 w 1642004"/>
              <a:gd name="connsiteY2" fmla="*/ 38629 h 706437"/>
              <a:gd name="connsiteX3" fmla="*/ 1601259 w 1642004"/>
              <a:gd name="connsiteY3" fmla="*/ 0 h 706437"/>
              <a:gd name="connsiteX4" fmla="*/ 1083734 w 1642004"/>
              <a:gd name="connsiteY4" fmla="*/ 629708 h 706437"/>
              <a:gd name="connsiteX5" fmla="*/ 0 w 1642004"/>
              <a:gd name="connsiteY5" fmla="*/ 640820 h 706437"/>
              <a:gd name="connsiteX6" fmla="*/ 1059 w 1642004"/>
              <a:gd name="connsiteY6" fmla="*/ 706437 h 706437"/>
              <a:gd name="connsiteX0" fmla="*/ 1059 w 1642004"/>
              <a:gd name="connsiteY0" fmla="*/ 706437 h 706437"/>
              <a:gd name="connsiteX1" fmla="*/ 1111250 w 1642004"/>
              <a:gd name="connsiteY1" fmla="*/ 693206 h 706437"/>
              <a:gd name="connsiteX2" fmla="*/ 1642004 w 1642004"/>
              <a:gd name="connsiteY2" fmla="*/ 38629 h 706437"/>
              <a:gd name="connsiteX3" fmla="*/ 1601259 w 1642004"/>
              <a:gd name="connsiteY3" fmla="*/ 0 h 706437"/>
              <a:gd name="connsiteX4" fmla="*/ 1083734 w 1642004"/>
              <a:gd name="connsiteY4" fmla="*/ 629708 h 706437"/>
              <a:gd name="connsiteX5" fmla="*/ 0 w 1642004"/>
              <a:gd name="connsiteY5" fmla="*/ 640820 h 706437"/>
              <a:gd name="connsiteX6" fmla="*/ 1059 w 1642004"/>
              <a:gd name="connsiteY6" fmla="*/ 706437 h 706437"/>
              <a:gd name="connsiteX0" fmla="*/ 1059 w 1642004"/>
              <a:gd name="connsiteY0" fmla="*/ 706437 h 706437"/>
              <a:gd name="connsiteX1" fmla="*/ 1090613 w 1642004"/>
              <a:gd name="connsiteY1" fmla="*/ 701144 h 706437"/>
              <a:gd name="connsiteX2" fmla="*/ 1642004 w 1642004"/>
              <a:gd name="connsiteY2" fmla="*/ 38629 h 706437"/>
              <a:gd name="connsiteX3" fmla="*/ 1601259 w 1642004"/>
              <a:gd name="connsiteY3" fmla="*/ 0 h 706437"/>
              <a:gd name="connsiteX4" fmla="*/ 1083734 w 1642004"/>
              <a:gd name="connsiteY4" fmla="*/ 629708 h 706437"/>
              <a:gd name="connsiteX5" fmla="*/ 0 w 1642004"/>
              <a:gd name="connsiteY5" fmla="*/ 640820 h 706437"/>
              <a:gd name="connsiteX6" fmla="*/ 1059 w 1642004"/>
              <a:gd name="connsiteY6" fmla="*/ 706437 h 706437"/>
              <a:gd name="connsiteX0" fmla="*/ 1059 w 1642004"/>
              <a:gd name="connsiteY0" fmla="*/ 706437 h 706437"/>
              <a:gd name="connsiteX1" fmla="*/ 1084263 w 1642004"/>
              <a:gd name="connsiteY1" fmla="*/ 704319 h 706437"/>
              <a:gd name="connsiteX2" fmla="*/ 1642004 w 1642004"/>
              <a:gd name="connsiteY2" fmla="*/ 38629 h 706437"/>
              <a:gd name="connsiteX3" fmla="*/ 1601259 w 1642004"/>
              <a:gd name="connsiteY3" fmla="*/ 0 h 706437"/>
              <a:gd name="connsiteX4" fmla="*/ 1083734 w 1642004"/>
              <a:gd name="connsiteY4" fmla="*/ 629708 h 706437"/>
              <a:gd name="connsiteX5" fmla="*/ 0 w 1642004"/>
              <a:gd name="connsiteY5" fmla="*/ 640820 h 706437"/>
              <a:gd name="connsiteX6" fmla="*/ 1059 w 1642004"/>
              <a:gd name="connsiteY6" fmla="*/ 706437 h 706437"/>
              <a:gd name="connsiteX0" fmla="*/ 1059 w 1642004"/>
              <a:gd name="connsiteY0" fmla="*/ 706437 h 706437"/>
              <a:gd name="connsiteX1" fmla="*/ 1084263 w 1642004"/>
              <a:gd name="connsiteY1" fmla="*/ 704319 h 706437"/>
              <a:gd name="connsiteX2" fmla="*/ 1642004 w 1642004"/>
              <a:gd name="connsiteY2" fmla="*/ 38629 h 706437"/>
              <a:gd name="connsiteX3" fmla="*/ 1601259 w 1642004"/>
              <a:gd name="connsiteY3" fmla="*/ 0 h 706437"/>
              <a:gd name="connsiteX4" fmla="*/ 1053572 w 1642004"/>
              <a:gd name="connsiteY4" fmla="*/ 640820 h 706437"/>
              <a:gd name="connsiteX5" fmla="*/ 0 w 1642004"/>
              <a:gd name="connsiteY5" fmla="*/ 640820 h 706437"/>
              <a:gd name="connsiteX6" fmla="*/ 1059 w 1642004"/>
              <a:gd name="connsiteY6" fmla="*/ 706437 h 706437"/>
              <a:gd name="connsiteX0" fmla="*/ 1059 w 1642004"/>
              <a:gd name="connsiteY0" fmla="*/ 706437 h 706437"/>
              <a:gd name="connsiteX1" fmla="*/ 1096963 w 1642004"/>
              <a:gd name="connsiteY1" fmla="*/ 701144 h 706437"/>
              <a:gd name="connsiteX2" fmla="*/ 1642004 w 1642004"/>
              <a:gd name="connsiteY2" fmla="*/ 38629 h 706437"/>
              <a:gd name="connsiteX3" fmla="*/ 1601259 w 1642004"/>
              <a:gd name="connsiteY3" fmla="*/ 0 h 706437"/>
              <a:gd name="connsiteX4" fmla="*/ 1053572 w 1642004"/>
              <a:gd name="connsiteY4" fmla="*/ 640820 h 706437"/>
              <a:gd name="connsiteX5" fmla="*/ 0 w 1642004"/>
              <a:gd name="connsiteY5" fmla="*/ 640820 h 706437"/>
              <a:gd name="connsiteX6" fmla="*/ 1059 w 1642004"/>
              <a:gd name="connsiteY6" fmla="*/ 706437 h 706437"/>
              <a:gd name="connsiteX0" fmla="*/ 1059 w 1645179"/>
              <a:gd name="connsiteY0" fmla="*/ 706437 h 706437"/>
              <a:gd name="connsiteX1" fmla="*/ 1096963 w 1645179"/>
              <a:gd name="connsiteY1" fmla="*/ 701144 h 706437"/>
              <a:gd name="connsiteX2" fmla="*/ 1645179 w 1645179"/>
              <a:gd name="connsiteY2" fmla="*/ 52916 h 706437"/>
              <a:gd name="connsiteX3" fmla="*/ 1601259 w 1645179"/>
              <a:gd name="connsiteY3" fmla="*/ 0 h 706437"/>
              <a:gd name="connsiteX4" fmla="*/ 1053572 w 1645179"/>
              <a:gd name="connsiteY4" fmla="*/ 640820 h 706437"/>
              <a:gd name="connsiteX5" fmla="*/ 0 w 1645179"/>
              <a:gd name="connsiteY5" fmla="*/ 640820 h 706437"/>
              <a:gd name="connsiteX6" fmla="*/ 1059 w 1645179"/>
              <a:gd name="connsiteY6" fmla="*/ 706437 h 706437"/>
              <a:gd name="connsiteX0" fmla="*/ 1059 w 1645179"/>
              <a:gd name="connsiteY0" fmla="*/ 717550 h 717550"/>
              <a:gd name="connsiteX1" fmla="*/ 1096963 w 1645179"/>
              <a:gd name="connsiteY1" fmla="*/ 712257 h 717550"/>
              <a:gd name="connsiteX2" fmla="*/ 1645179 w 1645179"/>
              <a:gd name="connsiteY2" fmla="*/ 64029 h 717550"/>
              <a:gd name="connsiteX3" fmla="*/ 1575859 w 1645179"/>
              <a:gd name="connsiteY3" fmla="*/ 0 h 717550"/>
              <a:gd name="connsiteX4" fmla="*/ 1053572 w 1645179"/>
              <a:gd name="connsiteY4" fmla="*/ 651933 h 717550"/>
              <a:gd name="connsiteX5" fmla="*/ 0 w 1645179"/>
              <a:gd name="connsiteY5" fmla="*/ 651933 h 717550"/>
              <a:gd name="connsiteX6" fmla="*/ 1059 w 1645179"/>
              <a:gd name="connsiteY6" fmla="*/ 717550 h 717550"/>
              <a:gd name="connsiteX0" fmla="*/ 1059 w 1624541"/>
              <a:gd name="connsiteY0" fmla="*/ 717550 h 717550"/>
              <a:gd name="connsiteX1" fmla="*/ 1096963 w 1624541"/>
              <a:gd name="connsiteY1" fmla="*/ 712257 h 717550"/>
              <a:gd name="connsiteX2" fmla="*/ 1624541 w 1624541"/>
              <a:gd name="connsiteY2" fmla="*/ 49742 h 717550"/>
              <a:gd name="connsiteX3" fmla="*/ 1575859 w 1624541"/>
              <a:gd name="connsiteY3" fmla="*/ 0 h 717550"/>
              <a:gd name="connsiteX4" fmla="*/ 1053572 w 1624541"/>
              <a:gd name="connsiteY4" fmla="*/ 651933 h 717550"/>
              <a:gd name="connsiteX5" fmla="*/ 0 w 1624541"/>
              <a:gd name="connsiteY5" fmla="*/ 651933 h 717550"/>
              <a:gd name="connsiteX6" fmla="*/ 1059 w 1624541"/>
              <a:gd name="connsiteY6" fmla="*/ 717550 h 717550"/>
              <a:gd name="connsiteX0" fmla="*/ 1059 w 1624541"/>
              <a:gd name="connsiteY0" fmla="*/ 717550 h 717550"/>
              <a:gd name="connsiteX1" fmla="*/ 1096963 w 1624541"/>
              <a:gd name="connsiteY1" fmla="*/ 712257 h 717550"/>
              <a:gd name="connsiteX2" fmla="*/ 1624541 w 1624541"/>
              <a:gd name="connsiteY2" fmla="*/ 46567 h 717550"/>
              <a:gd name="connsiteX3" fmla="*/ 1575859 w 1624541"/>
              <a:gd name="connsiteY3" fmla="*/ 0 h 717550"/>
              <a:gd name="connsiteX4" fmla="*/ 1053572 w 1624541"/>
              <a:gd name="connsiteY4" fmla="*/ 651933 h 717550"/>
              <a:gd name="connsiteX5" fmla="*/ 0 w 1624541"/>
              <a:gd name="connsiteY5" fmla="*/ 651933 h 717550"/>
              <a:gd name="connsiteX6" fmla="*/ 1059 w 1624541"/>
              <a:gd name="connsiteY6" fmla="*/ 717550 h 717550"/>
              <a:gd name="connsiteX0" fmla="*/ 1059 w 1624541"/>
              <a:gd name="connsiteY0" fmla="*/ 802217 h 802217"/>
              <a:gd name="connsiteX1" fmla="*/ 1096963 w 1624541"/>
              <a:gd name="connsiteY1" fmla="*/ 712257 h 802217"/>
              <a:gd name="connsiteX2" fmla="*/ 1624541 w 1624541"/>
              <a:gd name="connsiteY2" fmla="*/ 46567 h 802217"/>
              <a:gd name="connsiteX3" fmla="*/ 1575859 w 1624541"/>
              <a:gd name="connsiteY3" fmla="*/ 0 h 802217"/>
              <a:gd name="connsiteX4" fmla="*/ 1053572 w 1624541"/>
              <a:gd name="connsiteY4" fmla="*/ 651933 h 802217"/>
              <a:gd name="connsiteX5" fmla="*/ 0 w 1624541"/>
              <a:gd name="connsiteY5" fmla="*/ 651933 h 802217"/>
              <a:gd name="connsiteX6" fmla="*/ 1059 w 1624541"/>
              <a:gd name="connsiteY6" fmla="*/ 802217 h 802217"/>
              <a:gd name="connsiteX0" fmla="*/ 1059 w 1624541"/>
              <a:gd name="connsiteY0" fmla="*/ 802217 h 807507"/>
              <a:gd name="connsiteX1" fmla="*/ 997480 w 1624541"/>
              <a:gd name="connsiteY1" fmla="*/ 807507 h 807507"/>
              <a:gd name="connsiteX2" fmla="*/ 1624541 w 1624541"/>
              <a:gd name="connsiteY2" fmla="*/ 46567 h 807507"/>
              <a:gd name="connsiteX3" fmla="*/ 1575859 w 1624541"/>
              <a:gd name="connsiteY3" fmla="*/ 0 h 807507"/>
              <a:gd name="connsiteX4" fmla="*/ 1053572 w 1624541"/>
              <a:gd name="connsiteY4" fmla="*/ 651933 h 807507"/>
              <a:gd name="connsiteX5" fmla="*/ 0 w 1624541"/>
              <a:gd name="connsiteY5" fmla="*/ 651933 h 807507"/>
              <a:gd name="connsiteX6" fmla="*/ 1059 w 1624541"/>
              <a:gd name="connsiteY6" fmla="*/ 802217 h 807507"/>
              <a:gd name="connsiteX0" fmla="*/ 1059 w 1624541"/>
              <a:gd name="connsiteY0" fmla="*/ 802217 h 803273"/>
              <a:gd name="connsiteX1" fmla="*/ 997480 w 1624541"/>
              <a:gd name="connsiteY1" fmla="*/ 803273 h 803273"/>
              <a:gd name="connsiteX2" fmla="*/ 1624541 w 1624541"/>
              <a:gd name="connsiteY2" fmla="*/ 46567 h 803273"/>
              <a:gd name="connsiteX3" fmla="*/ 1575859 w 1624541"/>
              <a:gd name="connsiteY3" fmla="*/ 0 h 803273"/>
              <a:gd name="connsiteX4" fmla="*/ 1053572 w 1624541"/>
              <a:gd name="connsiteY4" fmla="*/ 651933 h 803273"/>
              <a:gd name="connsiteX5" fmla="*/ 0 w 1624541"/>
              <a:gd name="connsiteY5" fmla="*/ 651933 h 803273"/>
              <a:gd name="connsiteX6" fmla="*/ 1059 w 1624541"/>
              <a:gd name="connsiteY6" fmla="*/ 802217 h 803273"/>
              <a:gd name="connsiteX0" fmla="*/ 1059 w 1624541"/>
              <a:gd name="connsiteY0" fmla="*/ 802217 h 802217"/>
              <a:gd name="connsiteX1" fmla="*/ 1008064 w 1624541"/>
              <a:gd name="connsiteY1" fmla="*/ 799040 h 802217"/>
              <a:gd name="connsiteX2" fmla="*/ 1624541 w 1624541"/>
              <a:gd name="connsiteY2" fmla="*/ 46567 h 802217"/>
              <a:gd name="connsiteX3" fmla="*/ 1575859 w 1624541"/>
              <a:gd name="connsiteY3" fmla="*/ 0 h 802217"/>
              <a:gd name="connsiteX4" fmla="*/ 1053572 w 1624541"/>
              <a:gd name="connsiteY4" fmla="*/ 651933 h 802217"/>
              <a:gd name="connsiteX5" fmla="*/ 0 w 1624541"/>
              <a:gd name="connsiteY5" fmla="*/ 651933 h 802217"/>
              <a:gd name="connsiteX6" fmla="*/ 1059 w 1624541"/>
              <a:gd name="connsiteY6" fmla="*/ 802217 h 802217"/>
              <a:gd name="connsiteX0" fmla="*/ 1059 w 1624541"/>
              <a:gd name="connsiteY0" fmla="*/ 802217 h 802217"/>
              <a:gd name="connsiteX1" fmla="*/ 1022881 w 1624541"/>
              <a:gd name="connsiteY1" fmla="*/ 799040 h 802217"/>
              <a:gd name="connsiteX2" fmla="*/ 1624541 w 1624541"/>
              <a:gd name="connsiteY2" fmla="*/ 46567 h 802217"/>
              <a:gd name="connsiteX3" fmla="*/ 1575859 w 1624541"/>
              <a:gd name="connsiteY3" fmla="*/ 0 h 802217"/>
              <a:gd name="connsiteX4" fmla="*/ 1053572 w 1624541"/>
              <a:gd name="connsiteY4" fmla="*/ 651933 h 802217"/>
              <a:gd name="connsiteX5" fmla="*/ 0 w 1624541"/>
              <a:gd name="connsiteY5" fmla="*/ 651933 h 802217"/>
              <a:gd name="connsiteX6" fmla="*/ 1059 w 1624541"/>
              <a:gd name="connsiteY6" fmla="*/ 802217 h 802217"/>
              <a:gd name="connsiteX0" fmla="*/ 1059 w 1624541"/>
              <a:gd name="connsiteY0" fmla="*/ 795867 h 799040"/>
              <a:gd name="connsiteX1" fmla="*/ 1022881 w 1624541"/>
              <a:gd name="connsiteY1" fmla="*/ 799040 h 799040"/>
              <a:gd name="connsiteX2" fmla="*/ 1624541 w 1624541"/>
              <a:gd name="connsiteY2" fmla="*/ 46567 h 799040"/>
              <a:gd name="connsiteX3" fmla="*/ 1575859 w 1624541"/>
              <a:gd name="connsiteY3" fmla="*/ 0 h 799040"/>
              <a:gd name="connsiteX4" fmla="*/ 1053572 w 1624541"/>
              <a:gd name="connsiteY4" fmla="*/ 651933 h 799040"/>
              <a:gd name="connsiteX5" fmla="*/ 0 w 1624541"/>
              <a:gd name="connsiteY5" fmla="*/ 651933 h 799040"/>
              <a:gd name="connsiteX6" fmla="*/ 1059 w 1624541"/>
              <a:gd name="connsiteY6" fmla="*/ 795867 h 799040"/>
              <a:gd name="connsiteX0" fmla="*/ 1059 w 1624541"/>
              <a:gd name="connsiteY0" fmla="*/ 795867 h 799040"/>
              <a:gd name="connsiteX1" fmla="*/ 1022881 w 1624541"/>
              <a:gd name="connsiteY1" fmla="*/ 799040 h 799040"/>
              <a:gd name="connsiteX2" fmla="*/ 1624541 w 1624541"/>
              <a:gd name="connsiteY2" fmla="*/ 46567 h 799040"/>
              <a:gd name="connsiteX3" fmla="*/ 1575859 w 1624541"/>
              <a:gd name="connsiteY3" fmla="*/ 0 h 799040"/>
              <a:gd name="connsiteX4" fmla="*/ 1053572 w 1624541"/>
              <a:gd name="connsiteY4" fmla="*/ 651933 h 799040"/>
              <a:gd name="connsiteX5" fmla="*/ 0 w 1624541"/>
              <a:gd name="connsiteY5" fmla="*/ 651933 h 799040"/>
              <a:gd name="connsiteX6" fmla="*/ 1059 w 1624541"/>
              <a:gd name="connsiteY6" fmla="*/ 795867 h 799040"/>
              <a:gd name="connsiteX0" fmla="*/ 1059 w 1624541"/>
              <a:gd name="connsiteY0" fmla="*/ 795867 h 799040"/>
              <a:gd name="connsiteX1" fmla="*/ 1035581 w 1624541"/>
              <a:gd name="connsiteY1" fmla="*/ 799040 h 799040"/>
              <a:gd name="connsiteX2" fmla="*/ 1624541 w 1624541"/>
              <a:gd name="connsiteY2" fmla="*/ 46567 h 799040"/>
              <a:gd name="connsiteX3" fmla="*/ 1575859 w 1624541"/>
              <a:gd name="connsiteY3" fmla="*/ 0 h 799040"/>
              <a:gd name="connsiteX4" fmla="*/ 1053572 w 1624541"/>
              <a:gd name="connsiteY4" fmla="*/ 651933 h 799040"/>
              <a:gd name="connsiteX5" fmla="*/ 0 w 1624541"/>
              <a:gd name="connsiteY5" fmla="*/ 651933 h 799040"/>
              <a:gd name="connsiteX6" fmla="*/ 1059 w 1624541"/>
              <a:gd name="connsiteY6" fmla="*/ 795867 h 799040"/>
              <a:gd name="connsiteX0" fmla="*/ 1059 w 1624541"/>
              <a:gd name="connsiteY0" fmla="*/ 749300 h 752473"/>
              <a:gd name="connsiteX1" fmla="*/ 1035581 w 1624541"/>
              <a:gd name="connsiteY1" fmla="*/ 752473 h 752473"/>
              <a:gd name="connsiteX2" fmla="*/ 1624541 w 1624541"/>
              <a:gd name="connsiteY2" fmla="*/ 0 h 752473"/>
              <a:gd name="connsiteX3" fmla="*/ 1369484 w 1624541"/>
              <a:gd name="connsiteY3" fmla="*/ 210608 h 752473"/>
              <a:gd name="connsiteX4" fmla="*/ 1053572 w 1624541"/>
              <a:gd name="connsiteY4" fmla="*/ 605366 h 752473"/>
              <a:gd name="connsiteX5" fmla="*/ 0 w 1624541"/>
              <a:gd name="connsiteY5" fmla="*/ 605366 h 752473"/>
              <a:gd name="connsiteX6" fmla="*/ 1059 w 1624541"/>
              <a:gd name="connsiteY6" fmla="*/ 749300 h 752473"/>
              <a:gd name="connsiteX0" fmla="*/ 1059 w 1434041"/>
              <a:gd name="connsiteY0" fmla="*/ 538692 h 541865"/>
              <a:gd name="connsiteX1" fmla="*/ 1035581 w 1434041"/>
              <a:gd name="connsiteY1" fmla="*/ 541865 h 541865"/>
              <a:gd name="connsiteX2" fmla="*/ 1434041 w 1434041"/>
              <a:gd name="connsiteY2" fmla="*/ 21167 h 541865"/>
              <a:gd name="connsiteX3" fmla="*/ 1369484 w 1434041"/>
              <a:gd name="connsiteY3" fmla="*/ 0 h 541865"/>
              <a:gd name="connsiteX4" fmla="*/ 1053572 w 1434041"/>
              <a:gd name="connsiteY4" fmla="*/ 394758 h 541865"/>
              <a:gd name="connsiteX5" fmla="*/ 0 w 1434041"/>
              <a:gd name="connsiteY5" fmla="*/ 394758 h 541865"/>
              <a:gd name="connsiteX6" fmla="*/ 1059 w 1434041"/>
              <a:gd name="connsiteY6" fmla="*/ 538692 h 541865"/>
              <a:gd name="connsiteX0" fmla="*/ 1059 w 1418166"/>
              <a:gd name="connsiteY0" fmla="*/ 538692 h 541865"/>
              <a:gd name="connsiteX1" fmla="*/ 1035581 w 1418166"/>
              <a:gd name="connsiteY1" fmla="*/ 541865 h 541865"/>
              <a:gd name="connsiteX2" fmla="*/ 1418166 w 1418166"/>
              <a:gd name="connsiteY2" fmla="*/ 30692 h 541865"/>
              <a:gd name="connsiteX3" fmla="*/ 1369484 w 1418166"/>
              <a:gd name="connsiteY3" fmla="*/ 0 h 541865"/>
              <a:gd name="connsiteX4" fmla="*/ 1053572 w 1418166"/>
              <a:gd name="connsiteY4" fmla="*/ 394758 h 541865"/>
              <a:gd name="connsiteX5" fmla="*/ 0 w 1418166"/>
              <a:gd name="connsiteY5" fmla="*/ 394758 h 541865"/>
              <a:gd name="connsiteX6" fmla="*/ 1059 w 1418166"/>
              <a:gd name="connsiteY6" fmla="*/ 538692 h 541865"/>
              <a:gd name="connsiteX0" fmla="*/ 1059 w 1426104"/>
              <a:gd name="connsiteY0" fmla="*/ 538692 h 541865"/>
              <a:gd name="connsiteX1" fmla="*/ 1035581 w 1426104"/>
              <a:gd name="connsiteY1" fmla="*/ 541865 h 541865"/>
              <a:gd name="connsiteX2" fmla="*/ 1426104 w 1426104"/>
              <a:gd name="connsiteY2" fmla="*/ 38629 h 541865"/>
              <a:gd name="connsiteX3" fmla="*/ 1369484 w 1426104"/>
              <a:gd name="connsiteY3" fmla="*/ 0 h 541865"/>
              <a:gd name="connsiteX4" fmla="*/ 1053572 w 1426104"/>
              <a:gd name="connsiteY4" fmla="*/ 394758 h 541865"/>
              <a:gd name="connsiteX5" fmla="*/ 0 w 1426104"/>
              <a:gd name="connsiteY5" fmla="*/ 394758 h 541865"/>
              <a:gd name="connsiteX6" fmla="*/ 1059 w 1426104"/>
              <a:gd name="connsiteY6" fmla="*/ 538692 h 541865"/>
              <a:gd name="connsiteX0" fmla="*/ 1059 w 1426104"/>
              <a:gd name="connsiteY0" fmla="*/ 538692 h 541865"/>
              <a:gd name="connsiteX1" fmla="*/ 1035581 w 1426104"/>
              <a:gd name="connsiteY1" fmla="*/ 541865 h 541865"/>
              <a:gd name="connsiteX2" fmla="*/ 1426104 w 1426104"/>
              <a:gd name="connsiteY2" fmla="*/ 33866 h 541865"/>
              <a:gd name="connsiteX3" fmla="*/ 1369484 w 1426104"/>
              <a:gd name="connsiteY3" fmla="*/ 0 h 541865"/>
              <a:gd name="connsiteX4" fmla="*/ 1053572 w 1426104"/>
              <a:gd name="connsiteY4" fmla="*/ 394758 h 541865"/>
              <a:gd name="connsiteX5" fmla="*/ 0 w 1426104"/>
              <a:gd name="connsiteY5" fmla="*/ 394758 h 541865"/>
              <a:gd name="connsiteX6" fmla="*/ 1059 w 1426104"/>
              <a:gd name="connsiteY6" fmla="*/ 538692 h 541865"/>
              <a:gd name="connsiteX0" fmla="*/ 1059 w 1416579"/>
              <a:gd name="connsiteY0" fmla="*/ 538692 h 541865"/>
              <a:gd name="connsiteX1" fmla="*/ 1035581 w 1416579"/>
              <a:gd name="connsiteY1" fmla="*/ 541865 h 541865"/>
              <a:gd name="connsiteX2" fmla="*/ 1416579 w 1416579"/>
              <a:gd name="connsiteY2" fmla="*/ 41804 h 541865"/>
              <a:gd name="connsiteX3" fmla="*/ 1369484 w 1416579"/>
              <a:gd name="connsiteY3" fmla="*/ 0 h 541865"/>
              <a:gd name="connsiteX4" fmla="*/ 1053572 w 1416579"/>
              <a:gd name="connsiteY4" fmla="*/ 394758 h 541865"/>
              <a:gd name="connsiteX5" fmla="*/ 0 w 1416579"/>
              <a:gd name="connsiteY5" fmla="*/ 394758 h 541865"/>
              <a:gd name="connsiteX6" fmla="*/ 1059 w 1416579"/>
              <a:gd name="connsiteY6" fmla="*/ 538692 h 541865"/>
              <a:gd name="connsiteX0" fmla="*/ 1059 w 1416579"/>
              <a:gd name="connsiteY0" fmla="*/ 538692 h 538692"/>
              <a:gd name="connsiteX1" fmla="*/ 1071565 w 1416579"/>
              <a:gd name="connsiteY1" fmla="*/ 533398 h 538692"/>
              <a:gd name="connsiteX2" fmla="*/ 1416579 w 1416579"/>
              <a:gd name="connsiteY2" fmla="*/ 41804 h 538692"/>
              <a:gd name="connsiteX3" fmla="*/ 1369484 w 1416579"/>
              <a:gd name="connsiteY3" fmla="*/ 0 h 538692"/>
              <a:gd name="connsiteX4" fmla="*/ 1053572 w 1416579"/>
              <a:gd name="connsiteY4" fmla="*/ 394758 h 538692"/>
              <a:gd name="connsiteX5" fmla="*/ 0 w 1416579"/>
              <a:gd name="connsiteY5" fmla="*/ 394758 h 538692"/>
              <a:gd name="connsiteX6" fmla="*/ 1059 w 1416579"/>
              <a:gd name="connsiteY6" fmla="*/ 538692 h 538692"/>
              <a:gd name="connsiteX0" fmla="*/ 1059 w 1416579"/>
              <a:gd name="connsiteY0" fmla="*/ 538692 h 546098"/>
              <a:gd name="connsiteX1" fmla="*/ 1060981 w 1416579"/>
              <a:gd name="connsiteY1" fmla="*/ 546098 h 546098"/>
              <a:gd name="connsiteX2" fmla="*/ 1416579 w 1416579"/>
              <a:gd name="connsiteY2" fmla="*/ 41804 h 546098"/>
              <a:gd name="connsiteX3" fmla="*/ 1369484 w 1416579"/>
              <a:gd name="connsiteY3" fmla="*/ 0 h 546098"/>
              <a:gd name="connsiteX4" fmla="*/ 1053572 w 1416579"/>
              <a:gd name="connsiteY4" fmla="*/ 394758 h 546098"/>
              <a:gd name="connsiteX5" fmla="*/ 0 w 1416579"/>
              <a:gd name="connsiteY5" fmla="*/ 394758 h 546098"/>
              <a:gd name="connsiteX6" fmla="*/ 1059 w 1416579"/>
              <a:gd name="connsiteY6" fmla="*/ 538692 h 546098"/>
              <a:gd name="connsiteX0" fmla="*/ 1059 w 1435629"/>
              <a:gd name="connsiteY0" fmla="*/ 538692 h 546098"/>
              <a:gd name="connsiteX1" fmla="*/ 1060981 w 1435629"/>
              <a:gd name="connsiteY1" fmla="*/ 546098 h 546098"/>
              <a:gd name="connsiteX2" fmla="*/ 1435629 w 1435629"/>
              <a:gd name="connsiteY2" fmla="*/ 46037 h 546098"/>
              <a:gd name="connsiteX3" fmla="*/ 1369484 w 1435629"/>
              <a:gd name="connsiteY3" fmla="*/ 0 h 546098"/>
              <a:gd name="connsiteX4" fmla="*/ 1053572 w 1435629"/>
              <a:gd name="connsiteY4" fmla="*/ 394758 h 546098"/>
              <a:gd name="connsiteX5" fmla="*/ 0 w 1435629"/>
              <a:gd name="connsiteY5" fmla="*/ 394758 h 546098"/>
              <a:gd name="connsiteX6" fmla="*/ 1059 w 1435629"/>
              <a:gd name="connsiteY6" fmla="*/ 538692 h 546098"/>
              <a:gd name="connsiteX0" fmla="*/ 1059 w 1431395"/>
              <a:gd name="connsiteY0" fmla="*/ 538692 h 546098"/>
              <a:gd name="connsiteX1" fmla="*/ 1060981 w 1431395"/>
              <a:gd name="connsiteY1" fmla="*/ 546098 h 546098"/>
              <a:gd name="connsiteX2" fmla="*/ 1431395 w 1431395"/>
              <a:gd name="connsiteY2" fmla="*/ 54504 h 546098"/>
              <a:gd name="connsiteX3" fmla="*/ 1369484 w 1431395"/>
              <a:gd name="connsiteY3" fmla="*/ 0 h 546098"/>
              <a:gd name="connsiteX4" fmla="*/ 1053572 w 1431395"/>
              <a:gd name="connsiteY4" fmla="*/ 394758 h 546098"/>
              <a:gd name="connsiteX5" fmla="*/ 0 w 1431395"/>
              <a:gd name="connsiteY5" fmla="*/ 394758 h 546098"/>
              <a:gd name="connsiteX6" fmla="*/ 1059 w 1431395"/>
              <a:gd name="connsiteY6" fmla="*/ 538692 h 546098"/>
              <a:gd name="connsiteX0" fmla="*/ 1059 w 1431395"/>
              <a:gd name="connsiteY0" fmla="*/ 538692 h 546098"/>
              <a:gd name="connsiteX1" fmla="*/ 1060981 w 1431395"/>
              <a:gd name="connsiteY1" fmla="*/ 546098 h 546098"/>
              <a:gd name="connsiteX2" fmla="*/ 1431395 w 1431395"/>
              <a:gd name="connsiteY2" fmla="*/ 54504 h 546098"/>
              <a:gd name="connsiteX3" fmla="*/ 1369484 w 1431395"/>
              <a:gd name="connsiteY3" fmla="*/ 0 h 546098"/>
              <a:gd name="connsiteX4" fmla="*/ 1053572 w 1431395"/>
              <a:gd name="connsiteY4" fmla="*/ 394758 h 546098"/>
              <a:gd name="connsiteX5" fmla="*/ 0 w 1431395"/>
              <a:gd name="connsiteY5" fmla="*/ 394758 h 546098"/>
              <a:gd name="connsiteX6" fmla="*/ 1059 w 1431395"/>
              <a:gd name="connsiteY6" fmla="*/ 538692 h 546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1395" h="546098">
                <a:moveTo>
                  <a:pt x="1059" y="538692"/>
                </a:moveTo>
                <a:lnTo>
                  <a:pt x="1060981" y="546098"/>
                </a:lnTo>
                <a:lnTo>
                  <a:pt x="1431395" y="54504"/>
                </a:lnTo>
                <a:lnTo>
                  <a:pt x="1369484" y="0"/>
                </a:lnTo>
                <a:lnTo>
                  <a:pt x="1053572" y="394758"/>
                </a:lnTo>
                <a:lnTo>
                  <a:pt x="0" y="394758"/>
                </a:lnTo>
                <a:lnTo>
                  <a:pt x="1059" y="538692"/>
                </a:lnTo>
                <a:close/>
              </a:path>
            </a:pathLst>
          </a:custGeom>
          <a:solidFill>
            <a:srgbClr val="B0B0B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rapezoid 38">
            <a:extLst>
              <a:ext uri="{FF2B5EF4-FFF2-40B4-BE49-F238E27FC236}">
                <a16:creationId xmlns:a16="http://schemas.microsoft.com/office/drawing/2014/main" id="{2273A71E-BED7-8EA2-7FB9-6687EEEE632D}"/>
              </a:ext>
            </a:extLst>
          </p:cNvPr>
          <p:cNvSpPr/>
          <p:nvPr/>
        </p:nvSpPr>
        <p:spPr>
          <a:xfrm>
            <a:off x="2512486" y="3226470"/>
            <a:ext cx="2817524" cy="1323454"/>
          </a:xfrm>
          <a:prstGeom prst="trapezoid">
            <a:avLst>
              <a:gd name="adj" fmla="val 40610"/>
            </a:avLst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AE4867-4E6F-FBD8-CF1D-16AB77F9C2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4587" t="74327" r="1150"/>
          <a:stretch/>
        </p:blipFill>
        <p:spPr>
          <a:xfrm>
            <a:off x="2536711" y="4544131"/>
            <a:ext cx="2655850" cy="810471"/>
          </a:xfrm>
          <a:prstGeom prst="rect">
            <a:avLst/>
          </a:prstGeom>
        </p:spPr>
      </p:pic>
      <p:sp>
        <p:nvSpPr>
          <p:cNvPr id="10" name="Trapezoid 9">
            <a:extLst>
              <a:ext uri="{FF2B5EF4-FFF2-40B4-BE49-F238E27FC236}">
                <a16:creationId xmlns:a16="http://schemas.microsoft.com/office/drawing/2014/main" id="{D4635C9F-311E-50BD-61DD-5DA1E2B81C8D}"/>
              </a:ext>
            </a:extLst>
          </p:cNvPr>
          <p:cNvSpPr/>
          <p:nvPr/>
        </p:nvSpPr>
        <p:spPr>
          <a:xfrm>
            <a:off x="2502541" y="2816931"/>
            <a:ext cx="2817524" cy="1735667"/>
          </a:xfrm>
          <a:prstGeom prst="trapezoid">
            <a:avLst>
              <a:gd name="adj" fmla="val 4061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E22E15C-8045-12AE-8839-7E3D137AC8F8}"/>
              </a:ext>
            </a:extLst>
          </p:cNvPr>
          <p:cNvSpPr/>
          <p:nvPr/>
        </p:nvSpPr>
        <p:spPr>
          <a:xfrm>
            <a:off x="4124656" y="3305233"/>
            <a:ext cx="2718641" cy="1239478"/>
          </a:xfrm>
          <a:custGeom>
            <a:avLst/>
            <a:gdLst>
              <a:gd name="connsiteX0" fmla="*/ 8467 w 1778000"/>
              <a:gd name="connsiteY0" fmla="*/ 762000 h 762000"/>
              <a:gd name="connsiteX1" fmla="*/ 1032933 w 1778000"/>
              <a:gd name="connsiteY1" fmla="*/ 753533 h 762000"/>
              <a:gd name="connsiteX2" fmla="*/ 1778000 w 1778000"/>
              <a:gd name="connsiteY2" fmla="*/ 211667 h 762000"/>
              <a:gd name="connsiteX3" fmla="*/ 1634067 w 1778000"/>
              <a:gd name="connsiteY3" fmla="*/ 0 h 762000"/>
              <a:gd name="connsiteX4" fmla="*/ 973667 w 1778000"/>
              <a:gd name="connsiteY4" fmla="*/ 524933 h 762000"/>
              <a:gd name="connsiteX5" fmla="*/ 0 w 1778000"/>
              <a:gd name="connsiteY5" fmla="*/ 550333 h 762000"/>
              <a:gd name="connsiteX6" fmla="*/ 8467 w 1778000"/>
              <a:gd name="connsiteY6" fmla="*/ 762000 h 762000"/>
              <a:gd name="connsiteX0" fmla="*/ 29634 w 1799167"/>
              <a:gd name="connsiteY0" fmla="*/ 762000 h 762000"/>
              <a:gd name="connsiteX1" fmla="*/ 1054100 w 1799167"/>
              <a:gd name="connsiteY1" fmla="*/ 753533 h 762000"/>
              <a:gd name="connsiteX2" fmla="*/ 1799167 w 1799167"/>
              <a:gd name="connsiteY2" fmla="*/ 211667 h 762000"/>
              <a:gd name="connsiteX3" fmla="*/ 1655234 w 1799167"/>
              <a:gd name="connsiteY3" fmla="*/ 0 h 762000"/>
              <a:gd name="connsiteX4" fmla="*/ 994834 w 1799167"/>
              <a:gd name="connsiteY4" fmla="*/ 524933 h 762000"/>
              <a:gd name="connsiteX5" fmla="*/ 0 w 1799167"/>
              <a:gd name="connsiteY5" fmla="*/ 601133 h 762000"/>
              <a:gd name="connsiteX6" fmla="*/ 29634 w 1799167"/>
              <a:gd name="connsiteY6" fmla="*/ 762000 h 762000"/>
              <a:gd name="connsiteX0" fmla="*/ 4234 w 1773767"/>
              <a:gd name="connsiteY0" fmla="*/ 762000 h 762000"/>
              <a:gd name="connsiteX1" fmla="*/ 1028700 w 1773767"/>
              <a:gd name="connsiteY1" fmla="*/ 753533 h 762000"/>
              <a:gd name="connsiteX2" fmla="*/ 1773767 w 1773767"/>
              <a:gd name="connsiteY2" fmla="*/ 211667 h 762000"/>
              <a:gd name="connsiteX3" fmla="*/ 1629834 w 1773767"/>
              <a:gd name="connsiteY3" fmla="*/ 0 h 762000"/>
              <a:gd name="connsiteX4" fmla="*/ 969434 w 1773767"/>
              <a:gd name="connsiteY4" fmla="*/ 524933 h 762000"/>
              <a:gd name="connsiteX5" fmla="*/ 0 w 1773767"/>
              <a:gd name="connsiteY5" fmla="*/ 620183 h 762000"/>
              <a:gd name="connsiteX6" fmla="*/ 4234 w 1773767"/>
              <a:gd name="connsiteY6" fmla="*/ 762000 h 762000"/>
              <a:gd name="connsiteX0" fmla="*/ 4234 w 1773767"/>
              <a:gd name="connsiteY0" fmla="*/ 762000 h 764645"/>
              <a:gd name="connsiteX1" fmla="*/ 1098550 w 1773767"/>
              <a:gd name="connsiteY1" fmla="*/ 764645 h 764645"/>
              <a:gd name="connsiteX2" fmla="*/ 1773767 w 1773767"/>
              <a:gd name="connsiteY2" fmla="*/ 211667 h 764645"/>
              <a:gd name="connsiteX3" fmla="*/ 1629834 w 1773767"/>
              <a:gd name="connsiteY3" fmla="*/ 0 h 764645"/>
              <a:gd name="connsiteX4" fmla="*/ 969434 w 1773767"/>
              <a:gd name="connsiteY4" fmla="*/ 524933 h 764645"/>
              <a:gd name="connsiteX5" fmla="*/ 0 w 1773767"/>
              <a:gd name="connsiteY5" fmla="*/ 620183 h 764645"/>
              <a:gd name="connsiteX6" fmla="*/ 4234 w 1773767"/>
              <a:gd name="connsiteY6" fmla="*/ 762000 h 764645"/>
              <a:gd name="connsiteX0" fmla="*/ 4234 w 1773767"/>
              <a:gd name="connsiteY0" fmla="*/ 762000 h 764645"/>
              <a:gd name="connsiteX1" fmla="*/ 1098550 w 1773767"/>
              <a:gd name="connsiteY1" fmla="*/ 764645 h 764645"/>
              <a:gd name="connsiteX2" fmla="*/ 1773767 w 1773767"/>
              <a:gd name="connsiteY2" fmla="*/ 211667 h 764645"/>
              <a:gd name="connsiteX3" fmla="*/ 1629834 w 1773767"/>
              <a:gd name="connsiteY3" fmla="*/ 0 h 764645"/>
              <a:gd name="connsiteX4" fmla="*/ 1083734 w 1773767"/>
              <a:gd name="connsiteY4" fmla="*/ 609071 h 764645"/>
              <a:gd name="connsiteX5" fmla="*/ 0 w 1773767"/>
              <a:gd name="connsiteY5" fmla="*/ 620183 h 764645"/>
              <a:gd name="connsiteX6" fmla="*/ 4234 w 1773767"/>
              <a:gd name="connsiteY6" fmla="*/ 762000 h 764645"/>
              <a:gd name="connsiteX0" fmla="*/ 4234 w 1773767"/>
              <a:gd name="connsiteY0" fmla="*/ 782637 h 785282"/>
              <a:gd name="connsiteX1" fmla="*/ 1098550 w 1773767"/>
              <a:gd name="connsiteY1" fmla="*/ 785282 h 785282"/>
              <a:gd name="connsiteX2" fmla="*/ 1773767 w 1773767"/>
              <a:gd name="connsiteY2" fmla="*/ 232304 h 785282"/>
              <a:gd name="connsiteX3" fmla="*/ 1601259 w 1773767"/>
              <a:gd name="connsiteY3" fmla="*/ 0 h 785282"/>
              <a:gd name="connsiteX4" fmla="*/ 1083734 w 1773767"/>
              <a:gd name="connsiteY4" fmla="*/ 629708 h 785282"/>
              <a:gd name="connsiteX5" fmla="*/ 0 w 1773767"/>
              <a:gd name="connsiteY5" fmla="*/ 640820 h 785282"/>
              <a:gd name="connsiteX6" fmla="*/ 4234 w 1773767"/>
              <a:gd name="connsiteY6" fmla="*/ 782637 h 785282"/>
              <a:gd name="connsiteX0" fmla="*/ 4234 w 1716617"/>
              <a:gd name="connsiteY0" fmla="*/ 782637 h 785282"/>
              <a:gd name="connsiteX1" fmla="*/ 1098550 w 1716617"/>
              <a:gd name="connsiteY1" fmla="*/ 785282 h 785282"/>
              <a:gd name="connsiteX2" fmla="*/ 1716617 w 1716617"/>
              <a:gd name="connsiteY2" fmla="*/ 98954 h 785282"/>
              <a:gd name="connsiteX3" fmla="*/ 1601259 w 1716617"/>
              <a:gd name="connsiteY3" fmla="*/ 0 h 785282"/>
              <a:gd name="connsiteX4" fmla="*/ 1083734 w 1716617"/>
              <a:gd name="connsiteY4" fmla="*/ 629708 h 785282"/>
              <a:gd name="connsiteX5" fmla="*/ 0 w 1716617"/>
              <a:gd name="connsiteY5" fmla="*/ 640820 h 785282"/>
              <a:gd name="connsiteX6" fmla="*/ 4234 w 1716617"/>
              <a:gd name="connsiteY6" fmla="*/ 782637 h 785282"/>
              <a:gd name="connsiteX0" fmla="*/ 4234 w 1716617"/>
              <a:gd name="connsiteY0" fmla="*/ 782637 h 782637"/>
              <a:gd name="connsiteX1" fmla="*/ 1158875 w 1716617"/>
              <a:gd name="connsiteY1" fmla="*/ 782107 h 782637"/>
              <a:gd name="connsiteX2" fmla="*/ 1716617 w 1716617"/>
              <a:gd name="connsiteY2" fmla="*/ 98954 h 782637"/>
              <a:gd name="connsiteX3" fmla="*/ 1601259 w 1716617"/>
              <a:gd name="connsiteY3" fmla="*/ 0 h 782637"/>
              <a:gd name="connsiteX4" fmla="*/ 1083734 w 1716617"/>
              <a:gd name="connsiteY4" fmla="*/ 629708 h 782637"/>
              <a:gd name="connsiteX5" fmla="*/ 0 w 1716617"/>
              <a:gd name="connsiteY5" fmla="*/ 640820 h 782637"/>
              <a:gd name="connsiteX6" fmla="*/ 4234 w 1716617"/>
              <a:gd name="connsiteY6" fmla="*/ 782637 h 782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6617" h="782637">
                <a:moveTo>
                  <a:pt x="4234" y="782637"/>
                </a:moveTo>
                <a:lnTo>
                  <a:pt x="1158875" y="782107"/>
                </a:lnTo>
                <a:lnTo>
                  <a:pt x="1716617" y="98954"/>
                </a:lnTo>
                <a:lnTo>
                  <a:pt x="1601259" y="0"/>
                </a:lnTo>
                <a:lnTo>
                  <a:pt x="1083734" y="629708"/>
                </a:lnTo>
                <a:lnTo>
                  <a:pt x="0" y="640820"/>
                </a:lnTo>
                <a:lnTo>
                  <a:pt x="4234" y="78263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8AFDB5-E558-CF79-57FD-BED0BF215872}"/>
              </a:ext>
            </a:extLst>
          </p:cNvPr>
          <p:cNvSpPr/>
          <p:nvPr/>
        </p:nvSpPr>
        <p:spPr>
          <a:xfrm>
            <a:off x="4875856" y="4566164"/>
            <a:ext cx="1062688" cy="125854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52A0E76-D02F-B921-453A-B87213CB130E}"/>
              </a:ext>
            </a:extLst>
          </p:cNvPr>
          <p:cNvCxnSpPr>
            <a:cxnSpLocks/>
          </p:cNvCxnSpPr>
          <p:nvPr/>
        </p:nvCxnSpPr>
        <p:spPr>
          <a:xfrm flipH="1">
            <a:off x="1816792" y="4629091"/>
            <a:ext cx="983792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6FD5EDE-1F9D-974B-F663-8AF99CB22391}"/>
                  </a:ext>
                </a:extLst>
              </p:cNvPr>
              <p:cNvSpPr txBox="1"/>
              <p:nvPr/>
            </p:nvSpPr>
            <p:spPr>
              <a:xfrm>
                <a:off x="1347004" y="4228981"/>
                <a:ext cx="4903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d>
                        <m:dPr>
                          <m:ctrlP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6FD5EDE-1F9D-974B-F663-8AF99CB22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004" y="4228981"/>
                <a:ext cx="490356" cy="400110"/>
              </a:xfrm>
              <a:prstGeom prst="rect">
                <a:avLst/>
              </a:prstGeom>
              <a:blipFill>
                <a:blip r:embed="rId4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63E2AF-E59F-8015-8361-9C1DF68183C1}"/>
                  </a:ext>
                </a:extLst>
              </p:cNvPr>
              <p:cNvSpPr txBox="1"/>
              <p:nvPr/>
            </p:nvSpPr>
            <p:spPr>
              <a:xfrm>
                <a:off x="5601697" y="3795700"/>
                <a:ext cx="5139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63E2AF-E59F-8015-8361-9C1DF6818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697" y="3795700"/>
                <a:ext cx="513993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090E9C0-3DD5-7AF9-FC39-5F57AF8ACE5E}"/>
              </a:ext>
            </a:extLst>
          </p:cNvPr>
          <p:cNvCxnSpPr>
            <a:cxnSpLocks/>
          </p:cNvCxnSpPr>
          <p:nvPr/>
        </p:nvCxnSpPr>
        <p:spPr>
          <a:xfrm>
            <a:off x="5734297" y="4567042"/>
            <a:ext cx="0" cy="24553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FE9D5CF-1F47-B133-242B-CD3C8D4A0D20}"/>
              </a:ext>
            </a:extLst>
          </p:cNvPr>
          <p:cNvCxnSpPr>
            <a:cxnSpLocks/>
          </p:cNvCxnSpPr>
          <p:nvPr/>
        </p:nvCxnSpPr>
        <p:spPr>
          <a:xfrm flipV="1">
            <a:off x="5734297" y="4033509"/>
            <a:ext cx="0" cy="271021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C856CC4-EE96-981A-DC86-ADB14FD40E47}"/>
                  </a:ext>
                </a:extLst>
              </p:cNvPr>
              <p:cNvSpPr txBox="1"/>
              <p:nvPr/>
            </p:nvSpPr>
            <p:spPr>
              <a:xfrm>
                <a:off x="5104435" y="3912715"/>
                <a:ext cx="4903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C856CC4-EE96-981A-DC86-ADB14FD40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4435" y="3912715"/>
                <a:ext cx="490356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AF04CB6-404E-53A1-B2F4-4C8838FCD51F}"/>
              </a:ext>
            </a:extLst>
          </p:cNvPr>
          <p:cNvCxnSpPr>
            <a:cxnSpLocks/>
          </p:cNvCxnSpPr>
          <p:nvPr/>
        </p:nvCxnSpPr>
        <p:spPr>
          <a:xfrm>
            <a:off x="2259211" y="2816931"/>
            <a:ext cx="0" cy="173566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DC89112-ABF7-A098-51E0-FE010872DEC1}"/>
                  </a:ext>
                </a:extLst>
              </p:cNvPr>
              <p:cNvSpPr txBox="1"/>
              <p:nvPr/>
            </p:nvSpPr>
            <p:spPr>
              <a:xfrm>
                <a:off x="1849949" y="3480476"/>
                <a:ext cx="5139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DC89112-ABF7-A098-51E0-FE010872D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949" y="3480476"/>
                <a:ext cx="513993" cy="400110"/>
              </a:xfrm>
              <a:prstGeom prst="rect">
                <a:avLst/>
              </a:prstGeom>
              <a:blipFill>
                <a:blip r:embed="rId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9913136-8891-D0B1-3852-5E02E0C67F30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2164051" y="2816931"/>
            <a:ext cx="174725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ED14BE4-A020-DC4C-CF2A-493A8FCBC1C1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2164051" y="4552598"/>
            <a:ext cx="174725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D8538A1-2454-DD03-B4C2-AC17351EB0D9}"/>
              </a:ext>
            </a:extLst>
          </p:cNvPr>
          <p:cNvGrpSpPr/>
          <p:nvPr/>
        </p:nvGrpSpPr>
        <p:grpSpPr>
          <a:xfrm>
            <a:off x="3744008" y="3079157"/>
            <a:ext cx="291387" cy="226751"/>
            <a:chOff x="743734" y="1292307"/>
            <a:chExt cx="2021739" cy="1081849"/>
          </a:xfrm>
        </p:grpSpPr>
        <p:sp>
          <p:nvSpPr>
            <p:cNvPr id="71" name="Isosceles Triangle 70">
              <a:extLst>
                <a:ext uri="{FF2B5EF4-FFF2-40B4-BE49-F238E27FC236}">
                  <a16:creationId xmlns:a16="http://schemas.microsoft.com/office/drawing/2014/main" id="{999FFBEF-4CAE-F8D7-FA70-BD35599F68BC}"/>
                </a:ext>
              </a:extLst>
            </p:cNvPr>
            <p:cNvSpPr/>
            <p:nvPr/>
          </p:nvSpPr>
          <p:spPr>
            <a:xfrm flipV="1">
              <a:off x="1073817" y="1292307"/>
              <a:ext cx="1361573" cy="630700"/>
            </a:xfrm>
            <a:prstGeom prst="triangl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438EE5D-26E8-239F-2AB1-52FAD50EE47E}"/>
                </a:ext>
              </a:extLst>
            </p:cNvPr>
            <p:cNvCxnSpPr>
              <a:cxnSpLocks/>
            </p:cNvCxnSpPr>
            <p:nvPr/>
          </p:nvCxnSpPr>
          <p:spPr>
            <a:xfrm>
              <a:off x="743734" y="2049341"/>
              <a:ext cx="202173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8223E3B-F574-3E08-B2AE-87A4D28B2652}"/>
                </a:ext>
              </a:extLst>
            </p:cNvPr>
            <p:cNvCxnSpPr>
              <a:cxnSpLocks/>
            </p:cNvCxnSpPr>
            <p:nvPr/>
          </p:nvCxnSpPr>
          <p:spPr>
            <a:xfrm>
              <a:off x="1005515" y="2374156"/>
              <a:ext cx="149817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8E23921-1F4C-F0B0-22C3-8FCED5870EA3}"/>
              </a:ext>
            </a:extLst>
          </p:cNvPr>
          <p:cNvCxnSpPr>
            <a:cxnSpLocks/>
          </p:cNvCxnSpPr>
          <p:nvPr/>
        </p:nvCxnSpPr>
        <p:spPr>
          <a:xfrm>
            <a:off x="3630811" y="3226470"/>
            <a:ext cx="0" cy="132612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956BDC2-9810-7BC1-D03C-08313F4B791D}"/>
                  </a:ext>
                </a:extLst>
              </p:cNvPr>
              <p:cNvSpPr txBox="1"/>
              <p:nvPr/>
            </p:nvSpPr>
            <p:spPr>
              <a:xfrm>
                <a:off x="3230942" y="3702769"/>
                <a:ext cx="5139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ℎ</m:t>
                      </m: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956BDC2-9810-7BC1-D03C-08313F4B7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942" y="3702769"/>
                <a:ext cx="513993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A4432167-244F-1086-8389-115ED7EC1C52}"/>
              </a:ext>
            </a:extLst>
          </p:cNvPr>
          <p:cNvGrpSpPr/>
          <p:nvPr/>
        </p:nvGrpSpPr>
        <p:grpSpPr>
          <a:xfrm rot="5400000">
            <a:off x="3784681" y="1981749"/>
            <a:ext cx="258761" cy="1411603"/>
            <a:chOff x="6544254" y="2747964"/>
            <a:chExt cx="1834355" cy="1735668"/>
          </a:xfrm>
        </p:grpSpPr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F349575C-9994-F73F-4BAB-DB53BB7B78B5}"/>
                </a:ext>
              </a:extLst>
            </p:cNvPr>
            <p:cNvCxnSpPr>
              <a:cxnSpLocks/>
            </p:cNvCxnSpPr>
            <p:nvPr/>
          </p:nvCxnSpPr>
          <p:spPr>
            <a:xfrm>
              <a:off x="6639415" y="2747964"/>
              <a:ext cx="0" cy="1735667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615E2E2F-2237-96F9-2AEB-4044B00E0D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4255" y="2747964"/>
              <a:ext cx="1747252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0179152B-FE1D-1DD1-324A-54C779F314A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7461432" y="3566454"/>
              <a:ext cx="0" cy="183435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1AF786FE-F985-FF67-94D5-F6B6D198EE6D}"/>
                  </a:ext>
                </a:extLst>
              </p:cNvPr>
              <p:cNvSpPr txBox="1"/>
              <p:nvPr/>
            </p:nvSpPr>
            <p:spPr>
              <a:xfrm>
                <a:off x="3657066" y="2202864"/>
                <a:ext cx="5139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1AF786FE-F985-FF67-94D5-F6B6D198E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066" y="2202864"/>
                <a:ext cx="513993" cy="400110"/>
              </a:xfrm>
              <a:prstGeom prst="rect">
                <a:avLst/>
              </a:prstGeom>
              <a:blipFill>
                <a:blip r:embed="rId9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489A7BF-D84A-27A4-A4A6-F608E34AD70F}"/>
              </a:ext>
            </a:extLst>
          </p:cNvPr>
          <p:cNvCxnSpPr>
            <a:cxnSpLocks/>
          </p:cNvCxnSpPr>
          <p:nvPr/>
        </p:nvCxnSpPr>
        <p:spPr>
          <a:xfrm flipH="1">
            <a:off x="5251838" y="4437122"/>
            <a:ext cx="17450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3C40F61-B0ED-8FCD-4C6B-DBBCA90DB0BB}"/>
              </a:ext>
            </a:extLst>
          </p:cNvPr>
          <p:cNvCxnSpPr>
            <a:cxnSpLocks/>
          </p:cNvCxnSpPr>
          <p:nvPr/>
        </p:nvCxnSpPr>
        <p:spPr>
          <a:xfrm flipH="1">
            <a:off x="5901879" y="3790087"/>
            <a:ext cx="500222" cy="61360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Arc 98">
            <a:extLst>
              <a:ext uri="{FF2B5EF4-FFF2-40B4-BE49-F238E27FC236}">
                <a16:creationId xmlns:a16="http://schemas.microsoft.com/office/drawing/2014/main" id="{C4BBE48D-8037-0F5F-48B4-8D48356ACA66}"/>
              </a:ext>
            </a:extLst>
          </p:cNvPr>
          <p:cNvSpPr/>
          <p:nvPr/>
        </p:nvSpPr>
        <p:spPr>
          <a:xfrm>
            <a:off x="5306213" y="3833604"/>
            <a:ext cx="1196396" cy="1196396"/>
          </a:xfrm>
          <a:prstGeom prst="arc">
            <a:avLst>
              <a:gd name="adj1" fmla="val 18439244"/>
              <a:gd name="adj2" fmla="val 21581562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68E2C55-8A34-0E05-576D-69BEF7A636EF}"/>
                  </a:ext>
                </a:extLst>
              </p:cNvPr>
              <p:cNvSpPr txBox="1"/>
              <p:nvPr/>
            </p:nvSpPr>
            <p:spPr>
              <a:xfrm>
                <a:off x="6306167" y="3893153"/>
                <a:ext cx="5139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68E2C55-8A34-0E05-576D-69BEF7A63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167" y="3893153"/>
                <a:ext cx="513993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75C15189-46E1-E606-36B2-0BCD8CD73ABC}"/>
              </a:ext>
            </a:extLst>
          </p:cNvPr>
          <p:cNvGrpSpPr/>
          <p:nvPr/>
        </p:nvGrpSpPr>
        <p:grpSpPr>
          <a:xfrm>
            <a:off x="7359297" y="3033925"/>
            <a:ext cx="2486036" cy="2486036"/>
            <a:chOff x="7614840" y="1717762"/>
            <a:chExt cx="2486036" cy="2486036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5FA25A67-025B-7795-860E-23C99FB62F27}"/>
                </a:ext>
              </a:extLst>
            </p:cNvPr>
            <p:cNvSpPr/>
            <p:nvPr/>
          </p:nvSpPr>
          <p:spPr>
            <a:xfrm>
              <a:off x="7892339" y="2059900"/>
              <a:ext cx="1417331" cy="1176745"/>
            </a:xfrm>
            <a:custGeom>
              <a:avLst/>
              <a:gdLst>
                <a:gd name="connsiteX0" fmla="*/ 8467 w 1778000"/>
                <a:gd name="connsiteY0" fmla="*/ 762000 h 762000"/>
                <a:gd name="connsiteX1" fmla="*/ 1032933 w 1778000"/>
                <a:gd name="connsiteY1" fmla="*/ 753533 h 762000"/>
                <a:gd name="connsiteX2" fmla="*/ 1778000 w 1778000"/>
                <a:gd name="connsiteY2" fmla="*/ 211667 h 762000"/>
                <a:gd name="connsiteX3" fmla="*/ 1634067 w 1778000"/>
                <a:gd name="connsiteY3" fmla="*/ 0 h 762000"/>
                <a:gd name="connsiteX4" fmla="*/ 973667 w 1778000"/>
                <a:gd name="connsiteY4" fmla="*/ 524933 h 762000"/>
                <a:gd name="connsiteX5" fmla="*/ 0 w 1778000"/>
                <a:gd name="connsiteY5" fmla="*/ 550333 h 762000"/>
                <a:gd name="connsiteX6" fmla="*/ 8467 w 1778000"/>
                <a:gd name="connsiteY6" fmla="*/ 762000 h 762000"/>
                <a:gd name="connsiteX0" fmla="*/ 29634 w 1799167"/>
                <a:gd name="connsiteY0" fmla="*/ 762000 h 762000"/>
                <a:gd name="connsiteX1" fmla="*/ 1054100 w 1799167"/>
                <a:gd name="connsiteY1" fmla="*/ 753533 h 762000"/>
                <a:gd name="connsiteX2" fmla="*/ 1799167 w 1799167"/>
                <a:gd name="connsiteY2" fmla="*/ 211667 h 762000"/>
                <a:gd name="connsiteX3" fmla="*/ 1655234 w 1799167"/>
                <a:gd name="connsiteY3" fmla="*/ 0 h 762000"/>
                <a:gd name="connsiteX4" fmla="*/ 994834 w 1799167"/>
                <a:gd name="connsiteY4" fmla="*/ 524933 h 762000"/>
                <a:gd name="connsiteX5" fmla="*/ 0 w 1799167"/>
                <a:gd name="connsiteY5" fmla="*/ 601133 h 762000"/>
                <a:gd name="connsiteX6" fmla="*/ 29634 w 1799167"/>
                <a:gd name="connsiteY6" fmla="*/ 762000 h 762000"/>
                <a:gd name="connsiteX0" fmla="*/ 4234 w 1773767"/>
                <a:gd name="connsiteY0" fmla="*/ 762000 h 762000"/>
                <a:gd name="connsiteX1" fmla="*/ 1028700 w 1773767"/>
                <a:gd name="connsiteY1" fmla="*/ 753533 h 762000"/>
                <a:gd name="connsiteX2" fmla="*/ 1773767 w 1773767"/>
                <a:gd name="connsiteY2" fmla="*/ 211667 h 762000"/>
                <a:gd name="connsiteX3" fmla="*/ 1629834 w 1773767"/>
                <a:gd name="connsiteY3" fmla="*/ 0 h 762000"/>
                <a:gd name="connsiteX4" fmla="*/ 969434 w 1773767"/>
                <a:gd name="connsiteY4" fmla="*/ 524933 h 762000"/>
                <a:gd name="connsiteX5" fmla="*/ 0 w 1773767"/>
                <a:gd name="connsiteY5" fmla="*/ 620183 h 762000"/>
                <a:gd name="connsiteX6" fmla="*/ 4234 w 1773767"/>
                <a:gd name="connsiteY6" fmla="*/ 762000 h 762000"/>
                <a:gd name="connsiteX0" fmla="*/ 4234 w 1773767"/>
                <a:gd name="connsiteY0" fmla="*/ 762000 h 764645"/>
                <a:gd name="connsiteX1" fmla="*/ 1098550 w 1773767"/>
                <a:gd name="connsiteY1" fmla="*/ 764645 h 764645"/>
                <a:gd name="connsiteX2" fmla="*/ 1773767 w 1773767"/>
                <a:gd name="connsiteY2" fmla="*/ 211667 h 764645"/>
                <a:gd name="connsiteX3" fmla="*/ 1629834 w 1773767"/>
                <a:gd name="connsiteY3" fmla="*/ 0 h 764645"/>
                <a:gd name="connsiteX4" fmla="*/ 969434 w 1773767"/>
                <a:gd name="connsiteY4" fmla="*/ 524933 h 764645"/>
                <a:gd name="connsiteX5" fmla="*/ 0 w 1773767"/>
                <a:gd name="connsiteY5" fmla="*/ 620183 h 764645"/>
                <a:gd name="connsiteX6" fmla="*/ 4234 w 1773767"/>
                <a:gd name="connsiteY6" fmla="*/ 762000 h 764645"/>
                <a:gd name="connsiteX0" fmla="*/ 4234 w 1773767"/>
                <a:gd name="connsiteY0" fmla="*/ 762000 h 764645"/>
                <a:gd name="connsiteX1" fmla="*/ 1098550 w 1773767"/>
                <a:gd name="connsiteY1" fmla="*/ 764645 h 764645"/>
                <a:gd name="connsiteX2" fmla="*/ 1773767 w 1773767"/>
                <a:gd name="connsiteY2" fmla="*/ 211667 h 764645"/>
                <a:gd name="connsiteX3" fmla="*/ 1629834 w 1773767"/>
                <a:gd name="connsiteY3" fmla="*/ 0 h 764645"/>
                <a:gd name="connsiteX4" fmla="*/ 1083734 w 1773767"/>
                <a:gd name="connsiteY4" fmla="*/ 609071 h 764645"/>
                <a:gd name="connsiteX5" fmla="*/ 0 w 1773767"/>
                <a:gd name="connsiteY5" fmla="*/ 620183 h 764645"/>
                <a:gd name="connsiteX6" fmla="*/ 4234 w 1773767"/>
                <a:gd name="connsiteY6" fmla="*/ 762000 h 764645"/>
                <a:gd name="connsiteX0" fmla="*/ 4234 w 1773767"/>
                <a:gd name="connsiteY0" fmla="*/ 782637 h 785282"/>
                <a:gd name="connsiteX1" fmla="*/ 1098550 w 1773767"/>
                <a:gd name="connsiteY1" fmla="*/ 785282 h 785282"/>
                <a:gd name="connsiteX2" fmla="*/ 1773767 w 1773767"/>
                <a:gd name="connsiteY2" fmla="*/ 232304 h 785282"/>
                <a:gd name="connsiteX3" fmla="*/ 1601259 w 1773767"/>
                <a:gd name="connsiteY3" fmla="*/ 0 h 785282"/>
                <a:gd name="connsiteX4" fmla="*/ 1083734 w 1773767"/>
                <a:gd name="connsiteY4" fmla="*/ 629708 h 785282"/>
                <a:gd name="connsiteX5" fmla="*/ 0 w 1773767"/>
                <a:gd name="connsiteY5" fmla="*/ 640820 h 785282"/>
                <a:gd name="connsiteX6" fmla="*/ 4234 w 1773767"/>
                <a:gd name="connsiteY6" fmla="*/ 782637 h 785282"/>
                <a:gd name="connsiteX0" fmla="*/ 4234 w 1716617"/>
                <a:gd name="connsiteY0" fmla="*/ 782637 h 785282"/>
                <a:gd name="connsiteX1" fmla="*/ 1098550 w 1716617"/>
                <a:gd name="connsiteY1" fmla="*/ 785282 h 785282"/>
                <a:gd name="connsiteX2" fmla="*/ 1716617 w 1716617"/>
                <a:gd name="connsiteY2" fmla="*/ 98954 h 785282"/>
                <a:gd name="connsiteX3" fmla="*/ 1601259 w 1716617"/>
                <a:gd name="connsiteY3" fmla="*/ 0 h 785282"/>
                <a:gd name="connsiteX4" fmla="*/ 1083734 w 1716617"/>
                <a:gd name="connsiteY4" fmla="*/ 629708 h 785282"/>
                <a:gd name="connsiteX5" fmla="*/ 0 w 1716617"/>
                <a:gd name="connsiteY5" fmla="*/ 640820 h 785282"/>
                <a:gd name="connsiteX6" fmla="*/ 4234 w 1716617"/>
                <a:gd name="connsiteY6" fmla="*/ 782637 h 785282"/>
                <a:gd name="connsiteX0" fmla="*/ 4234 w 1716617"/>
                <a:gd name="connsiteY0" fmla="*/ 782637 h 782637"/>
                <a:gd name="connsiteX1" fmla="*/ 1158875 w 1716617"/>
                <a:gd name="connsiteY1" fmla="*/ 782107 h 782637"/>
                <a:gd name="connsiteX2" fmla="*/ 1716617 w 1716617"/>
                <a:gd name="connsiteY2" fmla="*/ 98954 h 782637"/>
                <a:gd name="connsiteX3" fmla="*/ 1601259 w 1716617"/>
                <a:gd name="connsiteY3" fmla="*/ 0 h 782637"/>
                <a:gd name="connsiteX4" fmla="*/ 1083734 w 1716617"/>
                <a:gd name="connsiteY4" fmla="*/ 629708 h 782637"/>
                <a:gd name="connsiteX5" fmla="*/ 0 w 1716617"/>
                <a:gd name="connsiteY5" fmla="*/ 640820 h 782637"/>
                <a:gd name="connsiteX6" fmla="*/ 4234 w 1716617"/>
                <a:gd name="connsiteY6" fmla="*/ 782637 h 782637"/>
                <a:gd name="connsiteX0" fmla="*/ 4234 w 1716617"/>
                <a:gd name="connsiteY0" fmla="*/ 691754 h 691754"/>
                <a:gd name="connsiteX1" fmla="*/ 1158875 w 1716617"/>
                <a:gd name="connsiteY1" fmla="*/ 691224 h 691754"/>
                <a:gd name="connsiteX2" fmla="*/ 1716617 w 1716617"/>
                <a:gd name="connsiteY2" fmla="*/ 8071 h 691754"/>
                <a:gd name="connsiteX3" fmla="*/ 542739 w 1716617"/>
                <a:gd name="connsiteY3" fmla="*/ 0 h 691754"/>
                <a:gd name="connsiteX4" fmla="*/ 1083734 w 1716617"/>
                <a:gd name="connsiteY4" fmla="*/ 538825 h 691754"/>
                <a:gd name="connsiteX5" fmla="*/ 0 w 1716617"/>
                <a:gd name="connsiteY5" fmla="*/ 549937 h 691754"/>
                <a:gd name="connsiteX6" fmla="*/ 4234 w 1716617"/>
                <a:gd name="connsiteY6" fmla="*/ 691754 h 691754"/>
                <a:gd name="connsiteX0" fmla="*/ 4234 w 1158875"/>
                <a:gd name="connsiteY0" fmla="*/ 691754 h 691754"/>
                <a:gd name="connsiteX1" fmla="*/ 1158875 w 1158875"/>
                <a:gd name="connsiteY1" fmla="*/ 691224 h 691754"/>
                <a:gd name="connsiteX2" fmla="*/ 497715 w 1158875"/>
                <a:gd name="connsiteY2" fmla="*/ 50839 h 691754"/>
                <a:gd name="connsiteX3" fmla="*/ 542739 w 1158875"/>
                <a:gd name="connsiteY3" fmla="*/ 0 h 691754"/>
                <a:gd name="connsiteX4" fmla="*/ 1083734 w 1158875"/>
                <a:gd name="connsiteY4" fmla="*/ 538825 h 691754"/>
                <a:gd name="connsiteX5" fmla="*/ 0 w 1158875"/>
                <a:gd name="connsiteY5" fmla="*/ 549937 h 691754"/>
                <a:gd name="connsiteX6" fmla="*/ 4234 w 1158875"/>
                <a:gd name="connsiteY6" fmla="*/ 691754 h 691754"/>
                <a:gd name="connsiteX0" fmla="*/ 4234 w 1158875"/>
                <a:gd name="connsiteY0" fmla="*/ 691754 h 691754"/>
                <a:gd name="connsiteX1" fmla="*/ 1158875 w 1158875"/>
                <a:gd name="connsiteY1" fmla="*/ 691224 h 691754"/>
                <a:gd name="connsiteX2" fmla="*/ 497715 w 1158875"/>
                <a:gd name="connsiteY2" fmla="*/ 50839 h 691754"/>
                <a:gd name="connsiteX3" fmla="*/ 542739 w 1158875"/>
                <a:gd name="connsiteY3" fmla="*/ 0 h 691754"/>
                <a:gd name="connsiteX4" fmla="*/ 840488 w 1158875"/>
                <a:gd name="connsiteY4" fmla="*/ 541498 h 691754"/>
                <a:gd name="connsiteX5" fmla="*/ 0 w 1158875"/>
                <a:gd name="connsiteY5" fmla="*/ 549937 h 691754"/>
                <a:gd name="connsiteX6" fmla="*/ 4234 w 1158875"/>
                <a:gd name="connsiteY6" fmla="*/ 691754 h 691754"/>
                <a:gd name="connsiteX0" fmla="*/ 4234 w 1158875"/>
                <a:gd name="connsiteY0" fmla="*/ 640915 h 640915"/>
                <a:gd name="connsiteX1" fmla="*/ 1158875 w 1158875"/>
                <a:gd name="connsiteY1" fmla="*/ 640385 h 640915"/>
                <a:gd name="connsiteX2" fmla="*/ 497715 w 1158875"/>
                <a:gd name="connsiteY2" fmla="*/ 0 h 640915"/>
                <a:gd name="connsiteX3" fmla="*/ 430472 w 1158875"/>
                <a:gd name="connsiteY3" fmla="*/ 77466 h 640915"/>
                <a:gd name="connsiteX4" fmla="*/ 840488 w 1158875"/>
                <a:gd name="connsiteY4" fmla="*/ 490659 h 640915"/>
                <a:gd name="connsiteX5" fmla="*/ 0 w 1158875"/>
                <a:gd name="connsiteY5" fmla="*/ 499098 h 640915"/>
                <a:gd name="connsiteX6" fmla="*/ 4234 w 1158875"/>
                <a:gd name="connsiteY6" fmla="*/ 640915 h 640915"/>
                <a:gd name="connsiteX0" fmla="*/ 4234 w 1158875"/>
                <a:gd name="connsiteY0" fmla="*/ 640915 h 640915"/>
                <a:gd name="connsiteX1" fmla="*/ 1158875 w 1158875"/>
                <a:gd name="connsiteY1" fmla="*/ 640385 h 640915"/>
                <a:gd name="connsiteX2" fmla="*/ 497715 w 1158875"/>
                <a:gd name="connsiteY2" fmla="*/ 0 h 640915"/>
                <a:gd name="connsiteX3" fmla="*/ 430472 w 1158875"/>
                <a:gd name="connsiteY3" fmla="*/ 77466 h 640915"/>
                <a:gd name="connsiteX4" fmla="*/ 676097 w 1158875"/>
                <a:gd name="connsiteY4" fmla="*/ 494669 h 640915"/>
                <a:gd name="connsiteX5" fmla="*/ 0 w 1158875"/>
                <a:gd name="connsiteY5" fmla="*/ 499098 h 640915"/>
                <a:gd name="connsiteX6" fmla="*/ 4234 w 1158875"/>
                <a:gd name="connsiteY6" fmla="*/ 640915 h 640915"/>
                <a:gd name="connsiteX0" fmla="*/ 4234 w 1158875"/>
                <a:gd name="connsiteY0" fmla="*/ 640915 h 640915"/>
                <a:gd name="connsiteX1" fmla="*/ 1158875 w 1158875"/>
                <a:gd name="connsiteY1" fmla="*/ 640385 h 640915"/>
                <a:gd name="connsiteX2" fmla="*/ 497715 w 1158875"/>
                <a:gd name="connsiteY2" fmla="*/ 0 h 640915"/>
                <a:gd name="connsiteX3" fmla="*/ 386367 w 1158875"/>
                <a:gd name="connsiteY3" fmla="*/ 105533 h 640915"/>
                <a:gd name="connsiteX4" fmla="*/ 676097 w 1158875"/>
                <a:gd name="connsiteY4" fmla="*/ 494669 h 640915"/>
                <a:gd name="connsiteX5" fmla="*/ 0 w 1158875"/>
                <a:gd name="connsiteY5" fmla="*/ 499098 h 640915"/>
                <a:gd name="connsiteX6" fmla="*/ 4234 w 1158875"/>
                <a:gd name="connsiteY6" fmla="*/ 640915 h 640915"/>
                <a:gd name="connsiteX0" fmla="*/ 4234 w 1158875"/>
                <a:gd name="connsiteY0" fmla="*/ 640915 h 640915"/>
                <a:gd name="connsiteX1" fmla="*/ 1158875 w 1158875"/>
                <a:gd name="connsiteY1" fmla="*/ 640385 h 640915"/>
                <a:gd name="connsiteX2" fmla="*/ 497715 w 1158875"/>
                <a:gd name="connsiteY2" fmla="*/ 0 h 640915"/>
                <a:gd name="connsiteX3" fmla="*/ 408419 w 1158875"/>
                <a:gd name="connsiteY3" fmla="*/ 87490 h 640915"/>
                <a:gd name="connsiteX4" fmla="*/ 676097 w 1158875"/>
                <a:gd name="connsiteY4" fmla="*/ 494669 h 640915"/>
                <a:gd name="connsiteX5" fmla="*/ 0 w 1158875"/>
                <a:gd name="connsiteY5" fmla="*/ 499098 h 640915"/>
                <a:gd name="connsiteX6" fmla="*/ 4234 w 1158875"/>
                <a:gd name="connsiteY6" fmla="*/ 640915 h 640915"/>
                <a:gd name="connsiteX0" fmla="*/ 4234 w 1158875"/>
                <a:gd name="connsiteY0" fmla="*/ 640915 h 640915"/>
                <a:gd name="connsiteX1" fmla="*/ 1158875 w 1158875"/>
                <a:gd name="connsiteY1" fmla="*/ 640385 h 640915"/>
                <a:gd name="connsiteX2" fmla="*/ 497715 w 1158875"/>
                <a:gd name="connsiteY2" fmla="*/ 0 h 640915"/>
                <a:gd name="connsiteX3" fmla="*/ 408419 w 1158875"/>
                <a:gd name="connsiteY3" fmla="*/ 87490 h 640915"/>
                <a:gd name="connsiteX4" fmla="*/ 804403 w 1158875"/>
                <a:gd name="connsiteY4" fmla="*/ 500683 h 640915"/>
                <a:gd name="connsiteX5" fmla="*/ 0 w 1158875"/>
                <a:gd name="connsiteY5" fmla="*/ 499098 h 640915"/>
                <a:gd name="connsiteX6" fmla="*/ 4234 w 1158875"/>
                <a:gd name="connsiteY6" fmla="*/ 640915 h 640915"/>
                <a:gd name="connsiteX0" fmla="*/ 4234 w 1158875"/>
                <a:gd name="connsiteY0" fmla="*/ 640915 h 640915"/>
                <a:gd name="connsiteX1" fmla="*/ 1158875 w 1158875"/>
                <a:gd name="connsiteY1" fmla="*/ 640385 h 640915"/>
                <a:gd name="connsiteX2" fmla="*/ 497715 w 1158875"/>
                <a:gd name="connsiteY2" fmla="*/ 0 h 640915"/>
                <a:gd name="connsiteX3" fmla="*/ 408419 w 1158875"/>
                <a:gd name="connsiteY3" fmla="*/ 87490 h 640915"/>
                <a:gd name="connsiteX4" fmla="*/ 822446 w 1158875"/>
                <a:gd name="connsiteY4" fmla="*/ 502688 h 640915"/>
                <a:gd name="connsiteX5" fmla="*/ 0 w 1158875"/>
                <a:gd name="connsiteY5" fmla="*/ 499098 h 640915"/>
                <a:gd name="connsiteX6" fmla="*/ 4234 w 1158875"/>
                <a:gd name="connsiteY6" fmla="*/ 640915 h 640915"/>
                <a:gd name="connsiteX0" fmla="*/ 4234 w 1158875"/>
                <a:gd name="connsiteY0" fmla="*/ 640915 h 640915"/>
                <a:gd name="connsiteX1" fmla="*/ 1158875 w 1158875"/>
                <a:gd name="connsiteY1" fmla="*/ 640385 h 640915"/>
                <a:gd name="connsiteX2" fmla="*/ 497715 w 1158875"/>
                <a:gd name="connsiteY2" fmla="*/ 0 h 640915"/>
                <a:gd name="connsiteX3" fmla="*/ 392381 w 1158875"/>
                <a:gd name="connsiteY3" fmla="*/ 103528 h 640915"/>
                <a:gd name="connsiteX4" fmla="*/ 822446 w 1158875"/>
                <a:gd name="connsiteY4" fmla="*/ 502688 h 640915"/>
                <a:gd name="connsiteX5" fmla="*/ 0 w 1158875"/>
                <a:gd name="connsiteY5" fmla="*/ 499098 h 640915"/>
                <a:gd name="connsiteX6" fmla="*/ 4234 w 1158875"/>
                <a:gd name="connsiteY6" fmla="*/ 640915 h 640915"/>
                <a:gd name="connsiteX0" fmla="*/ 4234 w 1158875"/>
                <a:gd name="connsiteY0" fmla="*/ 640915 h 640915"/>
                <a:gd name="connsiteX1" fmla="*/ 1158875 w 1158875"/>
                <a:gd name="connsiteY1" fmla="*/ 640385 h 640915"/>
                <a:gd name="connsiteX2" fmla="*/ 497715 w 1158875"/>
                <a:gd name="connsiteY2" fmla="*/ 0 h 640915"/>
                <a:gd name="connsiteX3" fmla="*/ 392381 w 1158875"/>
                <a:gd name="connsiteY3" fmla="*/ 103528 h 640915"/>
                <a:gd name="connsiteX4" fmla="*/ 808413 w 1158875"/>
                <a:gd name="connsiteY4" fmla="*/ 504693 h 640915"/>
                <a:gd name="connsiteX5" fmla="*/ 0 w 1158875"/>
                <a:gd name="connsiteY5" fmla="*/ 499098 h 640915"/>
                <a:gd name="connsiteX6" fmla="*/ 4234 w 1158875"/>
                <a:gd name="connsiteY6" fmla="*/ 640915 h 640915"/>
                <a:gd name="connsiteX0" fmla="*/ 4234 w 1158875"/>
                <a:gd name="connsiteY0" fmla="*/ 640915 h 640915"/>
                <a:gd name="connsiteX1" fmla="*/ 1158875 w 1158875"/>
                <a:gd name="connsiteY1" fmla="*/ 640385 h 640915"/>
                <a:gd name="connsiteX2" fmla="*/ 497715 w 1158875"/>
                <a:gd name="connsiteY2" fmla="*/ 0 h 640915"/>
                <a:gd name="connsiteX3" fmla="*/ 392381 w 1158875"/>
                <a:gd name="connsiteY3" fmla="*/ 103528 h 640915"/>
                <a:gd name="connsiteX4" fmla="*/ 798389 w 1158875"/>
                <a:gd name="connsiteY4" fmla="*/ 500684 h 640915"/>
                <a:gd name="connsiteX5" fmla="*/ 0 w 1158875"/>
                <a:gd name="connsiteY5" fmla="*/ 499098 h 640915"/>
                <a:gd name="connsiteX6" fmla="*/ 4234 w 1158875"/>
                <a:gd name="connsiteY6" fmla="*/ 640915 h 640915"/>
                <a:gd name="connsiteX0" fmla="*/ 0 w 1154641"/>
                <a:gd name="connsiteY0" fmla="*/ 640915 h 640915"/>
                <a:gd name="connsiteX1" fmla="*/ 1154641 w 1154641"/>
                <a:gd name="connsiteY1" fmla="*/ 640385 h 640915"/>
                <a:gd name="connsiteX2" fmla="*/ 493481 w 1154641"/>
                <a:gd name="connsiteY2" fmla="*/ 0 h 640915"/>
                <a:gd name="connsiteX3" fmla="*/ 388147 w 1154641"/>
                <a:gd name="connsiteY3" fmla="*/ 103528 h 640915"/>
                <a:gd name="connsiteX4" fmla="*/ 794155 w 1154641"/>
                <a:gd name="connsiteY4" fmla="*/ 500684 h 640915"/>
                <a:gd name="connsiteX5" fmla="*/ 1780 w 1154641"/>
                <a:gd name="connsiteY5" fmla="*/ 497094 h 640915"/>
                <a:gd name="connsiteX6" fmla="*/ 0 w 1154641"/>
                <a:gd name="connsiteY6" fmla="*/ 640915 h 640915"/>
                <a:gd name="connsiteX0" fmla="*/ 489390 w 1152862"/>
                <a:gd name="connsiteY0" fmla="*/ 644925 h 644925"/>
                <a:gd name="connsiteX1" fmla="*/ 1152862 w 1152862"/>
                <a:gd name="connsiteY1" fmla="*/ 640385 h 644925"/>
                <a:gd name="connsiteX2" fmla="*/ 491702 w 1152862"/>
                <a:gd name="connsiteY2" fmla="*/ 0 h 644925"/>
                <a:gd name="connsiteX3" fmla="*/ 386368 w 1152862"/>
                <a:gd name="connsiteY3" fmla="*/ 103528 h 644925"/>
                <a:gd name="connsiteX4" fmla="*/ 792376 w 1152862"/>
                <a:gd name="connsiteY4" fmla="*/ 500684 h 644925"/>
                <a:gd name="connsiteX5" fmla="*/ 1 w 1152862"/>
                <a:gd name="connsiteY5" fmla="*/ 497094 h 644925"/>
                <a:gd name="connsiteX6" fmla="*/ 489390 w 1152862"/>
                <a:gd name="connsiteY6" fmla="*/ 644925 h 644925"/>
                <a:gd name="connsiteX0" fmla="*/ 103022 w 766494"/>
                <a:gd name="connsiteY0" fmla="*/ 644925 h 644925"/>
                <a:gd name="connsiteX1" fmla="*/ 766494 w 766494"/>
                <a:gd name="connsiteY1" fmla="*/ 640385 h 644925"/>
                <a:gd name="connsiteX2" fmla="*/ 105334 w 766494"/>
                <a:gd name="connsiteY2" fmla="*/ 0 h 644925"/>
                <a:gd name="connsiteX3" fmla="*/ 0 w 766494"/>
                <a:gd name="connsiteY3" fmla="*/ 103528 h 644925"/>
                <a:gd name="connsiteX4" fmla="*/ 406008 w 766494"/>
                <a:gd name="connsiteY4" fmla="*/ 500684 h 644925"/>
                <a:gd name="connsiteX5" fmla="*/ 102798 w 766494"/>
                <a:gd name="connsiteY5" fmla="*/ 503108 h 644925"/>
                <a:gd name="connsiteX6" fmla="*/ 103022 w 766494"/>
                <a:gd name="connsiteY6" fmla="*/ 644925 h 644925"/>
                <a:gd name="connsiteX0" fmla="*/ 103022 w 766494"/>
                <a:gd name="connsiteY0" fmla="*/ 644925 h 644925"/>
                <a:gd name="connsiteX1" fmla="*/ 766494 w 766494"/>
                <a:gd name="connsiteY1" fmla="*/ 640385 h 644925"/>
                <a:gd name="connsiteX2" fmla="*/ 105334 w 766494"/>
                <a:gd name="connsiteY2" fmla="*/ 0 h 644925"/>
                <a:gd name="connsiteX3" fmla="*/ 0 w 766494"/>
                <a:gd name="connsiteY3" fmla="*/ 103528 h 644925"/>
                <a:gd name="connsiteX4" fmla="*/ 406008 w 766494"/>
                <a:gd name="connsiteY4" fmla="*/ 500684 h 644925"/>
                <a:gd name="connsiteX5" fmla="*/ 108812 w 766494"/>
                <a:gd name="connsiteY5" fmla="*/ 497094 h 644925"/>
                <a:gd name="connsiteX6" fmla="*/ 103022 w 766494"/>
                <a:gd name="connsiteY6" fmla="*/ 644925 h 644925"/>
                <a:gd name="connsiteX0" fmla="*/ 103022 w 766494"/>
                <a:gd name="connsiteY0" fmla="*/ 644925 h 644925"/>
                <a:gd name="connsiteX1" fmla="*/ 766494 w 766494"/>
                <a:gd name="connsiteY1" fmla="*/ 640385 h 644925"/>
                <a:gd name="connsiteX2" fmla="*/ 105334 w 766494"/>
                <a:gd name="connsiteY2" fmla="*/ 0 h 644925"/>
                <a:gd name="connsiteX3" fmla="*/ 0 w 766494"/>
                <a:gd name="connsiteY3" fmla="*/ 103528 h 644925"/>
                <a:gd name="connsiteX4" fmla="*/ 406008 w 766494"/>
                <a:gd name="connsiteY4" fmla="*/ 500684 h 644925"/>
                <a:gd name="connsiteX5" fmla="*/ 102798 w 766494"/>
                <a:gd name="connsiteY5" fmla="*/ 501104 h 644925"/>
                <a:gd name="connsiteX6" fmla="*/ 103022 w 766494"/>
                <a:gd name="connsiteY6" fmla="*/ 644925 h 644925"/>
                <a:gd name="connsiteX0" fmla="*/ 231443 w 894915"/>
                <a:gd name="connsiteY0" fmla="*/ 644925 h 644925"/>
                <a:gd name="connsiteX1" fmla="*/ 894915 w 894915"/>
                <a:gd name="connsiteY1" fmla="*/ 640385 h 644925"/>
                <a:gd name="connsiteX2" fmla="*/ 233755 w 894915"/>
                <a:gd name="connsiteY2" fmla="*/ 0 h 644925"/>
                <a:gd name="connsiteX3" fmla="*/ 128421 w 894915"/>
                <a:gd name="connsiteY3" fmla="*/ 103528 h 644925"/>
                <a:gd name="connsiteX4" fmla="*/ 534429 w 894915"/>
                <a:gd name="connsiteY4" fmla="*/ 500684 h 644925"/>
                <a:gd name="connsiteX5" fmla="*/ 1 w 894915"/>
                <a:gd name="connsiteY5" fmla="*/ 501104 h 644925"/>
                <a:gd name="connsiteX6" fmla="*/ 231443 w 894915"/>
                <a:gd name="connsiteY6" fmla="*/ 644925 h 644925"/>
                <a:gd name="connsiteX0" fmla="*/ 9603 w 894937"/>
                <a:gd name="connsiteY0" fmla="*/ 643589 h 643589"/>
                <a:gd name="connsiteX1" fmla="*/ 894937 w 894937"/>
                <a:gd name="connsiteY1" fmla="*/ 640385 h 643589"/>
                <a:gd name="connsiteX2" fmla="*/ 233777 w 894937"/>
                <a:gd name="connsiteY2" fmla="*/ 0 h 643589"/>
                <a:gd name="connsiteX3" fmla="*/ 128443 w 894937"/>
                <a:gd name="connsiteY3" fmla="*/ 103528 h 643589"/>
                <a:gd name="connsiteX4" fmla="*/ 534451 w 894937"/>
                <a:gd name="connsiteY4" fmla="*/ 500684 h 643589"/>
                <a:gd name="connsiteX5" fmla="*/ 23 w 894937"/>
                <a:gd name="connsiteY5" fmla="*/ 501104 h 643589"/>
                <a:gd name="connsiteX6" fmla="*/ 9603 w 894937"/>
                <a:gd name="connsiteY6" fmla="*/ 643589 h 643589"/>
                <a:gd name="connsiteX0" fmla="*/ 9603 w 894937"/>
                <a:gd name="connsiteY0" fmla="*/ 743026 h 743026"/>
                <a:gd name="connsiteX1" fmla="*/ 894937 w 894937"/>
                <a:gd name="connsiteY1" fmla="*/ 739822 h 743026"/>
                <a:gd name="connsiteX2" fmla="*/ 461519 w 894937"/>
                <a:gd name="connsiteY2" fmla="*/ 0 h 743026"/>
                <a:gd name="connsiteX3" fmla="*/ 128443 w 894937"/>
                <a:gd name="connsiteY3" fmla="*/ 202965 h 743026"/>
                <a:gd name="connsiteX4" fmla="*/ 534451 w 894937"/>
                <a:gd name="connsiteY4" fmla="*/ 600121 h 743026"/>
                <a:gd name="connsiteX5" fmla="*/ 23 w 894937"/>
                <a:gd name="connsiteY5" fmla="*/ 600541 h 743026"/>
                <a:gd name="connsiteX6" fmla="*/ 9603 w 894937"/>
                <a:gd name="connsiteY6" fmla="*/ 743026 h 743026"/>
                <a:gd name="connsiteX0" fmla="*/ 9603 w 894937"/>
                <a:gd name="connsiteY0" fmla="*/ 743026 h 743026"/>
                <a:gd name="connsiteX1" fmla="*/ 894937 w 894937"/>
                <a:gd name="connsiteY1" fmla="*/ 739822 h 743026"/>
                <a:gd name="connsiteX2" fmla="*/ 461519 w 894937"/>
                <a:gd name="connsiteY2" fmla="*/ 0 h 743026"/>
                <a:gd name="connsiteX3" fmla="*/ 343355 w 894937"/>
                <a:gd name="connsiteY3" fmla="*/ 77867 h 743026"/>
                <a:gd name="connsiteX4" fmla="*/ 534451 w 894937"/>
                <a:gd name="connsiteY4" fmla="*/ 600121 h 743026"/>
                <a:gd name="connsiteX5" fmla="*/ 23 w 894937"/>
                <a:gd name="connsiteY5" fmla="*/ 600541 h 743026"/>
                <a:gd name="connsiteX6" fmla="*/ 9603 w 894937"/>
                <a:gd name="connsiteY6" fmla="*/ 743026 h 743026"/>
                <a:gd name="connsiteX0" fmla="*/ 9603 w 894937"/>
                <a:gd name="connsiteY0" fmla="*/ 743026 h 743026"/>
                <a:gd name="connsiteX1" fmla="*/ 894937 w 894937"/>
                <a:gd name="connsiteY1" fmla="*/ 739822 h 743026"/>
                <a:gd name="connsiteX2" fmla="*/ 461519 w 894937"/>
                <a:gd name="connsiteY2" fmla="*/ 0 h 743026"/>
                <a:gd name="connsiteX3" fmla="*/ 343355 w 894937"/>
                <a:gd name="connsiteY3" fmla="*/ 77867 h 743026"/>
                <a:gd name="connsiteX4" fmla="*/ 659549 w 894937"/>
                <a:gd name="connsiteY4" fmla="*/ 600121 h 743026"/>
                <a:gd name="connsiteX5" fmla="*/ 23 w 894937"/>
                <a:gd name="connsiteY5" fmla="*/ 600541 h 743026"/>
                <a:gd name="connsiteX6" fmla="*/ 9603 w 894937"/>
                <a:gd name="connsiteY6" fmla="*/ 743026 h 743026"/>
                <a:gd name="connsiteX0" fmla="*/ 9603 w 894937"/>
                <a:gd name="connsiteY0" fmla="*/ 743026 h 743026"/>
                <a:gd name="connsiteX1" fmla="*/ 894937 w 894937"/>
                <a:gd name="connsiteY1" fmla="*/ 739822 h 743026"/>
                <a:gd name="connsiteX2" fmla="*/ 461519 w 894937"/>
                <a:gd name="connsiteY2" fmla="*/ 0 h 743026"/>
                <a:gd name="connsiteX3" fmla="*/ 343355 w 894937"/>
                <a:gd name="connsiteY3" fmla="*/ 77867 h 743026"/>
                <a:gd name="connsiteX4" fmla="*/ 643511 w 894937"/>
                <a:gd name="connsiteY4" fmla="*/ 600121 h 743026"/>
                <a:gd name="connsiteX5" fmla="*/ 23 w 894937"/>
                <a:gd name="connsiteY5" fmla="*/ 600541 h 743026"/>
                <a:gd name="connsiteX6" fmla="*/ 9603 w 894937"/>
                <a:gd name="connsiteY6" fmla="*/ 743026 h 743026"/>
                <a:gd name="connsiteX0" fmla="*/ 9603 w 894937"/>
                <a:gd name="connsiteY0" fmla="*/ 743026 h 743026"/>
                <a:gd name="connsiteX1" fmla="*/ 894937 w 894937"/>
                <a:gd name="connsiteY1" fmla="*/ 739822 h 743026"/>
                <a:gd name="connsiteX2" fmla="*/ 461519 w 894937"/>
                <a:gd name="connsiteY2" fmla="*/ 0 h 743026"/>
                <a:gd name="connsiteX3" fmla="*/ 343355 w 894937"/>
                <a:gd name="connsiteY3" fmla="*/ 77867 h 743026"/>
                <a:gd name="connsiteX4" fmla="*/ 630680 w 894937"/>
                <a:gd name="connsiteY4" fmla="*/ 600121 h 743026"/>
                <a:gd name="connsiteX5" fmla="*/ 23 w 894937"/>
                <a:gd name="connsiteY5" fmla="*/ 600541 h 743026"/>
                <a:gd name="connsiteX6" fmla="*/ 9603 w 894937"/>
                <a:gd name="connsiteY6" fmla="*/ 743026 h 743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4937" h="743026">
                  <a:moveTo>
                    <a:pt x="9603" y="743026"/>
                  </a:moveTo>
                  <a:lnTo>
                    <a:pt x="894937" y="739822"/>
                  </a:lnTo>
                  <a:lnTo>
                    <a:pt x="461519" y="0"/>
                  </a:lnTo>
                  <a:lnTo>
                    <a:pt x="343355" y="77867"/>
                  </a:lnTo>
                  <a:lnTo>
                    <a:pt x="630680" y="600121"/>
                  </a:lnTo>
                  <a:lnTo>
                    <a:pt x="23" y="600541"/>
                  </a:lnTo>
                  <a:cubicBezTo>
                    <a:pt x="-570" y="648481"/>
                    <a:pt x="10196" y="695086"/>
                    <a:pt x="9603" y="74302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50C8C31A-D7E3-B928-421B-9F9785A6AC8C}"/>
                </a:ext>
              </a:extLst>
            </p:cNvPr>
            <p:cNvSpPr/>
            <p:nvPr/>
          </p:nvSpPr>
          <p:spPr>
            <a:xfrm>
              <a:off x="7867818" y="2778024"/>
              <a:ext cx="1639889" cy="609173"/>
            </a:xfrm>
            <a:custGeom>
              <a:avLst/>
              <a:gdLst>
                <a:gd name="connsiteX0" fmla="*/ 8467 w 1778000"/>
                <a:gd name="connsiteY0" fmla="*/ 762000 h 762000"/>
                <a:gd name="connsiteX1" fmla="*/ 1032933 w 1778000"/>
                <a:gd name="connsiteY1" fmla="*/ 753533 h 762000"/>
                <a:gd name="connsiteX2" fmla="*/ 1778000 w 1778000"/>
                <a:gd name="connsiteY2" fmla="*/ 211667 h 762000"/>
                <a:gd name="connsiteX3" fmla="*/ 1634067 w 1778000"/>
                <a:gd name="connsiteY3" fmla="*/ 0 h 762000"/>
                <a:gd name="connsiteX4" fmla="*/ 973667 w 1778000"/>
                <a:gd name="connsiteY4" fmla="*/ 524933 h 762000"/>
                <a:gd name="connsiteX5" fmla="*/ 0 w 1778000"/>
                <a:gd name="connsiteY5" fmla="*/ 550333 h 762000"/>
                <a:gd name="connsiteX6" fmla="*/ 8467 w 1778000"/>
                <a:gd name="connsiteY6" fmla="*/ 762000 h 762000"/>
                <a:gd name="connsiteX0" fmla="*/ 29634 w 1799167"/>
                <a:gd name="connsiteY0" fmla="*/ 762000 h 762000"/>
                <a:gd name="connsiteX1" fmla="*/ 1054100 w 1799167"/>
                <a:gd name="connsiteY1" fmla="*/ 753533 h 762000"/>
                <a:gd name="connsiteX2" fmla="*/ 1799167 w 1799167"/>
                <a:gd name="connsiteY2" fmla="*/ 211667 h 762000"/>
                <a:gd name="connsiteX3" fmla="*/ 1655234 w 1799167"/>
                <a:gd name="connsiteY3" fmla="*/ 0 h 762000"/>
                <a:gd name="connsiteX4" fmla="*/ 994834 w 1799167"/>
                <a:gd name="connsiteY4" fmla="*/ 524933 h 762000"/>
                <a:gd name="connsiteX5" fmla="*/ 0 w 1799167"/>
                <a:gd name="connsiteY5" fmla="*/ 601133 h 762000"/>
                <a:gd name="connsiteX6" fmla="*/ 29634 w 1799167"/>
                <a:gd name="connsiteY6" fmla="*/ 762000 h 762000"/>
                <a:gd name="connsiteX0" fmla="*/ 4234 w 1773767"/>
                <a:gd name="connsiteY0" fmla="*/ 762000 h 762000"/>
                <a:gd name="connsiteX1" fmla="*/ 1028700 w 1773767"/>
                <a:gd name="connsiteY1" fmla="*/ 753533 h 762000"/>
                <a:gd name="connsiteX2" fmla="*/ 1773767 w 1773767"/>
                <a:gd name="connsiteY2" fmla="*/ 211667 h 762000"/>
                <a:gd name="connsiteX3" fmla="*/ 1629834 w 1773767"/>
                <a:gd name="connsiteY3" fmla="*/ 0 h 762000"/>
                <a:gd name="connsiteX4" fmla="*/ 969434 w 1773767"/>
                <a:gd name="connsiteY4" fmla="*/ 524933 h 762000"/>
                <a:gd name="connsiteX5" fmla="*/ 0 w 1773767"/>
                <a:gd name="connsiteY5" fmla="*/ 620183 h 762000"/>
                <a:gd name="connsiteX6" fmla="*/ 4234 w 1773767"/>
                <a:gd name="connsiteY6" fmla="*/ 762000 h 762000"/>
                <a:gd name="connsiteX0" fmla="*/ 4234 w 1773767"/>
                <a:gd name="connsiteY0" fmla="*/ 762000 h 764645"/>
                <a:gd name="connsiteX1" fmla="*/ 1098550 w 1773767"/>
                <a:gd name="connsiteY1" fmla="*/ 764645 h 764645"/>
                <a:gd name="connsiteX2" fmla="*/ 1773767 w 1773767"/>
                <a:gd name="connsiteY2" fmla="*/ 211667 h 764645"/>
                <a:gd name="connsiteX3" fmla="*/ 1629834 w 1773767"/>
                <a:gd name="connsiteY3" fmla="*/ 0 h 764645"/>
                <a:gd name="connsiteX4" fmla="*/ 969434 w 1773767"/>
                <a:gd name="connsiteY4" fmla="*/ 524933 h 764645"/>
                <a:gd name="connsiteX5" fmla="*/ 0 w 1773767"/>
                <a:gd name="connsiteY5" fmla="*/ 620183 h 764645"/>
                <a:gd name="connsiteX6" fmla="*/ 4234 w 1773767"/>
                <a:gd name="connsiteY6" fmla="*/ 762000 h 764645"/>
                <a:gd name="connsiteX0" fmla="*/ 4234 w 1773767"/>
                <a:gd name="connsiteY0" fmla="*/ 762000 h 764645"/>
                <a:gd name="connsiteX1" fmla="*/ 1098550 w 1773767"/>
                <a:gd name="connsiteY1" fmla="*/ 764645 h 764645"/>
                <a:gd name="connsiteX2" fmla="*/ 1773767 w 1773767"/>
                <a:gd name="connsiteY2" fmla="*/ 211667 h 764645"/>
                <a:gd name="connsiteX3" fmla="*/ 1629834 w 1773767"/>
                <a:gd name="connsiteY3" fmla="*/ 0 h 764645"/>
                <a:gd name="connsiteX4" fmla="*/ 1083734 w 1773767"/>
                <a:gd name="connsiteY4" fmla="*/ 609071 h 764645"/>
                <a:gd name="connsiteX5" fmla="*/ 0 w 1773767"/>
                <a:gd name="connsiteY5" fmla="*/ 620183 h 764645"/>
                <a:gd name="connsiteX6" fmla="*/ 4234 w 1773767"/>
                <a:gd name="connsiteY6" fmla="*/ 762000 h 764645"/>
                <a:gd name="connsiteX0" fmla="*/ 4234 w 1773767"/>
                <a:gd name="connsiteY0" fmla="*/ 782637 h 785282"/>
                <a:gd name="connsiteX1" fmla="*/ 1098550 w 1773767"/>
                <a:gd name="connsiteY1" fmla="*/ 785282 h 785282"/>
                <a:gd name="connsiteX2" fmla="*/ 1773767 w 1773767"/>
                <a:gd name="connsiteY2" fmla="*/ 232304 h 785282"/>
                <a:gd name="connsiteX3" fmla="*/ 1601259 w 1773767"/>
                <a:gd name="connsiteY3" fmla="*/ 0 h 785282"/>
                <a:gd name="connsiteX4" fmla="*/ 1083734 w 1773767"/>
                <a:gd name="connsiteY4" fmla="*/ 629708 h 785282"/>
                <a:gd name="connsiteX5" fmla="*/ 0 w 1773767"/>
                <a:gd name="connsiteY5" fmla="*/ 640820 h 785282"/>
                <a:gd name="connsiteX6" fmla="*/ 4234 w 1773767"/>
                <a:gd name="connsiteY6" fmla="*/ 782637 h 785282"/>
                <a:gd name="connsiteX0" fmla="*/ 4234 w 1716617"/>
                <a:gd name="connsiteY0" fmla="*/ 782637 h 785282"/>
                <a:gd name="connsiteX1" fmla="*/ 1098550 w 1716617"/>
                <a:gd name="connsiteY1" fmla="*/ 785282 h 785282"/>
                <a:gd name="connsiteX2" fmla="*/ 1716617 w 1716617"/>
                <a:gd name="connsiteY2" fmla="*/ 98954 h 785282"/>
                <a:gd name="connsiteX3" fmla="*/ 1601259 w 1716617"/>
                <a:gd name="connsiteY3" fmla="*/ 0 h 785282"/>
                <a:gd name="connsiteX4" fmla="*/ 1083734 w 1716617"/>
                <a:gd name="connsiteY4" fmla="*/ 629708 h 785282"/>
                <a:gd name="connsiteX5" fmla="*/ 0 w 1716617"/>
                <a:gd name="connsiteY5" fmla="*/ 640820 h 785282"/>
                <a:gd name="connsiteX6" fmla="*/ 4234 w 1716617"/>
                <a:gd name="connsiteY6" fmla="*/ 782637 h 785282"/>
                <a:gd name="connsiteX0" fmla="*/ 4234 w 1716617"/>
                <a:gd name="connsiteY0" fmla="*/ 782637 h 782637"/>
                <a:gd name="connsiteX1" fmla="*/ 1158875 w 1716617"/>
                <a:gd name="connsiteY1" fmla="*/ 782107 h 782637"/>
                <a:gd name="connsiteX2" fmla="*/ 1716617 w 1716617"/>
                <a:gd name="connsiteY2" fmla="*/ 98954 h 782637"/>
                <a:gd name="connsiteX3" fmla="*/ 1601259 w 1716617"/>
                <a:gd name="connsiteY3" fmla="*/ 0 h 782637"/>
                <a:gd name="connsiteX4" fmla="*/ 1083734 w 1716617"/>
                <a:gd name="connsiteY4" fmla="*/ 629708 h 782637"/>
                <a:gd name="connsiteX5" fmla="*/ 0 w 1716617"/>
                <a:gd name="connsiteY5" fmla="*/ 640820 h 782637"/>
                <a:gd name="connsiteX6" fmla="*/ 4234 w 1716617"/>
                <a:gd name="connsiteY6" fmla="*/ 782637 h 782637"/>
                <a:gd name="connsiteX0" fmla="*/ 7409 w 1716617"/>
                <a:gd name="connsiteY0" fmla="*/ 731837 h 782107"/>
                <a:gd name="connsiteX1" fmla="*/ 1158875 w 1716617"/>
                <a:gd name="connsiteY1" fmla="*/ 782107 h 782107"/>
                <a:gd name="connsiteX2" fmla="*/ 1716617 w 1716617"/>
                <a:gd name="connsiteY2" fmla="*/ 98954 h 782107"/>
                <a:gd name="connsiteX3" fmla="*/ 1601259 w 1716617"/>
                <a:gd name="connsiteY3" fmla="*/ 0 h 782107"/>
                <a:gd name="connsiteX4" fmla="*/ 1083734 w 1716617"/>
                <a:gd name="connsiteY4" fmla="*/ 629708 h 782107"/>
                <a:gd name="connsiteX5" fmla="*/ 0 w 1716617"/>
                <a:gd name="connsiteY5" fmla="*/ 640820 h 782107"/>
                <a:gd name="connsiteX6" fmla="*/ 7409 w 1716617"/>
                <a:gd name="connsiteY6" fmla="*/ 731837 h 782107"/>
                <a:gd name="connsiteX0" fmla="*/ 7409 w 1716617"/>
                <a:gd name="connsiteY0" fmla="*/ 731837 h 731837"/>
                <a:gd name="connsiteX1" fmla="*/ 1158875 w 1716617"/>
                <a:gd name="connsiteY1" fmla="*/ 709082 h 731837"/>
                <a:gd name="connsiteX2" fmla="*/ 1716617 w 1716617"/>
                <a:gd name="connsiteY2" fmla="*/ 98954 h 731837"/>
                <a:gd name="connsiteX3" fmla="*/ 1601259 w 1716617"/>
                <a:gd name="connsiteY3" fmla="*/ 0 h 731837"/>
                <a:gd name="connsiteX4" fmla="*/ 1083734 w 1716617"/>
                <a:gd name="connsiteY4" fmla="*/ 629708 h 731837"/>
                <a:gd name="connsiteX5" fmla="*/ 0 w 1716617"/>
                <a:gd name="connsiteY5" fmla="*/ 640820 h 731837"/>
                <a:gd name="connsiteX6" fmla="*/ 7409 w 1716617"/>
                <a:gd name="connsiteY6" fmla="*/ 731837 h 731837"/>
                <a:gd name="connsiteX0" fmla="*/ 0 w 1721908"/>
                <a:gd name="connsiteY0" fmla="*/ 709612 h 709612"/>
                <a:gd name="connsiteX1" fmla="*/ 1164166 w 1721908"/>
                <a:gd name="connsiteY1" fmla="*/ 709082 h 709612"/>
                <a:gd name="connsiteX2" fmla="*/ 1721908 w 1721908"/>
                <a:gd name="connsiteY2" fmla="*/ 98954 h 709612"/>
                <a:gd name="connsiteX3" fmla="*/ 1606550 w 1721908"/>
                <a:gd name="connsiteY3" fmla="*/ 0 h 709612"/>
                <a:gd name="connsiteX4" fmla="*/ 1089025 w 1721908"/>
                <a:gd name="connsiteY4" fmla="*/ 629708 h 709612"/>
                <a:gd name="connsiteX5" fmla="*/ 5291 w 1721908"/>
                <a:gd name="connsiteY5" fmla="*/ 640820 h 709612"/>
                <a:gd name="connsiteX6" fmla="*/ 0 w 1721908"/>
                <a:gd name="connsiteY6" fmla="*/ 709612 h 709612"/>
                <a:gd name="connsiteX0" fmla="*/ 1059 w 1716617"/>
                <a:gd name="connsiteY0" fmla="*/ 706437 h 709082"/>
                <a:gd name="connsiteX1" fmla="*/ 1158875 w 1716617"/>
                <a:gd name="connsiteY1" fmla="*/ 709082 h 709082"/>
                <a:gd name="connsiteX2" fmla="*/ 1716617 w 1716617"/>
                <a:gd name="connsiteY2" fmla="*/ 98954 h 709082"/>
                <a:gd name="connsiteX3" fmla="*/ 1601259 w 1716617"/>
                <a:gd name="connsiteY3" fmla="*/ 0 h 709082"/>
                <a:gd name="connsiteX4" fmla="*/ 1083734 w 1716617"/>
                <a:gd name="connsiteY4" fmla="*/ 629708 h 709082"/>
                <a:gd name="connsiteX5" fmla="*/ 0 w 1716617"/>
                <a:gd name="connsiteY5" fmla="*/ 640820 h 709082"/>
                <a:gd name="connsiteX6" fmla="*/ 1059 w 1716617"/>
                <a:gd name="connsiteY6" fmla="*/ 706437 h 709082"/>
                <a:gd name="connsiteX0" fmla="*/ 1059 w 1716617"/>
                <a:gd name="connsiteY0" fmla="*/ 706437 h 706437"/>
                <a:gd name="connsiteX1" fmla="*/ 1141412 w 1716617"/>
                <a:gd name="connsiteY1" fmla="*/ 691619 h 706437"/>
                <a:gd name="connsiteX2" fmla="*/ 1716617 w 1716617"/>
                <a:gd name="connsiteY2" fmla="*/ 98954 h 706437"/>
                <a:gd name="connsiteX3" fmla="*/ 1601259 w 1716617"/>
                <a:gd name="connsiteY3" fmla="*/ 0 h 706437"/>
                <a:gd name="connsiteX4" fmla="*/ 1083734 w 1716617"/>
                <a:gd name="connsiteY4" fmla="*/ 629708 h 706437"/>
                <a:gd name="connsiteX5" fmla="*/ 0 w 1716617"/>
                <a:gd name="connsiteY5" fmla="*/ 640820 h 706437"/>
                <a:gd name="connsiteX6" fmla="*/ 1059 w 1716617"/>
                <a:gd name="connsiteY6" fmla="*/ 706437 h 706437"/>
                <a:gd name="connsiteX0" fmla="*/ 1059 w 1654704"/>
                <a:gd name="connsiteY0" fmla="*/ 706437 h 706437"/>
                <a:gd name="connsiteX1" fmla="*/ 1141412 w 1654704"/>
                <a:gd name="connsiteY1" fmla="*/ 691619 h 706437"/>
                <a:gd name="connsiteX2" fmla="*/ 1654704 w 1654704"/>
                <a:gd name="connsiteY2" fmla="*/ 46566 h 706437"/>
                <a:gd name="connsiteX3" fmla="*/ 1601259 w 1654704"/>
                <a:gd name="connsiteY3" fmla="*/ 0 h 706437"/>
                <a:gd name="connsiteX4" fmla="*/ 1083734 w 1654704"/>
                <a:gd name="connsiteY4" fmla="*/ 629708 h 706437"/>
                <a:gd name="connsiteX5" fmla="*/ 0 w 1654704"/>
                <a:gd name="connsiteY5" fmla="*/ 640820 h 706437"/>
                <a:gd name="connsiteX6" fmla="*/ 1059 w 1654704"/>
                <a:gd name="connsiteY6" fmla="*/ 706437 h 706437"/>
                <a:gd name="connsiteX0" fmla="*/ 1059 w 1642004"/>
                <a:gd name="connsiteY0" fmla="*/ 706437 h 706437"/>
                <a:gd name="connsiteX1" fmla="*/ 1141412 w 1642004"/>
                <a:gd name="connsiteY1" fmla="*/ 691619 h 706437"/>
                <a:gd name="connsiteX2" fmla="*/ 1642004 w 1642004"/>
                <a:gd name="connsiteY2" fmla="*/ 38629 h 706437"/>
                <a:gd name="connsiteX3" fmla="*/ 1601259 w 1642004"/>
                <a:gd name="connsiteY3" fmla="*/ 0 h 706437"/>
                <a:gd name="connsiteX4" fmla="*/ 1083734 w 1642004"/>
                <a:gd name="connsiteY4" fmla="*/ 629708 h 706437"/>
                <a:gd name="connsiteX5" fmla="*/ 0 w 1642004"/>
                <a:gd name="connsiteY5" fmla="*/ 640820 h 706437"/>
                <a:gd name="connsiteX6" fmla="*/ 1059 w 1642004"/>
                <a:gd name="connsiteY6" fmla="*/ 706437 h 706437"/>
                <a:gd name="connsiteX0" fmla="*/ 1059 w 1642004"/>
                <a:gd name="connsiteY0" fmla="*/ 706437 h 706437"/>
                <a:gd name="connsiteX1" fmla="*/ 1122362 w 1642004"/>
                <a:gd name="connsiteY1" fmla="*/ 685269 h 706437"/>
                <a:gd name="connsiteX2" fmla="*/ 1642004 w 1642004"/>
                <a:gd name="connsiteY2" fmla="*/ 38629 h 706437"/>
                <a:gd name="connsiteX3" fmla="*/ 1601259 w 1642004"/>
                <a:gd name="connsiteY3" fmla="*/ 0 h 706437"/>
                <a:gd name="connsiteX4" fmla="*/ 1083734 w 1642004"/>
                <a:gd name="connsiteY4" fmla="*/ 629708 h 706437"/>
                <a:gd name="connsiteX5" fmla="*/ 0 w 1642004"/>
                <a:gd name="connsiteY5" fmla="*/ 640820 h 706437"/>
                <a:gd name="connsiteX6" fmla="*/ 1059 w 1642004"/>
                <a:gd name="connsiteY6" fmla="*/ 706437 h 706437"/>
                <a:gd name="connsiteX0" fmla="*/ 1059 w 1642004"/>
                <a:gd name="connsiteY0" fmla="*/ 706437 h 706437"/>
                <a:gd name="connsiteX1" fmla="*/ 1112837 w 1642004"/>
                <a:gd name="connsiteY1" fmla="*/ 691619 h 706437"/>
                <a:gd name="connsiteX2" fmla="*/ 1642004 w 1642004"/>
                <a:gd name="connsiteY2" fmla="*/ 38629 h 706437"/>
                <a:gd name="connsiteX3" fmla="*/ 1601259 w 1642004"/>
                <a:gd name="connsiteY3" fmla="*/ 0 h 706437"/>
                <a:gd name="connsiteX4" fmla="*/ 1083734 w 1642004"/>
                <a:gd name="connsiteY4" fmla="*/ 629708 h 706437"/>
                <a:gd name="connsiteX5" fmla="*/ 0 w 1642004"/>
                <a:gd name="connsiteY5" fmla="*/ 640820 h 706437"/>
                <a:gd name="connsiteX6" fmla="*/ 1059 w 1642004"/>
                <a:gd name="connsiteY6" fmla="*/ 706437 h 706437"/>
                <a:gd name="connsiteX0" fmla="*/ 1059 w 1642004"/>
                <a:gd name="connsiteY0" fmla="*/ 706437 h 706437"/>
                <a:gd name="connsiteX1" fmla="*/ 1112837 w 1642004"/>
                <a:gd name="connsiteY1" fmla="*/ 691619 h 706437"/>
                <a:gd name="connsiteX2" fmla="*/ 1642004 w 1642004"/>
                <a:gd name="connsiteY2" fmla="*/ 38629 h 706437"/>
                <a:gd name="connsiteX3" fmla="*/ 1601259 w 1642004"/>
                <a:gd name="connsiteY3" fmla="*/ 0 h 706437"/>
                <a:gd name="connsiteX4" fmla="*/ 1083734 w 1642004"/>
                <a:gd name="connsiteY4" fmla="*/ 629708 h 706437"/>
                <a:gd name="connsiteX5" fmla="*/ 0 w 1642004"/>
                <a:gd name="connsiteY5" fmla="*/ 640820 h 706437"/>
                <a:gd name="connsiteX6" fmla="*/ 1059 w 1642004"/>
                <a:gd name="connsiteY6" fmla="*/ 706437 h 706437"/>
                <a:gd name="connsiteX0" fmla="*/ 1059 w 1642004"/>
                <a:gd name="connsiteY0" fmla="*/ 706437 h 706437"/>
                <a:gd name="connsiteX1" fmla="*/ 1111250 w 1642004"/>
                <a:gd name="connsiteY1" fmla="*/ 693206 h 706437"/>
                <a:gd name="connsiteX2" fmla="*/ 1642004 w 1642004"/>
                <a:gd name="connsiteY2" fmla="*/ 38629 h 706437"/>
                <a:gd name="connsiteX3" fmla="*/ 1601259 w 1642004"/>
                <a:gd name="connsiteY3" fmla="*/ 0 h 706437"/>
                <a:gd name="connsiteX4" fmla="*/ 1083734 w 1642004"/>
                <a:gd name="connsiteY4" fmla="*/ 629708 h 706437"/>
                <a:gd name="connsiteX5" fmla="*/ 0 w 1642004"/>
                <a:gd name="connsiteY5" fmla="*/ 640820 h 706437"/>
                <a:gd name="connsiteX6" fmla="*/ 1059 w 1642004"/>
                <a:gd name="connsiteY6" fmla="*/ 706437 h 706437"/>
                <a:gd name="connsiteX0" fmla="*/ 1059 w 1642004"/>
                <a:gd name="connsiteY0" fmla="*/ 706437 h 706437"/>
                <a:gd name="connsiteX1" fmla="*/ 1090613 w 1642004"/>
                <a:gd name="connsiteY1" fmla="*/ 701144 h 706437"/>
                <a:gd name="connsiteX2" fmla="*/ 1642004 w 1642004"/>
                <a:gd name="connsiteY2" fmla="*/ 38629 h 706437"/>
                <a:gd name="connsiteX3" fmla="*/ 1601259 w 1642004"/>
                <a:gd name="connsiteY3" fmla="*/ 0 h 706437"/>
                <a:gd name="connsiteX4" fmla="*/ 1083734 w 1642004"/>
                <a:gd name="connsiteY4" fmla="*/ 629708 h 706437"/>
                <a:gd name="connsiteX5" fmla="*/ 0 w 1642004"/>
                <a:gd name="connsiteY5" fmla="*/ 640820 h 706437"/>
                <a:gd name="connsiteX6" fmla="*/ 1059 w 1642004"/>
                <a:gd name="connsiteY6" fmla="*/ 706437 h 706437"/>
                <a:gd name="connsiteX0" fmla="*/ 1059 w 1642004"/>
                <a:gd name="connsiteY0" fmla="*/ 706437 h 706437"/>
                <a:gd name="connsiteX1" fmla="*/ 1084263 w 1642004"/>
                <a:gd name="connsiteY1" fmla="*/ 704319 h 706437"/>
                <a:gd name="connsiteX2" fmla="*/ 1642004 w 1642004"/>
                <a:gd name="connsiteY2" fmla="*/ 38629 h 706437"/>
                <a:gd name="connsiteX3" fmla="*/ 1601259 w 1642004"/>
                <a:gd name="connsiteY3" fmla="*/ 0 h 706437"/>
                <a:gd name="connsiteX4" fmla="*/ 1083734 w 1642004"/>
                <a:gd name="connsiteY4" fmla="*/ 629708 h 706437"/>
                <a:gd name="connsiteX5" fmla="*/ 0 w 1642004"/>
                <a:gd name="connsiteY5" fmla="*/ 640820 h 706437"/>
                <a:gd name="connsiteX6" fmla="*/ 1059 w 1642004"/>
                <a:gd name="connsiteY6" fmla="*/ 706437 h 706437"/>
                <a:gd name="connsiteX0" fmla="*/ 1059 w 1642004"/>
                <a:gd name="connsiteY0" fmla="*/ 706437 h 706437"/>
                <a:gd name="connsiteX1" fmla="*/ 1084263 w 1642004"/>
                <a:gd name="connsiteY1" fmla="*/ 704319 h 706437"/>
                <a:gd name="connsiteX2" fmla="*/ 1642004 w 1642004"/>
                <a:gd name="connsiteY2" fmla="*/ 38629 h 706437"/>
                <a:gd name="connsiteX3" fmla="*/ 1601259 w 1642004"/>
                <a:gd name="connsiteY3" fmla="*/ 0 h 706437"/>
                <a:gd name="connsiteX4" fmla="*/ 1053572 w 1642004"/>
                <a:gd name="connsiteY4" fmla="*/ 640820 h 706437"/>
                <a:gd name="connsiteX5" fmla="*/ 0 w 1642004"/>
                <a:gd name="connsiteY5" fmla="*/ 640820 h 706437"/>
                <a:gd name="connsiteX6" fmla="*/ 1059 w 1642004"/>
                <a:gd name="connsiteY6" fmla="*/ 706437 h 706437"/>
                <a:gd name="connsiteX0" fmla="*/ 1059 w 1642004"/>
                <a:gd name="connsiteY0" fmla="*/ 706437 h 706437"/>
                <a:gd name="connsiteX1" fmla="*/ 1096963 w 1642004"/>
                <a:gd name="connsiteY1" fmla="*/ 701144 h 706437"/>
                <a:gd name="connsiteX2" fmla="*/ 1642004 w 1642004"/>
                <a:gd name="connsiteY2" fmla="*/ 38629 h 706437"/>
                <a:gd name="connsiteX3" fmla="*/ 1601259 w 1642004"/>
                <a:gd name="connsiteY3" fmla="*/ 0 h 706437"/>
                <a:gd name="connsiteX4" fmla="*/ 1053572 w 1642004"/>
                <a:gd name="connsiteY4" fmla="*/ 640820 h 706437"/>
                <a:gd name="connsiteX5" fmla="*/ 0 w 1642004"/>
                <a:gd name="connsiteY5" fmla="*/ 640820 h 706437"/>
                <a:gd name="connsiteX6" fmla="*/ 1059 w 1642004"/>
                <a:gd name="connsiteY6" fmla="*/ 706437 h 706437"/>
                <a:gd name="connsiteX0" fmla="*/ 1059 w 1645179"/>
                <a:gd name="connsiteY0" fmla="*/ 706437 h 706437"/>
                <a:gd name="connsiteX1" fmla="*/ 1096963 w 1645179"/>
                <a:gd name="connsiteY1" fmla="*/ 701144 h 706437"/>
                <a:gd name="connsiteX2" fmla="*/ 1645179 w 1645179"/>
                <a:gd name="connsiteY2" fmla="*/ 52916 h 706437"/>
                <a:gd name="connsiteX3" fmla="*/ 1601259 w 1645179"/>
                <a:gd name="connsiteY3" fmla="*/ 0 h 706437"/>
                <a:gd name="connsiteX4" fmla="*/ 1053572 w 1645179"/>
                <a:gd name="connsiteY4" fmla="*/ 640820 h 706437"/>
                <a:gd name="connsiteX5" fmla="*/ 0 w 1645179"/>
                <a:gd name="connsiteY5" fmla="*/ 640820 h 706437"/>
                <a:gd name="connsiteX6" fmla="*/ 1059 w 1645179"/>
                <a:gd name="connsiteY6" fmla="*/ 706437 h 706437"/>
                <a:gd name="connsiteX0" fmla="*/ 1059 w 1645179"/>
                <a:gd name="connsiteY0" fmla="*/ 717550 h 717550"/>
                <a:gd name="connsiteX1" fmla="*/ 1096963 w 1645179"/>
                <a:gd name="connsiteY1" fmla="*/ 712257 h 717550"/>
                <a:gd name="connsiteX2" fmla="*/ 1645179 w 1645179"/>
                <a:gd name="connsiteY2" fmla="*/ 64029 h 717550"/>
                <a:gd name="connsiteX3" fmla="*/ 1575859 w 1645179"/>
                <a:gd name="connsiteY3" fmla="*/ 0 h 717550"/>
                <a:gd name="connsiteX4" fmla="*/ 1053572 w 1645179"/>
                <a:gd name="connsiteY4" fmla="*/ 651933 h 717550"/>
                <a:gd name="connsiteX5" fmla="*/ 0 w 1645179"/>
                <a:gd name="connsiteY5" fmla="*/ 651933 h 717550"/>
                <a:gd name="connsiteX6" fmla="*/ 1059 w 1645179"/>
                <a:gd name="connsiteY6" fmla="*/ 717550 h 717550"/>
                <a:gd name="connsiteX0" fmla="*/ 1059 w 1624541"/>
                <a:gd name="connsiteY0" fmla="*/ 717550 h 717550"/>
                <a:gd name="connsiteX1" fmla="*/ 1096963 w 1624541"/>
                <a:gd name="connsiteY1" fmla="*/ 712257 h 717550"/>
                <a:gd name="connsiteX2" fmla="*/ 1624541 w 1624541"/>
                <a:gd name="connsiteY2" fmla="*/ 49742 h 717550"/>
                <a:gd name="connsiteX3" fmla="*/ 1575859 w 1624541"/>
                <a:gd name="connsiteY3" fmla="*/ 0 h 717550"/>
                <a:gd name="connsiteX4" fmla="*/ 1053572 w 1624541"/>
                <a:gd name="connsiteY4" fmla="*/ 651933 h 717550"/>
                <a:gd name="connsiteX5" fmla="*/ 0 w 1624541"/>
                <a:gd name="connsiteY5" fmla="*/ 651933 h 717550"/>
                <a:gd name="connsiteX6" fmla="*/ 1059 w 1624541"/>
                <a:gd name="connsiteY6" fmla="*/ 717550 h 717550"/>
                <a:gd name="connsiteX0" fmla="*/ 1059 w 1624541"/>
                <a:gd name="connsiteY0" fmla="*/ 717550 h 717550"/>
                <a:gd name="connsiteX1" fmla="*/ 1096963 w 1624541"/>
                <a:gd name="connsiteY1" fmla="*/ 712257 h 717550"/>
                <a:gd name="connsiteX2" fmla="*/ 1624541 w 1624541"/>
                <a:gd name="connsiteY2" fmla="*/ 46567 h 717550"/>
                <a:gd name="connsiteX3" fmla="*/ 1575859 w 1624541"/>
                <a:gd name="connsiteY3" fmla="*/ 0 h 717550"/>
                <a:gd name="connsiteX4" fmla="*/ 1053572 w 1624541"/>
                <a:gd name="connsiteY4" fmla="*/ 651933 h 717550"/>
                <a:gd name="connsiteX5" fmla="*/ 0 w 1624541"/>
                <a:gd name="connsiteY5" fmla="*/ 651933 h 717550"/>
                <a:gd name="connsiteX6" fmla="*/ 1059 w 1624541"/>
                <a:gd name="connsiteY6" fmla="*/ 717550 h 717550"/>
                <a:gd name="connsiteX0" fmla="*/ 1059 w 1624541"/>
                <a:gd name="connsiteY0" fmla="*/ 802217 h 802217"/>
                <a:gd name="connsiteX1" fmla="*/ 1096963 w 1624541"/>
                <a:gd name="connsiteY1" fmla="*/ 712257 h 802217"/>
                <a:gd name="connsiteX2" fmla="*/ 1624541 w 1624541"/>
                <a:gd name="connsiteY2" fmla="*/ 46567 h 802217"/>
                <a:gd name="connsiteX3" fmla="*/ 1575859 w 1624541"/>
                <a:gd name="connsiteY3" fmla="*/ 0 h 802217"/>
                <a:gd name="connsiteX4" fmla="*/ 1053572 w 1624541"/>
                <a:gd name="connsiteY4" fmla="*/ 651933 h 802217"/>
                <a:gd name="connsiteX5" fmla="*/ 0 w 1624541"/>
                <a:gd name="connsiteY5" fmla="*/ 651933 h 802217"/>
                <a:gd name="connsiteX6" fmla="*/ 1059 w 1624541"/>
                <a:gd name="connsiteY6" fmla="*/ 802217 h 802217"/>
                <a:gd name="connsiteX0" fmla="*/ 1059 w 1624541"/>
                <a:gd name="connsiteY0" fmla="*/ 802217 h 807507"/>
                <a:gd name="connsiteX1" fmla="*/ 997480 w 1624541"/>
                <a:gd name="connsiteY1" fmla="*/ 807507 h 807507"/>
                <a:gd name="connsiteX2" fmla="*/ 1624541 w 1624541"/>
                <a:gd name="connsiteY2" fmla="*/ 46567 h 807507"/>
                <a:gd name="connsiteX3" fmla="*/ 1575859 w 1624541"/>
                <a:gd name="connsiteY3" fmla="*/ 0 h 807507"/>
                <a:gd name="connsiteX4" fmla="*/ 1053572 w 1624541"/>
                <a:gd name="connsiteY4" fmla="*/ 651933 h 807507"/>
                <a:gd name="connsiteX5" fmla="*/ 0 w 1624541"/>
                <a:gd name="connsiteY5" fmla="*/ 651933 h 807507"/>
                <a:gd name="connsiteX6" fmla="*/ 1059 w 1624541"/>
                <a:gd name="connsiteY6" fmla="*/ 802217 h 807507"/>
                <a:gd name="connsiteX0" fmla="*/ 1059 w 1624541"/>
                <a:gd name="connsiteY0" fmla="*/ 802217 h 803273"/>
                <a:gd name="connsiteX1" fmla="*/ 997480 w 1624541"/>
                <a:gd name="connsiteY1" fmla="*/ 803273 h 803273"/>
                <a:gd name="connsiteX2" fmla="*/ 1624541 w 1624541"/>
                <a:gd name="connsiteY2" fmla="*/ 46567 h 803273"/>
                <a:gd name="connsiteX3" fmla="*/ 1575859 w 1624541"/>
                <a:gd name="connsiteY3" fmla="*/ 0 h 803273"/>
                <a:gd name="connsiteX4" fmla="*/ 1053572 w 1624541"/>
                <a:gd name="connsiteY4" fmla="*/ 651933 h 803273"/>
                <a:gd name="connsiteX5" fmla="*/ 0 w 1624541"/>
                <a:gd name="connsiteY5" fmla="*/ 651933 h 803273"/>
                <a:gd name="connsiteX6" fmla="*/ 1059 w 1624541"/>
                <a:gd name="connsiteY6" fmla="*/ 802217 h 803273"/>
                <a:gd name="connsiteX0" fmla="*/ 1059 w 1624541"/>
                <a:gd name="connsiteY0" fmla="*/ 802217 h 802217"/>
                <a:gd name="connsiteX1" fmla="*/ 1008064 w 1624541"/>
                <a:gd name="connsiteY1" fmla="*/ 799040 h 802217"/>
                <a:gd name="connsiteX2" fmla="*/ 1624541 w 1624541"/>
                <a:gd name="connsiteY2" fmla="*/ 46567 h 802217"/>
                <a:gd name="connsiteX3" fmla="*/ 1575859 w 1624541"/>
                <a:gd name="connsiteY3" fmla="*/ 0 h 802217"/>
                <a:gd name="connsiteX4" fmla="*/ 1053572 w 1624541"/>
                <a:gd name="connsiteY4" fmla="*/ 651933 h 802217"/>
                <a:gd name="connsiteX5" fmla="*/ 0 w 1624541"/>
                <a:gd name="connsiteY5" fmla="*/ 651933 h 802217"/>
                <a:gd name="connsiteX6" fmla="*/ 1059 w 1624541"/>
                <a:gd name="connsiteY6" fmla="*/ 802217 h 802217"/>
                <a:gd name="connsiteX0" fmla="*/ 1059 w 1624541"/>
                <a:gd name="connsiteY0" fmla="*/ 802217 h 802217"/>
                <a:gd name="connsiteX1" fmla="*/ 1022881 w 1624541"/>
                <a:gd name="connsiteY1" fmla="*/ 799040 h 802217"/>
                <a:gd name="connsiteX2" fmla="*/ 1624541 w 1624541"/>
                <a:gd name="connsiteY2" fmla="*/ 46567 h 802217"/>
                <a:gd name="connsiteX3" fmla="*/ 1575859 w 1624541"/>
                <a:gd name="connsiteY3" fmla="*/ 0 h 802217"/>
                <a:gd name="connsiteX4" fmla="*/ 1053572 w 1624541"/>
                <a:gd name="connsiteY4" fmla="*/ 651933 h 802217"/>
                <a:gd name="connsiteX5" fmla="*/ 0 w 1624541"/>
                <a:gd name="connsiteY5" fmla="*/ 651933 h 802217"/>
                <a:gd name="connsiteX6" fmla="*/ 1059 w 1624541"/>
                <a:gd name="connsiteY6" fmla="*/ 802217 h 802217"/>
                <a:gd name="connsiteX0" fmla="*/ 1059 w 1624541"/>
                <a:gd name="connsiteY0" fmla="*/ 795867 h 799040"/>
                <a:gd name="connsiteX1" fmla="*/ 1022881 w 1624541"/>
                <a:gd name="connsiteY1" fmla="*/ 799040 h 799040"/>
                <a:gd name="connsiteX2" fmla="*/ 1624541 w 1624541"/>
                <a:gd name="connsiteY2" fmla="*/ 46567 h 799040"/>
                <a:gd name="connsiteX3" fmla="*/ 1575859 w 1624541"/>
                <a:gd name="connsiteY3" fmla="*/ 0 h 799040"/>
                <a:gd name="connsiteX4" fmla="*/ 1053572 w 1624541"/>
                <a:gd name="connsiteY4" fmla="*/ 651933 h 799040"/>
                <a:gd name="connsiteX5" fmla="*/ 0 w 1624541"/>
                <a:gd name="connsiteY5" fmla="*/ 651933 h 799040"/>
                <a:gd name="connsiteX6" fmla="*/ 1059 w 1624541"/>
                <a:gd name="connsiteY6" fmla="*/ 795867 h 799040"/>
                <a:gd name="connsiteX0" fmla="*/ 1059 w 1624541"/>
                <a:gd name="connsiteY0" fmla="*/ 795867 h 799040"/>
                <a:gd name="connsiteX1" fmla="*/ 1022881 w 1624541"/>
                <a:gd name="connsiteY1" fmla="*/ 799040 h 799040"/>
                <a:gd name="connsiteX2" fmla="*/ 1624541 w 1624541"/>
                <a:gd name="connsiteY2" fmla="*/ 46567 h 799040"/>
                <a:gd name="connsiteX3" fmla="*/ 1575859 w 1624541"/>
                <a:gd name="connsiteY3" fmla="*/ 0 h 799040"/>
                <a:gd name="connsiteX4" fmla="*/ 1053572 w 1624541"/>
                <a:gd name="connsiteY4" fmla="*/ 651933 h 799040"/>
                <a:gd name="connsiteX5" fmla="*/ 0 w 1624541"/>
                <a:gd name="connsiteY5" fmla="*/ 651933 h 799040"/>
                <a:gd name="connsiteX6" fmla="*/ 1059 w 1624541"/>
                <a:gd name="connsiteY6" fmla="*/ 795867 h 799040"/>
                <a:gd name="connsiteX0" fmla="*/ 1059 w 1624541"/>
                <a:gd name="connsiteY0" fmla="*/ 795867 h 799040"/>
                <a:gd name="connsiteX1" fmla="*/ 1035581 w 1624541"/>
                <a:gd name="connsiteY1" fmla="*/ 799040 h 799040"/>
                <a:gd name="connsiteX2" fmla="*/ 1624541 w 1624541"/>
                <a:gd name="connsiteY2" fmla="*/ 46567 h 799040"/>
                <a:gd name="connsiteX3" fmla="*/ 1575859 w 1624541"/>
                <a:gd name="connsiteY3" fmla="*/ 0 h 799040"/>
                <a:gd name="connsiteX4" fmla="*/ 1053572 w 1624541"/>
                <a:gd name="connsiteY4" fmla="*/ 651933 h 799040"/>
                <a:gd name="connsiteX5" fmla="*/ 0 w 1624541"/>
                <a:gd name="connsiteY5" fmla="*/ 651933 h 799040"/>
                <a:gd name="connsiteX6" fmla="*/ 1059 w 1624541"/>
                <a:gd name="connsiteY6" fmla="*/ 795867 h 799040"/>
                <a:gd name="connsiteX0" fmla="*/ 1059 w 1624541"/>
                <a:gd name="connsiteY0" fmla="*/ 783167 h 786340"/>
                <a:gd name="connsiteX1" fmla="*/ 1035581 w 1624541"/>
                <a:gd name="connsiteY1" fmla="*/ 786340 h 786340"/>
                <a:gd name="connsiteX2" fmla="*/ 1624541 w 1624541"/>
                <a:gd name="connsiteY2" fmla="*/ 33867 h 786340"/>
                <a:gd name="connsiteX3" fmla="*/ 391584 w 1624541"/>
                <a:gd name="connsiteY3" fmla="*/ 0 h 786340"/>
                <a:gd name="connsiteX4" fmla="*/ 1053572 w 1624541"/>
                <a:gd name="connsiteY4" fmla="*/ 639233 h 786340"/>
                <a:gd name="connsiteX5" fmla="*/ 0 w 1624541"/>
                <a:gd name="connsiteY5" fmla="*/ 639233 h 786340"/>
                <a:gd name="connsiteX6" fmla="*/ 1059 w 1624541"/>
                <a:gd name="connsiteY6" fmla="*/ 783167 h 786340"/>
                <a:gd name="connsiteX0" fmla="*/ 1059 w 1624541"/>
                <a:gd name="connsiteY0" fmla="*/ 783167 h 786340"/>
                <a:gd name="connsiteX1" fmla="*/ 1035581 w 1624541"/>
                <a:gd name="connsiteY1" fmla="*/ 786340 h 786340"/>
                <a:gd name="connsiteX2" fmla="*/ 1624541 w 1624541"/>
                <a:gd name="connsiteY2" fmla="*/ 33867 h 786340"/>
                <a:gd name="connsiteX3" fmla="*/ 391584 w 1624541"/>
                <a:gd name="connsiteY3" fmla="*/ 0 h 786340"/>
                <a:gd name="connsiteX4" fmla="*/ 1053572 w 1624541"/>
                <a:gd name="connsiteY4" fmla="*/ 639233 h 786340"/>
                <a:gd name="connsiteX5" fmla="*/ 0 w 1624541"/>
                <a:gd name="connsiteY5" fmla="*/ 639233 h 786340"/>
                <a:gd name="connsiteX6" fmla="*/ 1059 w 1624541"/>
                <a:gd name="connsiteY6" fmla="*/ 783167 h 786340"/>
                <a:gd name="connsiteX0" fmla="*/ 1059 w 1624541"/>
                <a:gd name="connsiteY0" fmla="*/ 783167 h 783167"/>
                <a:gd name="connsiteX1" fmla="*/ 1245131 w 1624541"/>
                <a:gd name="connsiteY1" fmla="*/ 783165 h 783167"/>
                <a:gd name="connsiteX2" fmla="*/ 1624541 w 1624541"/>
                <a:gd name="connsiteY2" fmla="*/ 33867 h 783167"/>
                <a:gd name="connsiteX3" fmla="*/ 391584 w 1624541"/>
                <a:gd name="connsiteY3" fmla="*/ 0 h 783167"/>
                <a:gd name="connsiteX4" fmla="*/ 1053572 w 1624541"/>
                <a:gd name="connsiteY4" fmla="*/ 639233 h 783167"/>
                <a:gd name="connsiteX5" fmla="*/ 0 w 1624541"/>
                <a:gd name="connsiteY5" fmla="*/ 639233 h 783167"/>
                <a:gd name="connsiteX6" fmla="*/ 1059 w 1624541"/>
                <a:gd name="connsiteY6" fmla="*/ 783167 h 783167"/>
                <a:gd name="connsiteX0" fmla="*/ 1059 w 1245131"/>
                <a:gd name="connsiteY0" fmla="*/ 783167 h 783167"/>
                <a:gd name="connsiteX1" fmla="*/ 1245131 w 1245131"/>
                <a:gd name="connsiteY1" fmla="*/ 783165 h 783167"/>
                <a:gd name="connsiteX2" fmla="*/ 478366 w 1245131"/>
                <a:gd name="connsiteY2" fmla="*/ 14817 h 783167"/>
                <a:gd name="connsiteX3" fmla="*/ 391584 w 1245131"/>
                <a:gd name="connsiteY3" fmla="*/ 0 h 783167"/>
                <a:gd name="connsiteX4" fmla="*/ 1053572 w 1245131"/>
                <a:gd name="connsiteY4" fmla="*/ 639233 h 783167"/>
                <a:gd name="connsiteX5" fmla="*/ 0 w 1245131"/>
                <a:gd name="connsiteY5" fmla="*/ 639233 h 783167"/>
                <a:gd name="connsiteX6" fmla="*/ 1059 w 1245131"/>
                <a:gd name="connsiteY6" fmla="*/ 783167 h 783167"/>
                <a:gd name="connsiteX0" fmla="*/ 1059 w 1413406"/>
                <a:gd name="connsiteY0" fmla="*/ 783167 h 792690"/>
                <a:gd name="connsiteX1" fmla="*/ 1413406 w 1413406"/>
                <a:gd name="connsiteY1" fmla="*/ 792690 h 792690"/>
                <a:gd name="connsiteX2" fmla="*/ 478366 w 1413406"/>
                <a:gd name="connsiteY2" fmla="*/ 14817 h 792690"/>
                <a:gd name="connsiteX3" fmla="*/ 391584 w 1413406"/>
                <a:gd name="connsiteY3" fmla="*/ 0 h 792690"/>
                <a:gd name="connsiteX4" fmla="*/ 1053572 w 1413406"/>
                <a:gd name="connsiteY4" fmla="*/ 639233 h 792690"/>
                <a:gd name="connsiteX5" fmla="*/ 0 w 1413406"/>
                <a:gd name="connsiteY5" fmla="*/ 639233 h 792690"/>
                <a:gd name="connsiteX6" fmla="*/ 1059 w 1413406"/>
                <a:gd name="connsiteY6" fmla="*/ 783167 h 792690"/>
                <a:gd name="connsiteX0" fmla="*/ 1059 w 1413406"/>
                <a:gd name="connsiteY0" fmla="*/ 783167 h 792690"/>
                <a:gd name="connsiteX1" fmla="*/ 1413406 w 1413406"/>
                <a:gd name="connsiteY1" fmla="*/ 792690 h 792690"/>
                <a:gd name="connsiteX2" fmla="*/ 570441 w 1413406"/>
                <a:gd name="connsiteY2" fmla="*/ 2117 h 792690"/>
                <a:gd name="connsiteX3" fmla="*/ 391584 w 1413406"/>
                <a:gd name="connsiteY3" fmla="*/ 0 h 792690"/>
                <a:gd name="connsiteX4" fmla="*/ 1053572 w 1413406"/>
                <a:gd name="connsiteY4" fmla="*/ 639233 h 792690"/>
                <a:gd name="connsiteX5" fmla="*/ 0 w 1413406"/>
                <a:gd name="connsiteY5" fmla="*/ 639233 h 792690"/>
                <a:gd name="connsiteX6" fmla="*/ 1059 w 1413406"/>
                <a:gd name="connsiteY6" fmla="*/ 783167 h 792690"/>
                <a:gd name="connsiteX0" fmla="*/ 1059 w 1413406"/>
                <a:gd name="connsiteY0" fmla="*/ 783167 h 792690"/>
                <a:gd name="connsiteX1" fmla="*/ 1413406 w 1413406"/>
                <a:gd name="connsiteY1" fmla="*/ 792690 h 792690"/>
                <a:gd name="connsiteX2" fmla="*/ 576791 w 1413406"/>
                <a:gd name="connsiteY2" fmla="*/ 17992 h 792690"/>
                <a:gd name="connsiteX3" fmla="*/ 391584 w 1413406"/>
                <a:gd name="connsiteY3" fmla="*/ 0 h 792690"/>
                <a:gd name="connsiteX4" fmla="*/ 1053572 w 1413406"/>
                <a:gd name="connsiteY4" fmla="*/ 639233 h 792690"/>
                <a:gd name="connsiteX5" fmla="*/ 0 w 1413406"/>
                <a:gd name="connsiteY5" fmla="*/ 639233 h 792690"/>
                <a:gd name="connsiteX6" fmla="*/ 1059 w 1413406"/>
                <a:gd name="connsiteY6" fmla="*/ 783167 h 792690"/>
                <a:gd name="connsiteX0" fmla="*/ 1059 w 1413406"/>
                <a:gd name="connsiteY0" fmla="*/ 783167 h 792690"/>
                <a:gd name="connsiteX1" fmla="*/ 1413406 w 1413406"/>
                <a:gd name="connsiteY1" fmla="*/ 792690 h 792690"/>
                <a:gd name="connsiteX2" fmla="*/ 494241 w 1413406"/>
                <a:gd name="connsiteY2" fmla="*/ 20109 h 792690"/>
                <a:gd name="connsiteX3" fmla="*/ 391584 w 1413406"/>
                <a:gd name="connsiteY3" fmla="*/ 0 h 792690"/>
                <a:gd name="connsiteX4" fmla="*/ 1053572 w 1413406"/>
                <a:gd name="connsiteY4" fmla="*/ 639233 h 792690"/>
                <a:gd name="connsiteX5" fmla="*/ 0 w 1413406"/>
                <a:gd name="connsiteY5" fmla="*/ 639233 h 792690"/>
                <a:gd name="connsiteX6" fmla="*/ 1059 w 1413406"/>
                <a:gd name="connsiteY6" fmla="*/ 783167 h 792690"/>
                <a:gd name="connsiteX0" fmla="*/ 1059 w 1277939"/>
                <a:gd name="connsiteY0" fmla="*/ 783167 h 783167"/>
                <a:gd name="connsiteX1" fmla="*/ 1277939 w 1277939"/>
                <a:gd name="connsiteY1" fmla="*/ 782107 h 783167"/>
                <a:gd name="connsiteX2" fmla="*/ 494241 w 1277939"/>
                <a:gd name="connsiteY2" fmla="*/ 20109 h 783167"/>
                <a:gd name="connsiteX3" fmla="*/ 391584 w 1277939"/>
                <a:gd name="connsiteY3" fmla="*/ 0 h 783167"/>
                <a:gd name="connsiteX4" fmla="*/ 1053572 w 1277939"/>
                <a:gd name="connsiteY4" fmla="*/ 639233 h 783167"/>
                <a:gd name="connsiteX5" fmla="*/ 0 w 1277939"/>
                <a:gd name="connsiteY5" fmla="*/ 639233 h 783167"/>
                <a:gd name="connsiteX6" fmla="*/ 1059 w 1277939"/>
                <a:gd name="connsiteY6" fmla="*/ 783167 h 783167"/>
                <a:gd name="connsiteX0" fmla="*/ 396876 w 1673756"/>
                <a:gd name="connsiteY0" fmla="*/ 783167 h 783167"/>
                <a:gd name="connsiteX1" fmla="*/ 1673756 w 1673756"/>
                <a:gd name="connsiteY1" fmla="*/ 782107 h 783167"/>
                <a:gd name="connsiteX2" fmla="*/ 890058 w 1673756"/>
                <a:gd name="connsiteY2" fmla="*/ 20109 h 783167"/>
                <a:gd name="connsiteX3" fmla="*/ 787401 w 1673756"/>
                <a:gd name="connsiteY3" fmla="*/ 0 h 783167"/>
                <a:gd name="connsiteX4" fmla="*/ 1449389 w 1673756"/>
                <a:gd name="connsiteY4" fmla="*/ 639233 h 783167"/>
                <a:gd name="connsiteX5" fmla="*/ 0 w 1673756"/>
                <a:gd name="connsiteY5" fmla="*/ 637117 h 783167"/>
                <a:gd name="connsiteX6" fmla="*/ 396876 w 1673756"/>
                <a:gd name="connsiteY6" fmla="*/ 783167 h 783167"/>
                <a:gd name="connsiteX0" fmla="*/ 7409 w 1673756"/>
                <a:gd name="connsiteY0" fmla="*/ 781050 h 782107"/>
                <a:gd name="connsiteX1" fmla="*/ 1673756 w 1673756"/>
                <a:gd name="connsiteY1" fmla="*/ 782107 h 782107"/>
                <a:gd name="connsiteX2" fmla="*/ 890058 w 1673756"/>
                <a:gd name="connsiteY2" fmla="*/ 20109 h 782107"/>
                <a:gd name="connsiteX3" fmla="*/ 787401 w 1673756"/>
                <a:gd name="connsiteY3" fmla="*/ 0 h 782107"/>
                <a:gd name="connsiteX4" fmla="*/ 1449389 w 1673756"/>
                <a:gd name="connsiteY4" fmla="*/ 639233 h 782107"/>
                <a:gd name="connsiteX5" fmla="*/ 0 w 1673756"/>
                <a:gd name="connsiteY5" fmla="*/ 637117 h 782107"/>
                <a:gd name="connsiteX6" fmla="*/ 7409 w 1673756"/>
                <a:gd name="connsiteY6" fmla="*/ 781050 h 782107"/>
                <a:gd name="connsiteX0" fmla="*/ 7409 w 1673756"/>
                <a:gd name="connsiteY0" fmla="*/ 837141 h 838198"/>
                <a:gd name="connsiteX1" fmla="*/ 1673756 w 1673756"/>
                <a:gd name="connsiteY1" fmla="*/ 838198 h 838198"/>
                <a:gd name="connsiteX2" fmla="*/ 1184698 w 1673756"/>
                <a:gd name="connsiteY2" fmla="*/ 0 h 838198"/>
                <a:gd name="connsiteX3" fmla="*/ 787401 w 1673756"/>
                <a:gd name="connsiteY3" fmla="*/ 56091 h 838198"/>
                <a:gd name="connsiteX4" fmla="*/ 1449389 w 1673756"/>
                <a:gd name="connsiteY4" fmla="*/ 695324 h 838198"/>
                <a:gd name="connsiteX5" fmla="*/ 0 w 1673756"/>
                <a:gd name="connsiteY5" fmla="*/ 693208 h 838198"/>
                <a:gd name="connsiteX6" fmla="*/ 7409 w 1673756"/>
                <a:gd name="connsiteY6" fmla="*/ 837141 h 838198"/>
                <a:gd name="connsiteX0" fmla="*/ 7409 w 1673756"/>
                <a:gd name="connsiteY0" fmla="*/ 837141 h 838198"/>
                <a:gd name="connsiteX1" fmla="*/ 1673756 w 1673756"/>
                <a:gd name="connsiteY1" fmla="*/ 838198 h 838198"/>
                <a:gd name="connsiteX2" fmla="*/ 1184698 w 1673756"/>
                <a:gd name="connsiteY2" fmla="*/ 0 h 838198"/>
                <a:gd name="connsiteX3" fmla="*/ 1076961 w 1673756"/>
                <a:gd name="connsiteY3" fmla="*/ 51011 h 838198"/>
                <a:gd name="connsiteX4" fmla="*/ 1449389 w 1673756"/>
                <a:gd name="connsiteY4" fmla="*/ 695324 h 838198"/>
                <a:gd name="connsiteX5" fmla="*/ 0 w 1673756"/>
                <a:gd name="connsiteY5" fmla="*/ 693208 h 838198"/>
                <a:gd name="connsiteX6" fmla="*/ 7409 w 1673756"/>
                <a:gd name="connsiteY6" fmla="*/ 837141 h 838198"/>
                <a:gd name="connsiteX0" fmla="*/ 7409 w 1673756"/>
                <a:gd name="connsiteY0" fmla="*/ 822324 h 823381"/>
                <a:gd name="connsiteX1" fmla="*/ 1673756 w 1673756"/>
                <a:gd name="connsiteY1" fmla="*/ 823381 h 823381"/>
                <a:gd name="connsiteX2" fmla="*/ 1152948 w 1673756"/>
                <a:gd name="connsiteY2" fmla="*/ 0 h 823381"/>
                <a:gd name="connsiteX3" fmla="*/ 1076961 w 1673756"/>
                <a:gd name="connsiteY3" fmla="*/ 36194 h 823381"/>
                <a:gd name="connsiteX4" fmla="*/ 1449389 w 1673756"/>
                <a:gd name="connsiteY4" fmla="*/ 680507 h 823381"/>
                <a:gd name="connsiteX5" fmla="*/ 0 w 1673756"/>
                <a:gd name="connsiteY5" fmla="*/ 678391 h 823381"/>
                <a:gd name="connsiteX6" fmla="*/ 7409 w 1673756"/>
                <a:gd name="connsiteY6" fmla="*/ 822324 h 823381"/>
                <a:gd name="connsiteX0" fmla="*/ 7409 w 1639889"/>
                <a:gd name="connsiteY0" fmla="*/ 822324 h 825497"/>
                <a:gd name="connsiteX1" fmla="*/ 1639889 w 1639889"/>
                <a:gd name="connsiteY1" fmla="*/ 825497 h 825497"/>
                <a:gd name="connsiteX2" fmla="*/ 1152948 w 1639889"/>
                <a:gd name="connsiteY2" fmla="*/ 0 h 825497"/>
                <a:gd name="connsiteX3" fmla="*/ 1076961 w 1639889"/>
                <a:gd name="connsiteY3" fmla="*/ 36194 h 825497"/>
                <a:gd name="connsiteX4" fmla="*/ 1449389 w 1639889"/>
                <a:gd name="connsiteY4" fmla="*/ 680507 h 825497"/>
                <a:gd name="connsiteX5" fmla="*/ 0 w 1639889"/>
                <a:gd name="connsiteY5" fmla="*/ 678391 h 825497"/>
                <a:gd name="connsiteX6" fmla="*/ 7409 w 1639889"/>
                <a:gd name="connsiteY6" fmla="*/ 822324 h 825497"/>
                <a:gd name="connsiteX0" fmla="*/ 7409 w 1639889"/>
                <a:gd name="connsiteY0" fmla="*/ 822324 h 825497"/>
                <a:gd name="connsiteX1" fmla="*/ 1639889 w 1639889"/>
                <a:gd name="connsiteY1" fmla="*/ 825497 h 825497"/>
                <a:gd name="connsiteX2" fmla="*/ 1152948 w 1639889"/>
                <a:gd name="connsiteY2" fmla="*/ 0 h 825497"/>
                <a:gd name="connsiteX3" fmla="*/ 1066377 w 1639889"/>
                <a:gd name="connsiteY3" fmla="*/ 36194 h 825497"/>
                <a:gd name="connsiteX4" fmla="*/ 1449389 w 1639889"/>
                <a:gd name="connsiteY4" fmla="*/ 680507 h 825497"/>
                <a:gd name="connsiteX5" fmla="*/ 0 w 1639889"/>
                <a:gd name="connsiteY5" fmla="*/ 678391 h 825497"/>
                <a:gd name="connsiteX6" fmla="*/ 7409 w 1639889"/>
                <a:gd name="connsiteY6" fmla="*/ 822324 h 825497"/>
                <a:gd name="connsiteX0" fmla="*/ 7409 w 1639889"/>
                <a:gd name="connsiteY0" fmla="*/ 818090 h 821263"/>
                <a:gd name="connsiteX1" fmla="*/ 1639889 w 1639889"/>
                <a:gd name="connsiteY1" fmla="*/ 821263 h 821263"/>
                <a:gd name="connsiteX2" fmla="*/ 1144481 w 1639889"/>
                <a:gd name="connsiteY2" fmla="*/ 0 h 821263"/>
                <a:gd name="connsiteX3" fmla="*/ 1066377 w 1639889"/>
                <a:gd name="connsiteY3" fmla="*/ 31960 h 821263"/>
                <a:gd name="connsiteX4" fmla="*/ 1449389 w 1639889"/>
                <a:gd name="connsiteY4" fmla="*/ 676273 h 821263"/>
                <a:gd name="connsiteX5" fmla="*/ 0 w 1639889"/>
                <a:gd name="connsiteY5" fmla="*/ 674157 h 821263"/>
                <a:gd name="connsiteX6" fmla="*/ 7409 w 1639889"/>
                <a:gd name="connsiteY6" fmla="*/ 818090 h 821263"/>
                <a:gd name="connsiteX0" fmla="*/ 7409 w 1639889"/>
                <a:gd name="connsiteY0" fmla="*/ 818090 h 821263"/>
                <a:gd name="connsiteX1" fmla="*/ 1639889 w 1639889"/>
                <a:gd name="connsiteY1" fmla="*/ 821263 h 821263"/>
                <a:gd name="connsiteX2" fmla="*/ 1144481 w 1639889"/>
                <a:gd name="connsiteY2" fmla="*/ 0 h 821263"/>
                <a:gd name="connsiteX3" fmla="*/ 1213697 w 1639889"/>
                <a:gd name="connsiteY3" fmla="*/ 250400 h 821263"/>
                <a:gd name="connsiteX4" fmla="*/ 1449389 w 1639889"/>
                <a:gd name="connsiteY4" fmla="*/ 676273 h 821263"/>
                <a:gd name="connsiteX5" fmla="*/ 0 w 1639889"/>
                <a:gd name="connsiteY5" fmla="*/ 674157 h 821263"/>
                <a:gd name="connsiteX6" fmla="*/ 7409 w 1639889"/>
                <a:gd name="connsiteY6" fmla="*/ 818090 h 821263"/>
                <a:gd name="connsiteX0" fmla="*/ 7409 w 1639889"/>
                <a:gd name="connsiteY0" fmla="*/ 614890 h 618063"/>
                <a:gd name="connsiteX1" fmla="*/ 1639889 w 1639889"/>
                <a:gd name="connsiteY1" fmla="*/ 618063 h 618063"/>
                <a:gd name="connsiteX2" fmla="*/ 1266401 w 1639889"/>
                <a:gd name="connsiteY2" fmla="*/ 0 h 618063"/>
                <a:gd name="connsiteX3" fmla="*/ 1213697 w 1639889"/>
                <a:gd name="connsiteY3" fmla="*/ 47200 h 618063"/>
                <a:gd name="connsiteX4" fmla="*/ 1449389 w 1639889"/>
                <a:gd name="connsiteY4" fmla="*/ 473073 h 618063"/>
                <a:gd name="connsiteX5" fmla="*/ 0 w 1639889"/>
                <a:gd name="connsiteY5" fmla="*/ 470957 h 618063"/>
                <a:gd name="connsiteX6" fmla="*/ 7409 w 1639889"/>
                <a:gd name="connsiteY6" fmla="*/ 614890 h 618063"/>
                <a:gd name="connsiteX0" fmla="*/ 7409 w 1639889"/>
                <a:gd name="connsiteY0" fmla="*/ 599650 h 602823"/>
                <a:gd name="connsiteX1" fmla="*/ 1639889 w 1639889"/>
                <a:gd name="connsiteY1" fmla="*/ 602823 h 602823"/>
                <a:gd name="connsiteX2" fmla="*/ 1271481 w 1639889"/>
                <a:gd name="connsiteY2" fmla="*/ 0 h 602823"/>
                <a:gd name="connsiteX3" fmla="*/ 1213697 w 1639889"/>
                <a:gd name="connsiteY3" fmla="*/ 31960 h 602823"/>
                <a:gd name="connsiteX4" fmla="*/ 1449389 w 1639889"/>
                <a:gd name="connsiteY4" fmla="*/ 457833 h 602823"/>
                <a:gd name="connsiteX5" fmla="*/ 0 w 1639889"/>
                <a:gd name="connsiteY5" fmla="*/ 455717 h 602823"/>
                <a:gd name="connsiteX6" fmla="*/ 7409 w 1639889"/>
                <a:gd name="connsiteY6" fmla="*/ 599650 h 602823"/>
                <a:gd name="connsiteX0" fmla="*/ 7409 w 1639889"/>
                <a:gd name="connsiteY0" fmla="*/ 599650 h 602823"/>
                <a:gd name="connsiteX1" fmla="*/ 1639889 w 1639889"/>
                <a:gd name="connsiteY1" fmla="*/ 602823 h 602823"/>
                <a:gd name="connsiteX2" fmla="*/ 1271481 w 1639889"/>
                <a:gd name="connsiteY2" fmla="*/ 0 h 602823"/>
                <a:gd name="connsiteX3" fmla="*/ 1213697 w 1639889"/>
                <a:gd name="connsiteY3" fmla="*/ 31960 h 602823"/>
                <a:gd name="connsiteX4" fmla="*/ 1449389 w 1639889"/>
                <a:gd name="connsiteY4" fmla="*/ 457833 h 602823"/>
                <a:gd name="connsiteX5" fmla="*/ 0 w 1639889"/>
                <a:gd name="connsiteY5" fmla="*/ 455717 h 602823"/>
                <a:gd name="connsiteX6" fmla="*/ 7409 w 1639889"/>
                <a:gd name="connsiteY6" fmla="*/ 599650 h 602823"/>
                <a:gd name="connsiteX0" fmla="*/ 7409 w 1639889"/>
                <a:gd name="connsiteY0" fmla="*/ 606000 h 609173"/>
                <a:gd name="connsiteX1" fmla="*/ 1639889 w 1639889"/>
                <a:gd name="connsiteY1" fmla="*/ 609173 h 609173"/>
                <a:gd name="connsiteX2" fmla="*/ 1287356 w 1639889"/>
                <a:gd name="connsiteY2" fmla="*/ 0 h 609173"/>
                <a:gd name="connsiteX3" fmla="*/ 1213697 w 1639889"/>
                <a:gd name="connsiteY3" fmla="*/ 38310 h 609173"/>
                <a:gd name="connsiteX4" fmla="*/ 1449389 w 1639889"/>
                <a:gd name="connsiteY4" fmla="*/ 464183 h 609173"/>
                <a:gd name="connsiteX5" fmla="*/ 0 w 1639889"/>
                <a:gd name="connsiteY5" fmla="*/ 462067 h 609173"/>
                <a:gd name="connsiteX6" fmla="*/ 7409 w 1639889"/>
                <a:gd name="connsiteY6" fmla="*/ 606000 h 609173"/>
                <a:gd name="connsiteX0" fmla="*/ 7409 w 1639889"/>
                <a:gd name="connsiteY0" fmla="*/ 606000 h 609173"/>
                <a:gd name="connsiteX1" fmla="*/ 1639889 w 1639889"/>
                <a:gd name="connsiteY1" fmla="*/ 609173 h 609173"/>
                <a:gd name="connsiteX2" fmla="*/ 1287356 w 1639889"/>
                <a:gd name="connsiteY2" fmla="*/ 0 h 609173"/>
                <a:gd name="connsiteX3" fmla="*/ 1204172 w 1639889"/>
                <a:gd name="connsiteY3" fmla="*/ 43072 h 609173"/>
                <a:gd name="connsiteX4" fmla="*/ 1449389 w 1639889"/>
                <a:gd name="connsiteY4" fmla="*/ 464183 h 609173"/>
                <a:gd name="connsiteX5" fmla="*/ 0 w 1639889"/>
                <a:gd name="connsiteY5" fmla="*/ 462067 h 609173"/>
                <a:gd name="connsiteX6" fmla="*/ 7409 w 1639889"/>
                <a:gd name="connsiteY6" fmla="*/ 606000 h 60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9889" h="609173">
                  <a:moveTo>
                    <a:pt x="7409" y="606000"/>
                  </a:moveTo>
                  <a:lnTo>
                    <a:pt x="1639889" y="609173"/>
                  </a:lnTo>
                  <a:lnTo>
                    <a:pt x="1287356" y="0"/>
                  </a:lnTo>
                  <a:lnTo>
                    <a:pt x="1204172" y="43072"/>
                  </a:lnTo>
                  <a:lnTo>
                    <a:pt x="1449389" y="464183"/>
                  </a:lnTo>
                  <a:lnTo>
                    <a:pt x="0" y="462067"/>
                  </a:lnTo>
                  <a:lnTo>
                    <a:pt x="7409" y="606000"/>
                  </a:lnTo>
                  <a:close/>
                </a:path>
              </a:pathLst>
            </a:custGeom>
            <a:solidFill>
              <a:srgbClr val="B0B0B0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A7A4A09-2745-BD33-29E8-185A188BE840}"/>
                </a:ext>
              </a:extLst>
            </p:cNvPr>
            <p:cNvCxnSpPr>
              <a:cxnSpLocks/>
            </p:cNvCxnSpPr>
            <p:nvPr/>
          </p:nvCxnSpPr>
          <p:spPr>
            <a:xfrm>
              <a:off x="8511379" y="2087033"/>
              <a:ext cx="597286" cy="105822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EFB6F20-DBA5-6997-2448-CEBE25AD4B3B}"/>
                </a:ext>
              </a:extLst>
            </p:cNvPr>
            <p:cNvCxnSpPr>
              <a:cxnSpLocks/>
            </p:cNvCxnSpPr>
            <p:nvPr/>
          </p:nvCxnSpPr>
          <p:spPr>
            <a:xfrm>
              <a:off x="8157825" y="3137886"/>
              <a:ext cx="950840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58BACB4-2770-93DB-9C09-ACD20CF75191}"/>
                </a:ext>
              </a:extLst>
            </p:cNvPr>
            <p:cNvCxnSpPr>
              <a:cxnSpLocks/>
            </p:cNvCxnSpPr>
            <p:nvPr/>
          </p:nvCxnSpPr>
          <p:spPr>
            <a:xfrm>
              <a:off x="7786918" y="3137757"/>
              <a:ext cx="567138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4A83FE9-2365-E49D-A78D-D3CFB9DBDF91}"/>
                    </a:ext>
                  </a:extLst>
                </p:cNvPr>
                <p:cNvSpPr txBox="1"/>
                <p:nvPr/>
              </p:nvSpPr>
              <p:spPr>
                <a:xfrm>
                  <a:off x="7968747" y="2636544"/>
                  <a:ext cx="49035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s-CL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CL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s-CL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4A83FE9-2365-E49D-A78D-D3CFB9DBDF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8747" y="2636544"/>
                  <a:ext cx="490356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EDFD3CDE-C943-FEDD-EF62-DD319044B766}"/>
                </a:ext>
              </a:extLst>
            </p:cNvPr>
            <p:cNvSpPr/>
            <p:nvPr/>
          </p:nvSpPr>
          <p:spPr>
            <a:xfrm>
              <a:off x="8529038" y="2552952"/>
              <a:ext cx="1147604" cy="1147604"/>
            </a:xfrm>
            <a:prstGeom prst="arc">
              <a:avLst>
                <a:gd name="adj1" fmla="val 10798601"/>
                <a:gd name="adj2" fmla="val 14361918"/>
              </a:avLst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98A4DAE-76F1-A93E-FC5D-3889F497D7D2}"/>
                    </a:ext>
                  </a:extLst>
                </p:cNvPr>
                <p:cNvSpPr txBox="1"/>
                <p:nvPr/>
              </p:nvSpPr>
              <p:spPr>
                <a:xfrm>
                  <a:off x="8501283" y="2759761"/>
                  <a:ext cx="51399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CL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98A4DAE-76F1-A93E-FC5D-3889F497D7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1283" y="2759761"/>
                  <a:ext cx="513993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2D9127B-973A-7238-C618-5E12F500D0F5}"/>
                </a:ext>
              </a:extLst>
            </p:cNvPr>
            <p:cNvGrpSpPr/>
            <p:nvPr/>
          </p:nvGrpSpPr>
          <p:grpSpPr>
            <a:xfrm>
              <a:off x="7614840" y="1717762"/>
              <a:ext cx="2486036" cy="2486036"/>
              <a:chOff x="7597906" y="1709295"/>
              <a:chExt cx="2486036" cy="2486036"/>
            </a:xfrm>
          </p:grpSpPr>
          <p:sp>
            <p:nvSpPr>
              <p:cNvPr id="37" name="Circle: Hollow 36">
                <a:extLst>
                  <a:ext uri="{FF2B5EF4-FFF2-40B4-BE49-F238E27FC236}">
                    <a16:creationId xmlns:a16="http://schemas.microsoft.com/office/drawing/2014/main" id="{845869FC-C828-4634-3271-448E80D467BE}"/>
                  </a:ext>
                </a:extLst>
              </p:cNvPr>
              <p:cNvSpPr/>
              <p:nvPr/>
            </p:nvSpPr>
            <p:spPr>
              <a:xfrm>
                <a:off x="7597906" y="1709295"/>
                <a:ext cx="2486036" cy="2486036"/>
              </a:xfrm>
              <a:prstGeom prst="donut">
                <a:avLst>
                  <a:gd name="adj" fmla="val 15483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22DB3D8B-CCE6-E71F-8664-3222F6447B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92389" y="2103778"/>
                <a:ext cx="1697070" cy="169707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371E80B-BE6A-E0AA-3334-63DAAA2858CB}"/>
              </a:ext>
            </a:extLst>
          </p:cNvPr>
          <p:cNvCxnSpPr>
            <a:cxnSpLocks/>
          </p:cNvCxnSpPr>
          <p:nvPr/>
        </p:nvCxnSpPr>
        <p:spPr>
          <a:xfrm>
            <a:off x="4916029" y="4435761"/>
            <a:ext cx="567138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EC94B6E6-AD83-6CDC-FA74-A46994DE497D}"/>
              </a:ext>
            </a:extLst>
          </p:cNvPr>
          <p:cNvSpPr txBox="1"/>
          <p:nvPr/>
        </p:nvSpPr>
        <p:spPr>
          <a:xfrm>
            <a:off x="8124731" y="5039552"/>
            <a:ext cx="996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51A1E34-A42C-4E93-B14B-F8E6244E34A1}"/>
              </a:ext>
            </a:extLst>
          </p:cNvPr>
          <p:cNvGrpSpPr/>
          <p:nvPr/>
        </p:nvGrpSpPr>
        <p:grpSpPr>
          <a:xfrm rot="5400000" flipH="1">
            <a:off x="3378459" y="3646572"/>
            <a:ext cx="992062" cy="2754699"/>
            <a:chOff x="6544254" y="2747964"/>
            <a:chExt cx="1834355" cy="1735668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19C10A1-D5FB-62FE-58A9-48F8E3A64E97}"/>
                </a:ext>
              </a:extLst>
            </p:cNvPr>
            <p:cNvCxnSpPr>
              <a:cxnSpLocks/>
            </p:cNvCxnSpPr>
            <p:nvPr/>
          </p:nvCxnSpPr>
          <p:spPr>
            <a:xfrm>
              <a:off x="6639415" y="2747964"/>
              <a:ext cx="0" cy="1735667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BD5B65C-321B-EF64-E526-7A69EC82C6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4255" y="2747964"/>
              <a:ext cx="1747252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A74ED84-4180-1C5E-423F-923857DFD6A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7461432" y="3566454"/>
              <a:ext cx="0" cy="183435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7CBED1B-8AF4-F5EA-7886-E2BC15AE6610}"/>
                  </a:ext>
                </a:extLst>
              </p:cNvPr>
              <p:cNvSpPr txBox="1"/>
              <p:nvPr/>
            </p:nvSpPr>
            <p:spPr>
              <a:xfrm>
                <a:off x="3524741" y="5395744"/>
                <a:ext cx="5139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7CBED1B-8AF4-F5EA-7886-E2BC15AE6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741" y="5395744"/>
                <a:ext cx="513993" cy="400110"/>
              </a:xfrm>
              <a:prstGeom prst="rect">
                <a:avLst/>
              </a:prstGeom>
              <a:blipFill>
                <a:blip r:embed="rId14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24502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D95D0F-38BF-4068-6697-2DFADB30C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095" y="2655841"/>
            <a:ext cx="5736770" cy="1546317"/>
          </a:xfrm>
          <a:prstGeom prst="rect">
            <a:avLst/>
          </a:prstGeom>
        </p:spPr>
      </p:pic>
      <p:pic>
        <p:nvPicPr>
          <p:cNvPr id="1026" name="Picture 2" descr="Polymer Production - Gentle cooling in polymer production">
            <a:extLst>
              <a:ext uri="{FF2B5EF4-FFF2-40B4-BE49-F238E27FC236}">
                <a16:creationId xmlns:a16="http://schemas.microsoft.com/office/drawing/2014/main" id="{AA681281-E609-B346-DA81-8019A05ECB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046" t="21436" r="21664" b="9968"/>
          <a:stretch/>
        </p:blipFill>
        <p:spPr bwMode="auto">
          <a:xfrm>
            <a:off x="873413" y="1947825"/>
            <a:ext cx="4708404" cy="2612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22144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CA1FA-B322-4875-2FA1-5D5890769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09F1A2F7-299B-42D8-5A3F-8AAB4CB25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836" y="1156360"/>
            <a:ext cx="4530315" cy="1405021"/>
          </a:xfrm>
          <a:prstGeom prst="rect">
            <a:avLst/>
          </a:prstGeom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1A2A5E3E-7F10-87D1-ACBC-0F25B402F10B}"/>
              </a:ext>
            </a:extLst>
          </p:cNvPr>
          <p:cNvSpPr txBox="1"/>
          <p:nvPr/>
        </p:nvSpPr>
        <p:spPr>
          <a:xfrm>
            <a:off x="3241836" y="855233"/>
            <a:ext cx="4507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dirty="0"/>
              <a:t>Vista en corte A-A’</a:t>
            </a:r>
            <a:endParaRPr lang="en-US" sz="1400" dirty="0"/>
          </a:p>
        </p:txBody>
      </p: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1F980E14-ACE1-8A69-0944-F42B404E1F0B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5506994" y="2561381"/>
            <a:ext cx="3544" cy="353399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1C20ED64-E57F-D933-B68A-255C5EB83531}"/>
              </a:ext>
            </a:extLst>
          </p:cNvPr>
          <p:cNvCxnSpPr>
            <a:cxnSpLocks/>
          </p:cNvCxnSpPr>
          <p:nvPr/>
        </p:nvCxnSpPr>
        <p:spPr>
          <a:xfrm>
            <a:off x="6951565" y="2533890"/>
            <a:ext cx="0" cy="1192939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0" name="TextBox 1039">
                <a:extLst>
                  <a:ext uri="{FF2B5EF4-FFF2-40B4-BE49-F238E27FC236}">
                    <a16:creationId xmlns:a16="http://schemas.microsoft.com/office/drawing/2014/main" id="{9503CC0C-C420-7BE9-BBA1-86092F4FC46C}"/>
                  </a:ext>
                </a:extLst>
              </p:cNvPr>
              <p:cNvSpPr txBox="1"/>
              <p:nvPr/>
            </p:nvSpPr>
            <p:spPr>
              <a:xfrm>
                <a:off x="5237186" y="3931282"/>
                <a:ext cx="5922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L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40" name="TextBox 1039">
                <a:extLst>
                  <a:ext uri="{FF2B5EF4-FFF2-40B4-BE49-F238E27FC236}">
                    <a16:creationId xmlns:a16="http://schemas.microsoft.com/office/drawing/2014/main" id="{9503CC0C-C420-7BE9-BBA1-86092F4FC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186" y="3931282"/>
                <a:ext cx="592278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3" name="TextBox 1042">
                <a:extLst>
                  <a:ext uri="{FF2B5EF4-FFF2-40B4-BE49-F238E27FC236}">
                    <a16:creationId xmlns:a16="http://schemas.microsoft.com/office/drawing/2014/main" id="{8C08D661-C3A8-EB56-59F3-5488DC17172F}"/>
                  </a:ext>
                </a:extLst>
              </p:cNvPr>
              <p:cNvSpPr txBox="1"/>
              <p:nvPr/>
            </p:nvSpPr>
            <p:spPr>
              <a:xfrm>
                <a:off x="6469409" y="3931282"/>
                <a:ext cx="124130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L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L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s-CL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L" sz="12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s-CL" sz="1200" b="0" i="1" smtClean="0"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43" name="TextBox 1042">
                <a:extLst>
                  <a:ext uri="{FF2B5EF4-FFF2-40B4-BE49-F238E27FC236}">
                    <a16:creationId xmlns:a16="http://schemas.microsoft.com/office/drawing/2014/main" id="{8C08D661-C3A8-EB56-59F3-5488DC171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409" y="3931282"/>
                <a:ext cx="1241302" cy="276999"/>
              </a:xfrm>
              <a:prstGeom prst="rect">
                <a:avLst/>
              </a:prstGeom>
              <a:blipFill>
                <a:blip r:embed="rId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4" name="Straight Arrow Connector 1043">
            <a:extLst>
              <a:ext uri="{FF2B5EF4-FFF2-40B4-BE49-F238E27FC236}">
                <a16:creationId xmlns:a16="http://schemas.microsoft.com/office/drawing/2014/main" id="{C53EB4F8-3FFD-2C33-75A2-082309973FBB}"/>
              </a:ext>
            </a:extLst>
          </p:cNvPr>
          <p:cNvCxnSpPr>
            <a:cxnSpLocks/>
          </p:cNvCxnSpPr>
          <p:nvPr/>
        </p:nvCxnSpPr>
        <p:spPr>
          <a:xfrm>
            <a:off x="5510538" y="2978478"/>
            <a:ext cx="0" cy="924832"/>
          </a:xfrm>
          <a:prstGeom prst="straightConnector1">
            <a:avLst/>
          </a:prstGeom>
          <a:ln w="9525"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CFDD42E1-4530-D392-C71A-34215F1818CE}"/>
              </a:ext>
            </a:extLst>
          </p:cNvPr>
          <p:cNvCxnSpPr>
            <a:cxnSpLocks/>
          </p:cNvCxnSpPr>
          <p:nvPr/>
        </p:nvCxnSpPr>
        <p:spPr>
          <a:xfrm flipH="1">
            <a:off x="5510538" y="3903310"/>
            <a:ext cx="2239218" cy="0"/>
          </a:xfrm>
          <a:prstGeom prst="straightConnector1">
            <a:avLst/>
          </a:prstGeom>
          <a:ln w="9525"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9" name="TextBox 1048">
                <a:extLst>
                  <a:ext uri="{FF2B5EF4-FFF2-40B4-BE49-F238E27FC236}">
                    <a16:creationId xmlns:a16="http://schemas.microsoft.com/office/drawing/2014/main" id="{D718672F-6F92-E793-9FD9-933673F3B4E4}"/>
                  </a:ext>
                </a:extLst>
              </p:cNvPr>
              <p:cNvSpPr txBox="1"/>
              <p:nvPr/>
            </p:nvSpPr>
            <p:spPr>
              <a:xfrm>
                <a:off x="5198441" y="2798961"/>
                <a:ext cx="398379" cy="324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49" name="TextBox 1048">
                <a:extLst>
                  <a:ext uri="{FF2B5EF4-FFF2-40B4-BE49-F238E27FC236}">
                    <a16:creationId xmlns:a16="http://schemas.microsoft.com/office/drawing/2014/main" id="{D718672F-6F92-E793-9FD9-933673F3B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8441" y="2798961"/>
                <a:ext cx="398379" cy="3243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0" name="TextBox 1049">
                <a:extLst>
                  <a:ext uri="{FF2B5EF4-FFF2-40B4-BE49-F238E27FC236}">
                    <a16:creationId xmlns:a16="http://schemas.microsoft.com/office/drawing/2014/main" id="{793C0C0C-9CD9-3C05-3823-F88550C7BC05}"/>
                  </a:ext>
                </a:extLst>
              </p:cNvPr>
              <p:cNvSpPr txBox="1"/>
              <p:nvPr/>
            </p:nvSpPr>
            <p:spPr>
              <a:xfrm>
                <a:off x="7659206" y="3673776"/>
                <a:ext cx="3063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L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50" name="TextBox 1049">
                <a:extLst>
                  <a:ext uri="{FF2B5EF4-FFF2-40B4-BE49-F238E27FC236}">
                    <a16:creationId xmlns:a16="http://schemas.microsoft.com/office/drawing/2014/main" id="{793C0C0C-9CD9-3C05-3823-F88550C7B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206" y="3673776"/>
                <a:ext cx="306366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2" name="Freeform: Shape 1061">
            <a:extLst>
              <a:ext uri="{FF2B5EF4-FFF2-40B4-BE49-F238E27FC236}">
                <a16:creationId xmlns:a16="http://schemas.microsoft.com/office/drawing/2014/main" id="{D414F439-C78E-434C-5FE9-070D1031D920}"/>
              </a:ext>
            </a:extLst>
          </p:cNvPr>
          <p:cNvSpPr/>
          <p:nvPr/>
        </p:nvSpPr>
        <p:spPr>
          <a:xfrm>
            <a:off x="4066520" y="3300134"/>
            <a:ext cx="2894131" cy="373640"/>
          </a:xfrm>
          <a:custGeom>
            <a:avLst/>
            <a:gdLst>
              <a:gd name="connsiteX0" fmla="*/ 0 w 3456122"/>
              <a:gd name="connsiteY0" fmla="*/ 333243 h 348741"/>
              <a:gd name="connsiteX1" fmla="*/ 1743559 w 3456122"/>
              <a:gd name="connsiteY1" fmla="*/ 29 h 348741"/>
              <a:gd name="connsiteX2" fmla="*/ 3456122 w 3456122"/>
              <a:gd name="connsiteY2" fmla="*/ 348741 h 348741"/>
              <a:gd name="connsiteX0" fmla="*/ 0 w 3456122"/>
              <a:gd name="connsiteY0" fmla="*/ 333243 h 348741"/>
              <a:gd name="connsiteX1" fmla="*/ 1737209 w 3456122"/>
              <a:gd name="connsiteY1" fmla="*/ 29 h 348741"/>
              <a:gd name="connsiteX2" fmla="*/ 3456122 w 3456122"/>
              <a:gd name="connsiteY2" fmla="*/ 348741 h 348741"/>
              <a:gd name="connsiteX0" fmla="*/ 0 w 3456122"/>
              <a:gd name="connsiteY0" fmla="*/ 333243 h 348741"/>
              <a:gd name="connsiteX1" fmla="*/ 1721334 w 3456122"/>
              <a:gd name="connsiteY1" fmla="*/ 29 h 348741"/>
              <a:gd name="connsiteX2" fmla="*/ 3456122 w 3456122"/>
              <a:gd name="connsiteY2" fmla="*/ 348741 h 348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6122" h="348741">
                <a:moveTo>
                  <a:pt x="0" y="333243"/>
                </a:moveTo>
                <a:cubicBezTo>
                  <a:pt x="583769" y="165344"/>
                  <a:pt x="1145314" y="-2554"/>
                  <a:pt x="1721334" y="29"/>
                </a:cubicBezTo>
                <a:cubicBezTo>
                  <a:pt x="2297354" y="2612"/>
                  <a:pt x="3165529" y="281582"/>
                  <a:pt x="3456122" y="348741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0" name="TextBox 1069">
                <a:extLst>
                  <a:ext uri="{FF2B5EF4-FFF2-40B4-BE49-F238E27FC236}">
                    <a16:creationId xmlns:a16="http://schemas.microsoft.com/office/drawing/2014/main" id="{900292A2-1648-1EDB-7E43-6213F639C0B1}"/>
                  </a:ext>
                </a:extLst>
              </p:cNvPr>
              <p:cNvSpPr txBox="1"/>
              <p:nvPr/>
            </p:nvSpPr>
            <p:spPr>
              <a:xfrm>
                <a:off x="5730423" y="2804342"/>
                <a:ext cx="1022396" cy="5284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s-CL" sz="1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CL" sz="1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CL" sz="1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s-CL" sz="1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1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s-CL" sz="1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s-CL" sz="1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s-CL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s-CL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70" name="TextBox 1069">
                <a:extLst>
                  <a:ext uri="{FF2B5EF4-FFF2-40B4-BE49-F238E27FC236}">
                    <a16:creationId xmlns:a16="http://schemas.microsoft.com/office/drawing/2014/main" id="{900292A2-1648-1EDB-7E43-6213F639C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423" y="2804342"/>
                <a:ext cx="1022396" cy="528414"/>
              </a:xfrm>
              <a:prstGeom prst="rect">
                <a:avLst/>
              </a:prstGeom>
              <a:blipFill>
                <a:blip r:embed="rId7"/>
                <a:stretch>
                  <a:fillRect l="-39881" t="-167816" r="-17857" b="-240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3" name="Straight Arrow Connector 1072">
            <a:extLst>
              <a:ext uri="{FF2B5EF4-FFF2-40B4-BE49-F238E27FC236}">
                <a16:creationId xmlns:a16="http://schemas.microsoft.com/office/drawing/2014/main" id="{814BC355-7073-8228-EDA1-4D63F461F9AD}"/>
              </a:ext>
            </a:extLst>
          </p:cNvPr>
          <p:cNvCxnSpPr>
            <a:cxnSpLocks/>
            <a:stCxn id="1070" idx="1"/>
            <a:endCxn id="1062" idx="1"/>
          </p:cNvCxnSpPr>
          <p:nvPr/>
        </p:nvCxnSpPr>
        <p:spPr>
          <a:xfrm flipH="1">
            <a:off x="5507952" y="3068549"/>
            <a:ext cx="222471" cy="231616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0" name="Group 1139">
            <a:extLst>
              <a:ext uri="{FF2B5EF4-FFF2-40B4-BE49-F238E27FC236}">
                <a16:creationId xmlns:a16="http://schemas.microsoft.com/office/drawing/2014/main" id="{7532E240-0746-28D5-07A4-8CCBBA60A8C6}"/>
              </a:ext>
            </a:extLst>
          </p:cNvPr>
          <p:cNvGrpSpPr/>
          <p:nvPr/>
        </p:nvGrpSpPr>
        <p:grpSpPr>
          <a:xfrm>
            <a:off x="93138" y="931434"/>
            <a:ext cx="3040978" cy="3360631"/>
            <a:chOff x="93138" y="931434"/>
            <a:chExt cx="3040978" cy="336063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4A078BF-8E08-A97F-8A67-BCB47DCA8E27}"/>
                </a:ext>
              </a:extLst>
            </p:cNvPr>
            <p:cNvSpPr/>
            <p:nvPr/>
          </p:nvSpPr>
          <p:spPr>
            <a:xfrm rot="5400000" flipH="1">
              <a:off x="1506729" y="83220"/>
              <a:ext cx="133454" cy="1829882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  <a:gs pos="25000">
                  <a:srgbClr val="D78D5B"/>
                </a:gs>
                <a:gs pos="67000">
                  <a:srgbClr val="CA6825"/>
                </a:gs>
                <a:gs pos="34000">
                  <a:srgbClr val="CC6F30"/>
                </a:gs>
                <a:gs pos="83000">
                  <a:srgbClr val="D68955"/>
                </a:gs>
                <a:gs pos="5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F688401-CC83-C333-ECBD-25BB6EC29B14}"/>
                </a:ext>
              </a:extLst>
            </p:cNvPr>
            <p:cNvSpPr/>
            <p:nvPr/>
          </p:nvSpPr>
          <p:spPr>
            <a:xfrm rot="5400000" flipH="1">
              <a:off x="1506729" y="3310397"/>
              <a:ext cx="133454" cy="1829882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  <a:gs pos="25000">
                  <a:srgbClr val="D78D5B"/>
                </a:gs>
                <a:gs pos="67000">
                  <a:srgbClr val="CA6825"/>
                </a:gs>
                <a:gs pos="34000">
                  <a:srgbClr val="CC6F30"/>
                </a:gs>
                <a:gs pos="83000">
                  <a:srgbClr val="D68955"/>
                </a:gs>
                <a:gs pos="5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05B1A26-2C6C-A65D-804F-82EAA7E9F48F}"/>
                </a:ext>
              </a:extLst>
            </p:cNvPr>
            <p:cNvSpPr/>
            <p:nvPr/>
          </p:nvSpPr>
          <p:spPr>
            <a:xfrm flipH="1">
              <a:off x="762380" y="1040046"/>
              <a:ext cx="68922" cy="3138325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  <a:gs pos="25000">
                  <a:srgbClr val="D78D5B"/>
                </a:gs>
                <a:gs pos="67000">
                  <a:srgbClr val="CA6825"/>
                </a:gs>
                <a:gs pos="34000">
                  <a:srgbClr val="CC6F30"/>
                </a:gs>
                <a:gs pos="83000">
                  <a:srgbClr val="D68955"/>
                </a:gs>
                <a:gs pos="5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3A1D9D-6EF0-6478-56E1-75BBF1EDA5F6}"/>
                </a:ext>
              </a:extLst>
            </p:cNvPr>
            <p:cNvSpPr/>
            <p:nvPr/>
          </p:nvSpPr>
          <p:spPr>
            <a:xfrm flipH="1">
              <a:off x="1156833" y="1040046"/>
              <a:ext cx="68922" cy="3138325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  <a:gs pos="25000">
                  <a:srgbClr val="D78D5B"/>
                </a:gs>
                <a:gs pos="67000">
                  <a:srgbClr val="CA6825"/>
                </a:gs>
                <a:gs pos="34000">
                  <a:srgbClr val="CC6F30"/>
                </a:gs>
                <a:gs pos="83000">
                  <a:srgbClr val="D68955"/>
                </a:gs>
                <a:gs pos="5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5806E06-92B5-A91D-4B40-323040EF4674}"/>
                </a:ext>
              </a:extLst>
            </p:cNvPr>
            <p:cNvSpPr/>
            <p:nvPr/>
          </p:nvSpPr>
          <p:spPr>
            <a:xfrm flipH="1">
              <a:off x="1551285" y="1040046"/>
              <a:ext cx="68922" cy="3138325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  <a:gs pos="25000">
                  <a:srgbClr val="D78D5B"/>
                </a:gs>
                <a:gs pos="67000">
                  <a:srgbClr val="CA6825"/>
                </a:gs>
                <a:gs pos="34000">
                  <a:srgbClr val="CC6F30"/>
                </a:gs>
                <a:gs pos="83000">
                  <a:srgbClr val="D68955"/>
                </a:gs>
                <a:gs pos="5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C83FB96-C221-DB98-4CF6-A3273F6AC2F7}"/>
                </a:ext>
              </a:extLst>
            </p:cNvPr>
            <p:cNvSpPr/>
            <p:nvPr/>
          </p:nvSpPr>
          <p:spPr>
            <a:xfrm flipH="1">
              <a:off x="1945738" y="1040046"/>
              <a:ext cx="68922" cy="3138325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  <a:gs pos="25000">
                  <a:srgbClr val="D78D5B"/>
                </a:gs>
                <a:gs pos="67000">
                  <a:srgbClr val="CA6825"/>
                </a:gs>
                <a:gs pos="34000">
                  <a:srgbClr val="CC6F30"/>
                </a:gs>
                <a:gs pos="83000">
                  <a:srgbClr val="D68955"/>
                </a:gs>
                <a:gs pos="5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590290-558B-02C6-6E91-9E30C1FEC58F}"/>
                </a:ext>
              </a:extLst>
            </p:cNvPr>
            <p:cNvSpPr/>
            <p:nvPr/>
          </p:nvSpPr>
          <p:spPr>
            <a:xfrm flipH="1">
              <a:off x="2340190" y="1040046"/>
              <a:ext cx="68922" cy="3138325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  <a:gs pos="25000">
                  <a:srgbClr val="D78D5B"/>
                </a:gs>
                <a:gs pos="67000">
                  <a:srgbClr val="CA6825"/>
                </a:gs>
                <a:gs pos="34000">
                  <a:srgbClr val="CC6F30"/>
                </a:gs>
                <a:gs pos="83000">
                  <a:srgbClr val="D68955"/>
                </a:gs>
                <a:gs pos="5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44B6C29-C7FD-96AB-E79E-3F83633B47D8}"/>
                </a:ext>
              </a:extLst>
            </p:cNvPr>
            <p:cNvSpPr/>
            <p:nvPr/>
          </p:nvSpPr>
          <p:spPr>
            <a:xfrm>
              <a:off x="565412" y="1089729"/>
              <a:ext cx="2026489" cy="303895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9830F3F-382C-30AF-BAC3-2957132613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88397" y="4225337"/>
              <a:ext cx="299467" cy="0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D97FE6A-4791-D70B-22D4-BD92F7D6F6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048" y="998160"/>
              <a:ext cx="299467" cy="0"/>
            </a:xfrm>
            <a:prstGeom prst="straightConnector1">
              <a:avLst/>
            </a:prstGeom>
            <a:ln w="4762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0FF25E6-A681-A4A2-F684-EB9897A1EE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7865" y="1600349"/>
              <a:ext cx="0" cy="2074463"/>
            </a:xfrm>
            <a:prstGeom prst="straightConnector1">
              <a:avLst/>
            </a:prstGeom>
            <a:ln w="38100">
              <a:gradFill>
                <a:gsLst>
                  <a:gs pos="0">
                    <a:srgbClr val="FF0000"/>
                  </a:gs>
                  <a:gs pos="100000">
                    <a:srgbClr val="0070C0"/>
                  </a:gs>
                </a:gsLst>
                <a:lin ang="5400000" scaled="1"/>
              </a:gra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ECFD72D-F767-F489-D93E-D5436B4BF285}"/>
                </a:ext>
              </a:extLst>
            </p:cNvPr>
            <p:cNvCxnSpPr>
              <a:cxnSpLocks/>
            </p:cNvCxnSpPr>
            <p:nvPr/>
          </p:nvCxnSpPr>
          <p:spPr>
            <a:xfrm>
              <a:off x="1427651" y="2903788"/>
              <a:ext cx="668579" cy="0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AD58566-D259-C5E8-1AB3-A9969BD351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0199" y="998160"/>
              <a:ext cx="0" cy="3227178"/>
            </a:xfrm>
            <a:prstGeom prst="straightConnector1">
              <a:avLst/>
            </a:prstGeom>
            <a:ln w="9525">
              <a:solidFill>
                <a:schemeClr val="bg1"/>
              </a:solidFill>
              <a:prstDash val="lg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15C0547F-1826-8C85-F9D6-E0F6ACEC4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5867" y="990489"/>
              <a:ext cx="0" cy="3227178"/>
            </a:xfrm>
            <a:prstGeom prst="straightConnector1">
              <a:avLst/>
            </a:prstGeom>
            <a:ln w="9525">
              <a:solidFill>
                <a:schemeClr val="bg1"/>
              </a:solidFill>
              <a:prstDash val="lg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A4DA8497-7DD9-017C-616B-7E43471EC0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7584" y="2732527"/>
              <a:ext cx="0" cy="171262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DF9A05E1-7B14-052D-AB03-3DB02DECE0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9121" y="2732527"/>
              <a:ext cx="0" cy="156301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3F36668D-4565-52C5-F2B5-0E98B7E338D6}"/>
                </a:ext>
              </a:extLst>
            </p:cNvPr>
            <p:cNvSpPr txBox="1"/>
            <p:nvPr/>
          </p:nvSpPr>
          <p:spPr>
            <a:xfrm>
              <a:off x="1212509" y="2784064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400" dirty="0"/>
                <a:t>A</a:t>
              </a:r>
              <a:endParaRPr lang="en-US" sz="1400" dirty="0"/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4E7104EA-F48E-61FD-09A5-2A5FCEF30A96}"/>
                </a:ext>
              </a:extLst>
            </p:cNvPr>
            <p:cNvSpPr txBox="1"/>
            <p:nvPr/>
          </p:nvSpPr>
          <p:spPr>
            <a:xfrm>
              <a:off x="2068052" y="2784064"/>
              <a:ext cx="3268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400" dirty="0"/>
                <a:t>A’</a:t>
              </a:r>
              <a:endParaRPr lang="en-US" sz="1400" dirty="0"/>
            </a:p>
          </p:txBody>
        </p:sp>
        <p:sp>
          <p:nvSpPr>
            <p:cNvPr id="1080" name="TextBox 1079">
              <a:extLst>
                <a:ext uri="{FF2B5EF4-FFF2-40B4-BE49-F238E27FC236}">
                  <a16:creationId xmlns:a16="http://schemas.microsoft.com/office/drawing/2014/main" id="{ADA29EA9-452A-F455-3D94-3D6CF113C7FC}"/>
                </a:ext>
              </a:extLst>
            </p:cNvPr>
            <p:cNvSpPr txBox="1"/>
            <p:nvPr/>
          </p:nvSpPr>
          <p:spPr>
            <a:xfrm>
              <a:off x="2659411" y="3920309"/>
              <a:ext cx="439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400" b="1" dirty="0" err="1">
                  <a:solidFill>
                    <a:srgbClr val="FF0000"/>
                  </a:solidFill>
                </a:rPr>
                <a:t>hot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1081" name="TextBox 1080">
              <a:extLst>
                <a:ext uri="{FF2B5EF4-FFF2-40B4-BE49-F238E27FC236}">
                  <a16:creationId xmlns:a16="http://schemas.microsoft.com/office/drawing/2014/main" id="{A18AA2CB-E618-468C-0643-9E580A9C01E1}"/>
                </a:ext>
              </a:extLst>
            </p:cNvPr>
            <p:cNvSpPr txBox="1"/>
            <p:nvPr/>
          </p:nvSpPr>
          <p:spPr>
            <a:xfrm>
              <a:off x="93138" y="1023002"/>
              <a:ext cx="4963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400" b="1" dirty="0" err="1">
                  <a:solidFill>
                    <a:srgbClr val="0070C0"/>
                  </a:solidFill>
                </a:rPr>
                <a:t>cold</a:t>
              </a:r>
              <a:endParaRPr lang="en-US" sz="1400" b="1" dirty="0">
                <a:solidFill>
                  <a:srgbClr val="0070C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7" name="TextBox 1096">
                  <a:extLst>
                    <a:ext uri="{FF2B5EF4-FFF2-40B4-BE49-F238E27FC236}">
                      <a16:creationId xmlns:a16="http://schemas.microsoft.com/office/drawing/2014/main" id="{CF9F0538-3431-A5F7-6952-01F3DAE747E7}"/>
                    </a:ext>
                  </a:extLst>
                </p:cNvPr>
                <p:cNvSpPr txBox="1"/>
                <p:nvPr/>
              </p:nvSpPr>
              <p:spPr>
                <a:xfrm>
                  <a:off x="2805308" y="1471483"/>
                  <a:ext cx="32880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CL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97" name="TextBox 1096">
                  <a:extLst>
                    <a:ext uri="{FF2B5EF4-FFF2-40B4-BE49-F238E27FC236}">
                      <a16:creationId xmlns:a16="http://schemas.microsoft.com/office/drawing/2014/main" id="{CF9F0538-3431-A5F7-6952-01F3DAE747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5308" y="1471483"/>
                  <a:ext cx="328808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6" name="Group 1125">
            <a:extLst>
              <a:ext uri="{FF2B5EF4-FFF2-40B4-BE49-F238E27FC236}">
                <a16:creationId xmlns:a16="http://schemas.microsoft.com/office/drawing/2014/main" id="{539DC1E4-280A-D28C-77B1-A02BB7E149B4}"/>
              </a:ext>
            </a:extLst>
          </p:cNvPr>
          <p:cNvGrpSpPr/>
          <p:nvPr/>
        </p:nvGrpSpPr>
        <p:grpSpPr>
          <a:xfrm>
            <a:off x="7998030" y="1733183"/>
            <a:ext cx="3860414" cy="1833314"/>
            <a:chOff x="5597898" y="4707616"/>
            <a:chExt cx="3723390" cy="1768242"/>
          </a:xfrm>
        </p:grpSpPr>
        <p:pic>
          <p:nvPicPr>
            <p:cNvPr id="1115" name="Picture 1114">
              <a:extLst>
                <a:ext uri="{FF2B5EF4-FFF2-40B4-BE49-F238E27FC236}">
                  <a16:creationId xmlns:a16="http://schemas.microsoft.com/office/drawing/2014/main" id="{2F5F5AFD-D207-6951-95E8-10A96C1B3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1756" t="22573" r="4708"/>
            <a:stretch/>
          </p:blipFill>
          <p:spPr>
            <a:xfrm>
              <a:off x="7319240" y="5176751"/>
              <a:ext cx="732368" cy="1299107"/>
            </a:xfrm>
            <a:prstGeom prst="rect">
              <a:avLst/>
            </a:prstGeom>
          </p:spPr>
        </p:pic>
        <p:cxnSp>
          <p:nvCxnSpPr>
            <p:cNvPr id="1116" name="Straight Arrow Connector 1115">
              <a:extLst>
                <a:ext uri="{FF2B5EF4-FFF2-40B4-BE49-F238E27FC236}">
                  <a16:creationId xmlns:a16="http://schemas.microsoft.com/office/drawing/2014/main" id="{A76B84AF-1D4F-C995-9991-8C755E22E2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2291" y="4955796"/>
              <a:ext cx="192894" cy="253779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5A86FA5A-BAE2-DCA1-F5A4-CDDBA5B19685}"/>
                </a:ext>
              </a:extLst>
            </p:cNvPr>
            <p:cNvSpPr/>
            <p:nvPr/>
          </p:nvSpPr>
          <p:spPr>
            <a:xfrm rot="418862">
              <a:off x="7506028" y="4897995"/>
              <a:ext cx="101588" cy="306543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28575">
              <a:solidFill>
                <a:srgbClr val="0070C0">
                  <a:alpha val="50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cxnSp>
          <p:nvCxnSpPr>
            <p:cNvPr id="1118" name="Straight Arrow Connector 1117">
              <a:extLst>
                <a:ext uri="{FF2B5EF4-FFF2-40B4-BE49-F238E27FC236}">
                  <a16:creationId xmlns:a16="http://schemas.microsoft.com/office/drawing/2014/main" id="{AC2C1890-AAEF-E89C-C7C9-FA3ED2F578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1608" y="5264609"/>
              <a:ext cx="249959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9" name="Straight Arrow Connector 1118">
              <a:extLst>
                <a:ext uri="{FF2B5EF4-FFF2-40B4-BE49-F238E27FC236}">
                  <a16:creationId xmlns:a16="http://schemas.microsoft.com/office/drawing/2014/main" id="{0175B746-56AE-7372-D883-952EC4898C84}"/>
                </a:ext>
              </a:extLst>
            </p:cNvPr>
            <p:cNvCxnSpPr>
              <a:cxnSpLocks/>
            </p:cNvCxnSpPr>
            <p:nvPr/>
          </p:nvCxnSpPr>
          <p:spPr>
            <a:xfrm>
              <a:off x="7050417" y="5264609"/>
              <a:ext cx="268823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7110AAF3-8F25-5084-3A58-9D52A080A126}"/>
                </a:ext>
              </a:extLst>
            </p:cNvPr>
            <p:cNvSpPr/>
            <p:nvPr/>
          </p:nvSpPr>
          <p:spPr>
            <a:xfrm rot="10449792">
              <a:off x="7765530" y="5388878"/>
              <a:ext cx="101588" cy="306543"/>
            </a:xfrm>
            <a:custGeom>
              <a:avLst/>
              <a:gdLst>
                <a:gd name="connsiteX0" fmla="*/ 157234 w 426830"/>
                <a:gd name="connsiteY0" fmla="*/ 1013460 h 1013460"/>
                <a:gd name="connsiteX1" fmla="*/ 423934 w 426830"/>
                <a:gd name="connsiteY1" fmla="*/ 708660 h 1013460"/>
                <a:gd name="connsiteX2" fmla="*/ 4834 w 426830"/>
                <a:gd name="connsiteY2" fmla="*/ 388620 h 1013460"/>
                <a:gd name="connsiteX3" fmla="*/ 233434 w 426830"/>
                <a:gd name="connsiteY3" fmla="*/ 0 h 101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830" h="1013460">
                  <a:moveTo>
                    <a:pt x="157234" y="1013460"/>
                  </a:moveTo>
                  <a:cubicBezTo>
                    <a:pt x="303284" y="913130"/>
                    <a:pt x="449334" y="812800"/>
                    <a:pt x="423934" y="708660"/>
                  </a:cubicBezTo>
                  <a:cubicBezTo>
                    <a:pt x="398534" y="604520"/>
                    <a:pt x="36584" y="506730"/>
                    <a:pt x="4834" y="388620"/>
                  </a:cubicBezTo>
                  <a:cubicBezTo>
                    <a:pt x="-26916" y="270510"/>
                    <a:pt x="103259" y="135255"/>
                    <a:pt x="233434" y="0"/>
                  </a:cubicBezTo>
                </a:path>
              </a:pathLst>
            </a:custGeom>
            <a:noFill/>
            <a:ln w="28575">
              <a:solidFill>
                <a:srgbClr val="FF0000">
                  <a:alpha val="50000"/>
                </a:srgb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1" name="TextBox 1120">
                  <a:extLst>
                    <a:ext uri="{FF2B5EF4-FFF2-40B4-BE49-F238E27FC236}">
                      <a16:creationId xmlns:a16="http://schemas.microsoft.com/office/drawing/2014/main" id="{8750C67F-0857-9C03-B242-3ADE06E9DB4E}"/>
                    </a:ext>
                  </a:extLst>
                </p:cNvPr>
                <p:cNvSpPr txBox="1"/>
                <p:nvPr/>
              </p:nvSpPr>
              <p:spPr>
                <a:xfrm>
                  <a:off x="7882442" y="4757220"/>
                  <a:ext cx="490209" cy="3307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oMath>
                    </m:oMathPara>
                  </a14:m>
                  <a:endParaRPr lang="en-US" sz="1200" dirty="0">
                    <a:solidFill>
                      <a:srgbClr val="FFC000"/>
                    </a:solidFill>
                  </a:endParaRPr>
                </a:p>
              </p:txBody>
            </p:sp>
          </mc:Choice>
          <mc:Fallback xmlns="">
            <p:sp>
              <p:nvSpPr>
                <p:cNvPr id="1121" name="TextBox 1120">
                  <a:extLst>
                    <a:ext uri="{FF2B5EF4-FFF2-40B4-BE49-F238E27FC236}">
                      <a16:creationId xmlns:a16="http://schemas.microsoft.com/office/drawing/2014/main" id="{8750C67F-0857-9C03-B242-3ADE06E9DB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2442" y="4757220"/>
                  <a:ext cx="490209" cy="3307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2" name="TextBox 1121">
                  <a:extLst>
                    <a:ext uri="{FF2B5EF4-FFF2-40B4-BE49-F238E27FC236}">
                      <a16:creationId xmlns:a16="http://schemas.microsoft.com/office/drawing/2014/main" id="{56818CC2-2254-783C-A4D3-C8A20A4BE2B6}"/>
                    </a:ext>
                  </a:extLst>
                </p:cNvPr>
                <p:cNvSpPr txBox="1"/>
                <p:nvPr/>
              </p:nvSpPr>
              <p:spPr>
                <a:xfrm>
                  <a:off x="6809514" y="4707616"/>
                  <a:ext cx="750626" cy="3323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b="0" i="1" smtClean="0">
                            <a:solidFill>
                              <a:srgbClr val="7FB7D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sSubSup>
                          <m:sSubSupPr>
                            <m:ctrlPr>
                              <a:rPr lang="en-US" sz="1200" b="0" i="1" smtClean="0">
                                <a:solidFill>
                                  <a:srgbClr val="7FB7D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solidFill>
                                  <a:srgbClr val="7FB7D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solidFill>
                                  <a:srgbClr val="7FB7DF"/>
                                </a:solidFill>
                                <a:latin typeface="Cambria Math" panose="02040503050406030204" pitchFamily="18" charset="0"/>
                              </a:rPr>
                              <m:t>loss</m:t>
                            </m:r>
                          </m:sub>
                          <m:sup>
                            <m:r>
                              <a:rPr lang="en-US" sz="1200" b="0" i="1" smtClean="0">
                                <a:solidFill>
                                  <a:srgbClr val="7FB7DF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en-US" sz="1200" dirty="0">
                    <a:solidFill>
                      <a:srgbClr val="7FB7DF"/>
                    </a:solidFill>
                  </a:endParaRPr>
                </a:p>
              </p:txBody>
            </p:sp>
          </mc:Choice>
          <mc:Fallback xmlns="">
            <p:sp>
              <p:nvSpPr>
                <p:cNvPr id="1122" name="TextBox 1121">
                  <a:extLst>
                    <a:ext uri="{FF2B5EF4-FFF2-40B4-BE49-F238E27FC236}">
                      <a16:creationId xmlns:a16="http://schemas.microsoft.com/office/drawing/2014/main" id="{56818CC2-2254-783C-A4D3-C8A20A4BE2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9514" y="4707616"/>
                  <a:ext cx="750626" cy="33239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3" name="TextBox 1122">
                  <a:extLst>
                    <a:ext uri="{FF2B5EF4-FFF2-40B4-BE49-F238E27FC236}">
                      <a16:creationId xmlns:a16="http://schemas.microsoft.com/office/drawing/2014/main" id="{F42659F5-09FB-9EF5-3EE5-99301FEB637D}"/>
                    </a:ext>
                  </a:extLst>
                </p:cNvPr>
                <p:cNvSpPr txBox="1"/>
                <p:nvPr/>
              </p:nvSpPr>
              <p:spPr>
                <a:xfrm>
                  <a:off x="5597898" y="5150991"/>
                  <a:ext cx="1938323" cy="6578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sz="1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𝑑𝑥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US" sz="1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sz="1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/2</m:t>
                            </m:r>
                          </m:sub>
                        </m:sSub>
                      </m:oMath>
                    </m:oMathPara>
                  </a14:m>
                  <a:endParaRPr lang="en-US" sz="1200" dirty="0">
                    <a:solidFill>
                      <a:srgbClr val="7FB7DF"/>
                    </a:solidFill>
                  </a:endParaRPr>
                </a:p>
              </p:txBody>
            </p:sp>
          </mc:Choice>
          <mc:Fallback xmlns="">
            <p:sp>
              <p:nvSpPr>
                <p:cNvPr id="1123" name="TextBox 1122">
                  <a:extLst>
                    <a:ext uri="{FF2B5EF4-FFF2-40B4-BE49-F238E27FC236}">
                      <a16:creationId xmlns:a16="http://schemas.microsoft.com/office/drawing/2014/main" id="{F42659F5-09FB-9EF5-3EE5-99301FEB6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7898" y="5150991"/>
                  <a:ext cx="1938323" cy="657823"/>
                </a:xfrm>
                <a:prstGeom prst="rect">
                  <a:avLst/>
                </a:prstGeom>
                <a:blipFill>
                  <a:blip r:embed="rId11"/>
                  <a:stretch>
                    <a:fillRect t="-130357" b="-16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4" name="TextBox 1123">
                  <a:extLst>
                    <a:ext uri="{FF2B5EF4-FFF2-40B4-BE49-F238E27FC236}">
                      <a16:creationId xmlns:a16="http://schemas.microsoft.com/office/drawing/2014/main" id="{9DB12192-3479-1839-5305-4BD6F9C5BA79}"/>
                    </a:ext>
                  </a:extLst>
                </p:cNvPr>
                <p:cNvSpPr txBox="1"/>
                <p:nvPr/>
              </p:nvSpPr>
              <p:spPr>
                <a:xfrm>
                  <a:off x="8110699" y="5191149"/>
                  <a:ext cx="1210589" cy="531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sz="1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𝑑𝑥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US" sz="1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sz="1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/2</m:t>
                            </m:r>
                          </m:sub>
                        </m:sSub>
                      </m:oMath>
                    </m:oMathPara>
                  </a14:m>
                  <a:endParaRPr lang="en-US" sz="1200" dirty="0">
                    <a:solidFill>
                      <a:srgbClr val="7FB7DF"/>
                    </a:solidFill>
                  </a:endParaRPr>
                </a:p>
              </p:txBody>
            </p:sp>
          </mc:Choice>
          <mc:Fallback xmlns="">
            <p:sp>
              <p:nvSpPr>
                <p:cNvPr id="1124" name="TextBox 1123">
                  <a:extLst>
                    <a:ext uri="{FF2B5EF4-FFF2-40B4-BE49-F238E27FC236}">
                      <a16:creationId xmlns:a16="http://schemas.microsoft.com/office/drawing/2014/main" id="{9DB12192-3479-1839-5305-4BD6F9C5BA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0699" y="5191149"/>
                  <a:ext cx="1210589" cy="531304"/>
                </a:xfrm>
                <a:prstGeom prst="rect">
                  <a:avLst/>
                </a:prstGeom>
                <a:blipFill>
                  <a:blip r:embed="rId12"/>
                  <a:stretch>
                    <a:fillRect t="-162222" r="-30583" b="-22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5" name="TextBox 1124">
                  <a:extLst>
                    <a:ext uri="{FF2B5EF4-FFF2-40B4-BE49-F238E27FC236}">
                      <a16:creationId xmlns:a16="http://schemas.microsoft.com/office/drawing/2014/main" id="{D24D6776-5062-E388-F83B-6D3A3513DE06}"/>
                    </a:ext>
                  </a:extLst>
                </p:cNvPr>
                <p:cNvSpPr txBox="1"/>
                <p:nvPr/>
              </p:nvSpPr>
              <p:spPr>
                <a:xfrm>
                  <a:off x="7536221" y="5610853"/>
                  <a:ext cx="450238" cy="35536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1200" b="0" i="1" smtClean="0">
                                <a:solidFill>
                                  <a:srgbClr val="FF7F7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solidFill>
                                  <a:srgbClr val="FF7F7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FF7F7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  <m:sup>
                            <m:r>
                              <a:rPr lang="en-US" sz="1200" b="0" i="1" smtClean="0">
                                <a:solidFill>
                                  <a:srgbClr val="FF7F7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1200" dirty="0">
                    <a:solidFill>
                      <a:srgbClr val="FF7F7F"/>
                    </a:solidFill>
                  </a:endParaRPr>
                </a:p>
              </p:txBody>
            </p:sp>
          </mc:Choice>
          <mc:Fallback xmlns="">
            <p:sp>
              <p:nvSpPr>
                <p:cNvPr id="1125" name="TextBox 1124">
                  <a:extLst>
                    <a:ext uri="{FF2B5EF4-FFF2-40B4-BE49-F238E27FC236}">
                      <a16:creationId xmlns:a16="http://schemas.microsoft.com/office/drawing/2014/main" id="{D24D6776-5062-E388-F83B-6D3A3513DE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6221" y="5610853"/>
                  <a:ext cx="450238" cy="35536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29" name="TextBox 1128">
                <a:extLst>
                  <a:ext uri="{FF2B5EF4-FFF2-40B4-BE49-F238E27FC236}">
                    <a16:creationId xmlns:a16="http://schemas.microsoft.com/office/drawing/2014/main" id="{8AEBB14A-3A55-222B-50AB-6938F82236C9}"/>
                  </a:ext>
                </a:extLst>
              </p:cNvPr>
              <p:cNvSpPr txBox="1"/>
              <p:nvPr/>
            </p:nvSpPr>
            <p:spPr>
              <a:xfrm>
                <a:off x="8233210" y="803831"/>
                <a:ext cx="395879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L" sz="1400" dirty="0"/>
                  <a:t>Balance de energía para la condición de borde </a:t>
                </a:r>
              </a:p>
              <a:p>
                <a:pPr algn="ctr"/>
                <a:r>
                  <a:rPr lang="es-CL" sz="1400" dirty="0"/>
                  <a:t>en </a:t>
                </a:r>
                <a14:m>
                  <m:oMath xmlns:m="http://schemas.openxmlformats.org/officeDocument/2006/math">
                    <m:r>
                      <a:rPr lang="es-CL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L" sz="1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CL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sz="1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s-CL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L" sz="1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s-CL" sz="1400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129" name="TextBox 1128">
                <a:extLst>
                  <a:ext uri="{FF2B5EF4-FFF2-40B4-BE49-F238E27FC236}">
                    <a16:creationId xmlns:a16="http://schemas.microsoft.com/office/drawing/2014/main" id="{8AEBB14A-3A55-222B-50AB-6938F8223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210" y="803831"/>
                <a:ext cx="3958790" cy="523220"/>
              </a:xfrm>
              <a:prstGeom prst="rect">
                <a:avLst/>
              </a:prstGeom>
              <a:blipFill>
                <a:blip r:embed="rId14"/>
                <a:stretch>
                  <a:fillRect t="-2326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2" name="TextBox 1131">
                <a:extLst>
                  <a:ext uri="{FF2B5EF4-FFF2-40B4-BE49-F238E27FC236}">
                    <a16:creationId xmlns:a16="http://schemas.microsoft.com/office/drawing/2014/main" id="{4F6F21B3-8F43-E412-9CE0-0FE089B64223}"/>
                  </a:ext>
                </a:extLst>
              </p:cNvPr>
              <p:cNvSpPr txBox="1"/>
              <p:nvPr/>
            </p:nvSpPr>
            <p:spPr>
              <a:xfrm>
                <a:off x="7057191" y="3015641"/>
                <a:ext cx="1161665" cy="5508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s-CL" sz="1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CL" sz="1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CL" sz="1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s-CL" sz="1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1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s-CL" sz="12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s-CL" sz="12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s-CL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s-CL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s-CL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L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  <m:r>
                            <a:rPr lang="es-CL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32" name="TextBox 1131">
                <a:extLst>
                  <a:ext uri="{FF2B5EF4-FFF2-40B4-BE49-F238E27FC236}">
                    <a16:creationId xmlns:a16="http://schemas.microsoft.com/office/drawing/2014/main" id="{4F6F21B3-8F43-E412-9CE0-0FE089B64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191" y="3015641"/>
                <a:ext cx="1161665" cy="550856"/>
              </a:xfrm>
              <a:prstGeom prst="rect">
                <a:avLst/>
              </a:prstGeom>
              <a:blipFill>
                <a:blip r:embed="rId15"/>
                <a:stretch>
                  <a:fillRect l="-35789" t="-162222" r="-3684" b="-22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3" name="Straight Arrow Connector 1132">
            <a:extLst>
              <a:ext uri="{FF2B5EF4-FFF2-40B4-BE49-F238E27FC236}">
                <a16:creationId xmlns:a16="http://schemas.microsoft.com/office/drawing/2014/main" id="{FCECCE59-A6AE-B37A-1BE7-71827B66A998}"/>
              </a:ext>
            </a:extLst>
          </p:cNvPr>
          <p:cNvCxnSpPr>
            <a:cxnSpLocks/>
            <a:stCxn id="1132" idx="1"/>
          </p:cNvCxnSpPr>
          <p:nvPr/>
        </p:nvCxnSpPr>
        <p:spPr>
          <a:xfrm flipH="1">
            <a:off x="6969363" y="3291069"/>
            <a:ext cx="87828" cy="376977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5" name="TextBox 1134">
            <a:extLst>
              <a:ext uri="{FF2B5EF4-FFF2-40B4-BE49-F238E27FC236}">
                <a16:creationId xmlns:a16="http://schemas.microsoft.com/office/drawing/2014/main" id="{55F49407-E61D-9BF4-8375-A7A6D5C3EDC8}"/>
              </a:ext>
            </a:extLst>
          </p:cNvPr>
          <p:cNvSpPr txBox="1"/>
          <p:nvPr/>
        </p:nvSpPr>
        <p:spPr>
          <a:xfrm>
            <a:off x="-35865" y="594639"/>
            <a:ext cx="705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(a)</a:t>
            </a:r>
            <a:endParaRPr lang="en-US" sz="1400" b="1" dirty="0"/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814EFE5E-4BA5-1D43-83BA-80F572C99C2E}"/>
              </a:ext>
            </a:extLst>
          </p:cNvPr>
          <p:cNvSpPr txBox="1"/>
          <p:nvPr/>
        </p:nvSpPr>
        <p:spPr>
          <a:xfrm>
            <a:off x="3096241" y="602413"/>
            <a:ext cx="705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(b)</a:t>
            </a:r>
            <a:endParaRPr lang="en-US" sz="1400" b="1" dirty="0"/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571AA6D1-5453-2EE5-8852-40481A4A0F5E}"/>
              </a:ext>
            </a:extLst>
          </p:cNvPr>
          <p:cNvSpPr txBox="1"/>
          <p:nvPr/>
        </p:nvSpPr>
        <p:spPr>
          <a:xfrm>
            <a:off x="7965572" y="602413"/>
            <a:ext cx="705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(c)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26913928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diagram of a device&#10;&#10;Description automatically generated with medium confidence">
            <a:extLst>
              <a:ext uri="{FF2B5EF4-FFF2-40B4-BE49-F238E27FC236}">
                <a16:creationId xmlns:a16="http://schemas.microsoft.com/office/drawing/2014/main" id="{0681D9EC-B003-CD43-9211-9D3B02CE4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50"/>
          <a:stretch/>
        </p:blipFill>
        <p:spPr>
          <a:xfrm>
            <a:off x="0" y="642433"/>
            <a:ext cx="9601200" cy="5573134"/>
          </a:xfrm>
          <a:prstGeom prst="rect">
            <a:avLst/>
          </a:prstGeom>
        </p:spPr>
      </p:pic>
      <p:pic>
        <p:nvPicPr>
          <p:cNvPr id="6" name="Picture 5" descr="A diagram of a diagram of a device&#10;&#10;Description automatically generated with medium confidence">
            <a:extLst>
              <a:ext uri="{FF2B5EF4-FFF2-40B4-BE49-F238E27FC236}">
                <a16:creationId xmlns:a16="http://schemas.microsoft.com/office/drawing/2014/main" id="{B394A4FE-AD06-916C-24AB-C7E6566BE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4" r="-4028"/>
          <a:stretch/>
        </p:blipFill>
        <p:spPr>
          <a:xfrm>
            <a:off x="9601200" y="642433"/>
            <a:ext cx="2074333" cy="55731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73865F1-C396-A684-0F08-6280834FF620}"/>
              </a:ext>
            </a:extLst>
          </p:cNvPr>
          <p:cNvSpPr/>
          <p:nvPr/>
        </p:nvSpPr>
        <p:spPr>
          <a:xfrm>
            <a:off x="9393767" y="2992967"/>
            <a:ext cx="241300" cy="1862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44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3FE0C9803A144B8867C00F71533CCE" ma:contentTypeVersion="10" ma:contentTypeDescription="Create a new document." ma:contentTypeScope="" ma:versionID="dcb21c3adb0d4aa3605192412613e987">
  <xsd:schema xmlns:xsd="http://www.w3.org/2001/XMLSchema" xmlns:xs="http://www.w3.org/2001/XMLSchema" xmlns:p="http://schemas.microsoft.com/office/2006/metadata/properties" xmlns:ns2="47be2dfb-c64b-4ae1-9deb-206d58e4ddff" targetNamespace="http://schemas.microsoft.com/office/2006/metadata/properties" ma:root="true" ma:fieldsID="69b188ea1232eacec3f7293cabbd90ab" ns2:_="">
    <xsd:import namespace="47be2dfb-c64b-4ae1-9deb-206d58e4dd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be2dfb-c64b-4ae1-9deb-206d58e4dd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7909f14-ac44-4fa4-af16-33738d617f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7be2dfb-c64b-4ae1-9deb-206d58e4ddf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F1192F6-C4EA-4760-BE4A-6A5C9B599ECB}"/>
</file>

<file path=customXml/itemProps2.xml><?xml version="1.0" encoding="utf-8"?>
<ds:datastoreItem xmlns:ds="http://schemas.openxmlformats.org/officeDocument/2006/customXml" ds:itemID="{27652D0D-1F7E-4076-88A3-8FBF36E5A8C5}"/>
</file>

<file path=customXml/itemProps3.xml><?xml version="1.0" encoding="utf-8"?>
<ds:datastoreItem xmlns:ds="http://schemas.openxmlformats.org/officeDocument/2006/customXml" ds:itemID="{20C80436-9F1F-4DC9-B6E6-9FC0F35B11AA}"/>
</file>

<file path=docProps/app.xml><?xml version="1.0" encoding="utf-8"?>
<Properties xmlns="http://schemas.openxmlformats.org/officeDocument/2006/extended-properties" xmlns:vt="http://schemas.openxmlformats.org/officeDocument/2006/docPropsVTypes">
  <TotalTime>25457</TotalTime>
  <Words>1109</Words>
  <Application>Microsoft Office PowerPoint</Application>
  <PresentationFormat>Widescreen</PresentationFormat>
  <Paragraphs>631</Paragraphs>
  <Slides>91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Francisco Valentin Ramirez Cuevas</dc:creator>
  <cp:lastModifiedBy>Francisco Valentin Ramirez Cuevas</cp:lastModifiedBy>
  <cp:revision>12</cp:revision>
  <dcterms:created xsi:type="dcterms:W3CDTF">2022-08-03T20:41:07Z</dcterms:created>
  <dcterms:modified xsi:type="dcterms:W3CDTF">2026-08-17T23:05:12Z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0x010100333FE0C9803A144B8867C00F71533CCE</vt:lpwstr>
  </property>
</Properties>
</file>